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5" r:id="rId2"/>
  </p:sldMasterIdLst>
  <p:notesMasterIdLst>
    <p:notesMasterId r:id="rId43"/>
  </p:notesMasterIdLst>
  <p:sldIdLst>
    <p:sldId id="1042" r:id="rId3"/>
    <p:sldId id="1068" r:id="rId4"/>
    <p:sldId id="1069" r:id="rId5"/>
    <p:sldId id="1070" r:id="rId6"/>
    <p:sldId id="1077" r:id="rId7"/>
    <p:sldId id="1078" r:id="rId8"/>
    <p:sldId id="1079" r:id="rId9"/>
    <p:sldId id="1264" r:id="rId10"/>
    <p:sldId id="1080" r:id="rId11"/>
    <p:sldId id="1081" r:id="rId12"/>
    <p:sldId id="1082" r:id="rId13"/>
    <p:sldId id="1049" r:id="rId14"/>
    <p:sldId id="1101" r:id="rId15"/>
    <p:sldId id="1102" r:id="rId16"/>
    <p:sldId id="1103" r:id="rId17"/>
    <p:sldId id="1104" r:id="rId18"/>
    <p:sldId id="1209" r:id="rId19"/>
    <p:sldId id="1108" r:id="rId20"/>
    <p:sldId id="1109" r:id="rId21"/>
    <p:sldId id="1110" r:id="rId22"/>
    <p:sldId id="1050" r:id="rId23"/>
    <p:sldId id="1112" r:id="rId24"/>
    <p:sldId id="1113" r:id="rId25"/>
    <p:sldId id="1270" r:id="rId26"/>
    <p:sldId id="1271" r:id="rId27"/>
    <p:sldId id="1272" r:id="rId28"/>
    <p:sldId id="1273" r:id="rId29"/>
    <p:sldId id="1212" r:id="rId30"/>
    <p:sldId id="1114" r:id="rId31"/>
    <p:sldId id="1115" r:id="rId32"/>
    <p:sldId id="1213" r:id="rId33"/>
    <p:sldId id="1116" r:id="rId34"/>
    <p:sldId id="1125" r:id="rId35"/>
    <p:sldId id="1117" r:id="rId36"/>
    <p:sldId id="1118" r:id="rId37"/>
    <p:sldId id="1119" r:id="rId38"/>
    <p:sldId id="1120" r:id="rId39"/>
    <p:sldId id="1121" r:id="rId40"/>
    <p:sldId id="1122" r:id="rId41"/>
    <p:sldId id="1123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04" userDrawn="1">
          <p15:clr>
            <a:srgbClr val="A4A3A4"/>
          </p15:clr>
        </p15:guide>
        <p15:guide id="2" pos="5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A3"/>
    <a:srgbClr val="9CDFF9"/>
    <a:srgbClr val="010086"/>
    <a:srgbClr val="CCCCFF"/>
    <a:srgbClr val="3C6CDF"/>
    <a:srgbClr val="0000A8"/>
    <a:srgbClr val="C96B72"/>
    <a:srgbClr val="B8C2C9"/>
    <a:srgbClr val="D6DCE0"/>
    <a:srgbClr val="01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9593"/>
  </p:normalViewPr>
  <p:slideViewPr>
    <p:cSldViewPr snapToGrid="0" snapToObjects="1">
      <p:cViewPr varScale="1">
        <p:scale>
          <a:sx n="65" d="100"/>
          <a:sy n="65" d="100"/>
        </p:scale>
        <p:origin x="1358" y="58"/>
      </p:cViewPr>
      <p:guideLst>
        <p:guide orient="horz" pos="1104"/>
        <p:guide pos="576"/>
      </p:guideLst>
    </p:cSldViewPr>
  </p:slideViewPr>
  <p:outlineViewPr>
    <p:cViewPr>
      <p:scale>
        <a:sx n="33" d="100"/>
        <a:sy n="33" d="100"/>
      </p:scale>
      <p:origin x="0" y="-415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1835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81807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6898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8282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3708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00930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6501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31017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91466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nc</a:t>
            </a:r>
            <a:r>
              <a:rPr lang="en-US" dirty="0"/>
              <a:t> -v gaia.cs.umass.edu 80 </a:t>
            </a:r>
          </a:p>
          <a:p>
            <a:r>
              <a:rPr lang="en-US" dirty="0"/>
              <a:t>In Linux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31360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1064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47949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58089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14080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29713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250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Requested mail action okay, completed</a:t>
            </a:r>
            <a:endParaRPr lang="vi-VN" b="0" i="1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737373"/>
                </a:solidFill>
                <a:effectLst/>
                <a:latin typeface="Open Sans" panose="020B0606030504020204" pitchFamily="34" charset="0"/>
              </a:rPr>
              <a:t>The SMTP HELO clause is the stage of the SMTP protocol where a SMTP server introduce them selves to each other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97924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51939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18321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53792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8786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26978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35963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 err="1"/>
              <a:t>Humongous</a:t>
            </a:r>
            <a:r>
              <a:rPr lang="vi-VN" dirty="0"/>
              <a:t>: khổng lồ</a:t>
            </a:r>
          </a:p>
          <a:p>
            <a:r>
              <a:rPr lang="vi-VN" dirty="0" err="1"/>
              <a:t>Trillions</a:t>
            </a:r>
            <a:r>
              <a:rPr lang="vi-VN" dirty="0"/>
              <a:t>: hàng nghìn tỉ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82638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Aut</a:t>
            </a:r>
            <a:r>
              <a:rPr lang="vi-VN" dirty="0" err="1"/>
              <a:t>horitative</a:t>
            </a:r>
            <a:r>
              <a:rPr lang="vi-VN" dirty="0"/>
              <a:t>: có thẩm quyền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25654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53366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25739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61373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78360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Iterated: </a:t>
            </a:r>
            <a:r>
              <a:rPr kumimoji="0" lang="vi-V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lặp lại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53891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93203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25058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61558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78221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339870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8916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030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64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856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73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448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Application layer: overview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809242" y="1870563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marR="0" lvl="0" indent="-4016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white">
                  <a:lumMod val="75000"/>
                </a:prstClr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Principles of network applications</a:t>
            </a:r>
          </a:p>
          <a:p>
            <a:pPr marL="401638" marR="0" lvl="0" indent="-4016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Web and HTTP</a:t>
            </a:r>
          </a:p>
          <a:p>
            <a:pPr marL="401638" marR="0" lvl="0" indent="-4016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white">
                  <a:lumMod val="75000"/>
                </a:prstClr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E-mail, SMTP, IMAP</a:t>
            </a:r>
          </a:p>
          <a:p>
            <a:pPr marL="401638" marR="0" lvl="0" indent="-4016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white">
                  <a:lumMod val="75000"/>
                </a:prstClr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Domain Name System DNS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5FE695BD-369F-8C4A-ACAD-42671E1C0719}"/>
              </a:ext>
            </a:extLst>
          </p:cNvPr>
          <p:cNvSpPr txBox="1">
            <a:spLocks noChangeArrowheads="1"/>
          </p:cNvSpPr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</p:spPr>
        <p:txBody>
          <a:bodyPr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9250" marR="0" lvl="0" indent="-349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white">
                  <a:lumMod val="75000"/>
                </a:prstClr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P2P applications</a:t>
            </a:r>
          </a:p>
          <a:p>
            <a:pPr marL="349250" marR="0" lvl="0" indent="-349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white">
                  <a:lumMod val="75000"/>
                </a:prstClr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video streaming and content distribution networks</a:t>
            </a:r>
          </a:p>
          <a:p>
            <a:pPr marL="349250" marR="0" lvl="0" indent="-349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white">
                  <a:lumMod val="75000"/>
                </a:prstClr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socket programming with UDP and TCP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 descr="Kurose&amp;Ross 8th edition photo">
            <a:extLst>
              <a:ext uri="{FF2B5EF4-FFF2-40B4-BE49-F238E27FC236}">
                <a16:creationId xmlns:a16="http://schemas.microsoft.com/office/drawing/2014/main" id="{95F7992F-0B40-8A40-9C6C-9B0007DB8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391" y="4125913"/>
            <a:ext cx="3087757" cy="231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837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Web and HTTP</a:t>
            </a:r>
            <a:endParaRPr lang="en-US" sz="440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AB7AFB9-05B7-8F45-B2AB-A2B2DBC22CCE}"/>
              </a:ext>
            </a:extLst>
          </p:cNvPr>
          <p:cNvSpPr txBox="1">
            <a:spLocks noChangeArrowheads="1"/>
          </p:cNvSpPr>
          <p:nvPr/>
        </p:nvSpPr>
        <p:spPr>
          <a:xfrm>
            <a:off x="669395" y="1559756"/>
            <a:ext cx="10774192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First, a quick review…</a:t>
            </a:r>
          </a:p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web page consists of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objects,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each of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which can be stored on different Web servers</a:t>
            </a:r>
          </a:p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object can be HTML file, JPEG image, Java applet, audio file,…</a:t>
            </a:r>
          </a:p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web page consists of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base HTML-file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which includes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several referenced objects, each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addressable by a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URL,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e.g.,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3" name="Group 10">
            <a:extLst>
              <a:ext uri="{FF2B5EF4-FFF2-40B4-BE49-F238E27FC236}">
                <a16:creationId xmlns:a16="http://schemas.microsoft.com/office/drawing/2014/main" id="{A0C8A734-DC35-F347-AF3E-C7E64B7D785E}"/>
              </a:ext>
            </a:extLst>
          </p:cNvPr>
          <p:cNvGrpSpPr>
            <a:grpSpLocks/>
          </p:cNvGrpSpPr>
          <p:nvPr/>
        </p:nvGrpSpPr>
        <p:grpSpPr bwMode="auto">
          <a:xfrm>
            <a:off x="2463366" y="4853073"/>
            <a:ext cx="6835775" cy="1144588"/>
            <a:chOff x="788" y="2955"/>
            <a:chExt cx="4306" cy="721"/>
          </a:xfrm>
        </p:grpSpPr>
        <p:sp>
          <p:nvSpPr>
            <p:cNvPr id="14" name="Text Box 5">
              <a:extLst>
                <a:ext uri="{FF2B5EF4-FFF2-40B4-BE49-F238E27FC236}">
                  <a16:creationId xmlns:a16="http://schemas.microsoft.com/office/drawing/2014/main" id="{07B49400-3628-264C-8D3A-69378F85C8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" y="2955"/>
              <a:ext cx="418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www.someschool.edu/someDept/pic.gif</a:t>
              </a:r>
            </a:p>
          </p:txBody>
        </p:sp>
        <p:sp>
          <p:nvSpPr>
            <p:cNvPr id="15" name="AutoShape 6">
              <a:extLst>
                <a:ext uri="{FF2B5EF4-FFF2-40B4-BE49-F238E27FC236}">
                  <a16:creationId xmlns:a16="http://schemas.microsoft.com/office/drawing/2014/main" id="{5B0BF68B-EFB6-904F-A81E-8D4DB716D3BA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1821" y="2281"/>
              <a:ext cx="57" cy="2083"/>
            </a:xfrm>
            <a:prstGeom prst="leftBrace">
              <a:avLst>
                <a:gd name="adj1" fmla="val 30453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" name="AutoShape 7">
              <a:extLst>
                <a:ext uri="{FF2B5EF4-FFF2-40B4-BE49-F238E27FC236}">
                  <a16:creationId xmlns:a16="http://schemas.microsoft.com/office/drawing/2014/main" id="{BF004AC2-43AC-6449-B799-0D73A5E5822D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4024" y="2277"/>
              <a:ext cx="57" cy="2083"/>
            </a:xfrm>
            <a:prstGeom prst="leftBrace">
              <a:avLst>
                <a:gd name="adj1" fmla="val 30453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" name="Text Box 8">
              <a:extLst>
                <a:ext uri="{FF2B5EF4-FFF2-40B4-BE49-F238E27FC236}">
                  <a16:creationId xmlns:a16="http://schemas.microsoft.com/office/drawing/2014/main" id="{4D5B851A-267A-1546-B45E-931C3F7AF0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9" y="3388"/>
              <a:ext cx="10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host name</a:t>
              </a:r>
            </a:p>
          </p:txBody>
        </p:sp>
        <p:sp>
          <p:nvSpPr>
            <p:cNvPr id="18" name="Text Box 9">
              <a:extLst>
                <a:ext uri="{FF2B5EF4-FFF2-40B4-BE49-F238E27FC236}">
                  <a16:creationId xmlns:a16="http://schemas.microsoft.com/office/drawing/2014/main" id="{4EA9C80E-6BB3-B44E-A522-3C7B027B4C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5" y="3338"/>
              <a:ext cx="10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path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name</a:t>
              </a:r>
            </a:p>
          </p:txBody>
        </p:sp>
      </p:grp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31E9D565-6810-E44B-9B1D-6FAB7B7F8E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6725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overview</a:t>
            </a:r>
            <a:endParaRPr lang="en-US" sz="4400" dirty="0"/>
          </a:p>
        </p:txBody>
      </p:sp>
      <p:sp>
        <p:nvSpPr>
          <p:cNvPr id="71" name="Rectangle 3">
            <a:extLst>
              <a:ext uri="{FF2B5EF4-FFF2-40B4-BE49-F238E27FC236}">
                <a16:creationId xmlns:a16="http://schemas.microsoft.com/office/drawing/2014/main" id="{D0A9535F-9718-644A-A429-D02A2397C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849" y="1608374"/>
            <a:ext cx="5988172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HTTP: hypertext transfer protocol</a:t>
            </a:r>
          </a:p>
          <a:p>
            <a:pPr marL="342900" marR="0" lvl="0" indent="-34290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Web’</a:t>
            </a:r>
            <a:r>
              <a:rPr kumimoji="0" lang="en-US" altLang="ja-JP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 application-layer protocol</a:t>
            </a:r>
          </a:p>
          <a:p>
            <a:pPr marL="342900" marR="0" lvl="0" indent="-34290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client/server model:</a:t>
            </a:r>
          </a:p>
          <a:p>
            <a:pPr marL="685800" marR="0" lvl="1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client</a:t>
            </a: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: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browser that requests, receives, (using HTTP protocol) and </a:t>
            </a:r>
            <a:r>
              <a:rPr kumimoji="0" lang="ja-JP" altLang="en-US" sz="2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“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displays</a:t>
            </a:r>
            <a:r>
              <a:rPr kumimoji="0" lang="ja-JP" altLang="en-US" sz="2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”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Web objects </a:t>
            </a:r>
          </a:p>
          <a:p>
            <a:pPr marL="685800" marR="0" lvl="1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server: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Web server sends (using HTTP protocol) objects in response to requests</a:t>
            </a:r>
          </a:p>
          <a:p>
            <a:pPr marL="342900" marR="0" lvl="0" indent="-34290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grpSp>
        <p:nvGrpSpPr>
          <p:cNvPr id="75" name="Group 35">
            <a:extLst>
              <a:ext uri="{FF2B5EF4-FFF2-40B4-BE49-F238E27FC236}">
                <a16:creationId xmlns:a16="http://schemas.microsoft.com/office/drawing/2014/main" id="{9F18C3DA-1F75-254F-8252-0752283DD6D8}"/>
              </a:ext>
            </a:extLst>
          </p:cNvPr>
          <p:cNvGrpSpPr>
            <a:grpSpLocks/>
          </p:cNvGrpSpPr>
          <p:nvPr/>
        </p:nvGrpSpPr>
        <p:grpSpPr bwMode="auto">
          <a:xfrm>
            <a:off x="8129954" y="2391117"/>
            <a:ext cx="2101850" cy="946150"/>
            <a:chOff x="3640" y="1346"/>
            <a:chExt cx="1324" cy="596"/>
          </a:xfrm>
        </p:grpSpPr>
        <p:sp>
          <p:nvSpPr>
            <p:cNvPr id="76" name="Line 19">
              <a:extLst>
                <a:ext uri="{FF2B5EF4-FFF2-40B4-BE49-F238E27FC236}">
                  <a16:creationId xmlns:a16="http://schemas.microsoft.com/office/drawing/2014/main" id="{32A5B725-224A-8641-84D7-5E247267A8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0" y="1346"/>
              <a:ext cx="1324" cy="59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7" name="Text Box 24">
              <a:extLst>
                <a:ext uri="{FF2B5EF4-FFF2-40B4-BE49-F238E27FC236}">
                  <a16:creationId xmlns:a16="http://schemas.microsoft.com/office/drawing/2014/main" id="{AFF1AA49-1EC5-FD4D-A4C7-4E97FBE86C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22049">
              <a:off x="3860" y="1445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HTTP request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78" name="Group 36">
            <a:extLst>
              <a:ext uri="{FF2B5EF4-FFF2-40B4-BE49-F238E27FC236}">
                <a16:creationId xmlns:a16="http://schemas.microsoft.com/office/drawing/2014/main" id="{CCF7DC4F-F784-E14E-9279-0C9C13F3B891}"/>
              </a:ext>
            </a:extLst>
          </p:cNvPr>
          <p:cNvGrpSpPr>
            <a:grpSpLocks/>
          </p:cNvGrpSpPr>
          <p:nvPr/>
        </p:nvGrpSpPr>
        <p:grpSpPr bwMode="auto">
          <a:xfrm>
            <a:off x="8241079" y="2599080"/>
            <a:ext cx="1971675" cy="904875"/>
            <a:chOff x="4141" y="394"/>
            <a:chExt cx="1242" cy="570"/>
          </a:xfrm>
        </p:grpSpPr>
        <p:sp>
          <p:nvSpPr>
            <p:cNvPr id="79" name="Line 20">
              <a:extLst>
                <a:ext uri="{FF2B5EF4-FFF2-40B4-BE49-F238E27FC236}">
                  <a16:creationId xmlns:a16="http://schemas.microsoft.com/office/drawing/2014/main" id="{162E51BA-C1E2-004B-832B-C97F73DD43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41" y="394"/>
              <a:ext cx="1242" cy="57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" name="Text Box 26">
              <a:extLst>
                <a:ext uri="{FF2B5EF4-FFF2-40B4-BE49-F238E27FC236}">
                  <a16:creationId xmlns:a16="http://schemas.microsoft.com/office/drawing/2014/main" id="{8A281BFE-8385-CA42-BA62-2631AB1C4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11598">
              <a:off x="4304" y="706"/>
              <a:ext cx="10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HTTP response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1" name="Group 37">
            <a:extLst>
              <a:ext uri="{FF2B5EF4-FFF2-40B4-BE49-F238E27FC236}">
                <a16:creationId xmlns:a16="http://schemas.microsoft.com/office/drawing/2014/main" id="{75AC8EC6-FB97-154F-8581-1A51362C9E51}"/>
              </a:ext>
            </a:extLst>
          </p:cNvPr>
          <p:cNvGrpSpPr>
            <a:grpSpLocks/>
          </p:cNvGrpSpPr>
          <p:nvPr/>
        </p:nvGrpSpPr>
        <p:grpSpPr bwMode="auto">
          <a:xfrm rot="-3183056">
            <a:off x="8106142" y="3884955"/>
            <a:ext cx="2101850" cy="946150"/>
            <a:chOff x="3640" y="1346"/>
            <a:chExt cx="1324" cy="596"/>
          </a:xfrm>
        </p:grpSpPr>
        <p:sp>
          <p:nvSpPr>
            <p:cNvPr id="82" name="Line 19">
              <a:extLst>
                <a:ext uri="{FF2B5EF4-FFF2-40B4-BE49-F238E27FC236}">
                  <a16:creationId xmlns:a16="http://schemas.microsoft.com/office/drawing/2014/main" id="{69FABD09-8D01-A244-A69C-7220481CAE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0" y="1346"/>
              <a:ext cx="1324" cy="59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3" name="Text Box 24">
              <a:extLst>
                <a:ext uri="{FF2B5EF4-FFF2-40B4-BE49-F238E27FC236}">
                  <a16:creationId xmlns:a16="http://schemas.microsoft.com/office/drawing/2014/main" id="{96F64D17-51D6-0A4A-BDA6-07C403F43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22049">
              <a:off x="3860" y="1445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HTTP request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4" name="Group 40">
            <a:extLst>
              <a:ext uri="{FF2B5EF4-FFF2-40B4-BE49-F238E27FC236}">
                <a16:creationId xmlns:a16="http://schemas.microsoft.com/office/drawing/2014/main" id="{B9736B82-D8C5-DA43-B8F2-093DA6AB6E5D}"/>
              </a:ext>
            </a:extLst>
          </p:cNvPr>
          <p:cNvGrpSpPr>
            <a:grpSpLocks/>
          </p:cNvGrpSpPr>
          <p:nvPr/>
        </p:nvGrpSpPr>
        <p:grpSpPr bwMode="auto">
          <a:xfrm rot="-3264937">
            <a:off x="8152179" y="4124667"/>
            <a:ext cx="1971675" cy="904875"/>
            <a:chOff x="4141" y="394"/>
            <a:chExt cx="1242" cy="570"/>
          </a:xfrm>
        </p:grpSpPr>
        <p:sp>
          <p:nvSpPr>
            <p:cNvPr id="85" name="Line 20">
              <a:extLst>
                <a:ext uri="{FF2B5EF4-FFF2-40B4-BE49-F238E27FC236}">
                  <a16:creationId xmlns:a16="http://schemas.microsoft.com/office/drawing/2014/main" id="{1D55C3D5-A428-CC44-8B43-7C6CB47D04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41" y="394"/>
              <a:ext cx="1242" cy="57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Text Box 26">
              <a:extLst>
                <a:ext uri="{FF2B5EF4-FFF2-40B4-BE49-F238E27FC236}">
                  <a16:creationId xmlns:a16="http://schemas.microsoft.com/office/drawing/2014/main" id="{98847E99-AF68-1F43-AC46-9AD80D6458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11598">
              <a:off x="4304" y="706"/>
              <a:ext cx="10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HTTP response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67724E3-B9EF-784C-81CF-0208D90CEEBE}"/>
              </a:ext>
            </a:extLst>
          </p:cNvPr>
          <p:cNvGrpSpPr/>
          <p:nvPr/>
        </p:nvGrpSpPr>
        <p:grpSpPr>
          <a:xfrm>
            <a:off x="7046475" y="4540592"/>
            <a:ext cx="2210665" cy="1578194"/>
            <a:chOff x="7046475" y="4540592"/>
            <a:chExt cx="2210665" cy="1578194"/>
          </a:xfrm>
        </p:grpSpPr>
        <p:sp>
          <p:nvSpPr>
            <p:cNvPr id="74" name="Text Box 23">
              <a:extLst>
                <a:ext uri="{FF2B5EF4-FFF2-40B4-BE49-F238E27FC236}">
                  <a16:creationId xmlns:a16="http://schemas.microsoft.com/office/drawing/2014/main" id="{61B2A806-9EFC-9449-97BE-336492E830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6475" y="5472455"/>
              <a:ext cx="2210665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iPhone running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Safari browser</a:t>
              </a:r>
              <a:endPara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pic>
          <p:nvPicPr>
            <p:cNvPr id="87" name="Picture 43" descr="iphone_stylized_small">
              <a:extLst>
                <a:ext uri="{FF2B5EF4-FFF2-40B4-BE49-F238E27FC236}">
                  <a16:creationId xmlns:a16="http://schemas.microsoft.com/office/drawing/2014/main" id="{D1E934F1-FF6C-B341-A221-38110724AC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44179" y="4540592"/>
              <a:ext cx="382588" cy="917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5E3F8E5-5BB6-9F4D-BD7D-96E3FCFF937E}"/>
              </a:ext>
            </a:extLst>
          </p:cNvPr>
          <p:cNvGrpSpPr/>
          <p:nvPr/>
        </p:nvGrpSpPr>
        <p:grpSpPr>
          <a:xfrm>
            <a:off x="6584832" y="1722780"/>
            <a:ext cx="2270564" cy="1610628"/>
            <a:chOff x="6584832" y="1722780"/>
            <a:chExt cx="2270564" cy="1610628"/>
          </a:xfrm>
        </p:grpSpPr>
        <p:sp>
          <p:nvSpPr>
            <p:cNvPr id="72" name="Text Box 7">
              <a:extLst>
                <a:ext uri="{FF2B5EF4-FFF2-40B4-BE49-F238E27FC236}">
                  <a16:creationId xmlns:a16="http://schemas.microsoft.com/office/drawing/2014/main" id="{EE5DED9F-E1C4-F34D-899C-5E5BAFDADC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4832" y="2687077"/>
              <a:ext cx="227056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PC running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Firefox browser</a:t>
              </a:r>
              <a:endPara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88" name="Group 44">
              <a:extLst>
                <a:ext uri="{FF2B5EF4-FFF2-40B4-BE49-F238E27FC236}">
                  <a16:creationId xmlns:a16="http://schemas.microsoft.com/office/drawing/2014/main" id="{9EAD6FC3-A72E-8241-AA6C-FE53B680C4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9192" y="1722780"/>
              <a:ext cx="1066800" cy="1079500"/>
              <a:chOff x="-44" y="1473"/>
              <a:chExt cx="981" cy="1105"/>
            </a:xfrm>
          </p:grpSpPr>
          <p:pic>
            <p:nvPicPr>
              <p:cNvPr id="89" name="Picture 45" descr="desktop_computer_stylized_medium">
                <a:extLst>
                  <a:ext uri="{FF2B5EF4-FFF2-40B4-BE49-F238E27FC236}">
                    <a16:creationId xmlns:a16="http://schemas.microsoft.com/office/drawing/2014/main" id="{1ADDC1FA-6D07-3F4E-8F74-21843504B20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0" name="Freeform 46">
                <a:extLst>
                  <a:ext uri="{FF2B5EF4-FFF2-40B4-BE49-F238E27FC236}">
                    <a16:creationId xmlns:a16="http://schemas.microsoft.com/office/drawing/2014/main" id="{42A6104A-05E4-B94E-8AC8-1F8524B85F7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46FA54E-9DBE-BF46-9FA4-0BD5D56FE85D}"/>
              </a:ext>
            </a:extLst>
          </p:cNvPr>
          <p:cNvGrpSpPr/>
          <p:nvPr/>
        </p:nvGrpSpPr>
        <p:grpSpPr>
          <a:xfrm>
            <a:off x="9655810" y="2888005"/>
            <a:ext cx="2414547" cy="2197950"/>
            <a:chOff x="9655810" y="2888005"/>
            <a:chExt cx="2414547" cy="2197950"/>
          </a:xfrm>
        </p:grpSpPr>
        <p:sp>
          <p:nvSpPr>
            <p:cNvPr id="73" name="Text Box 9">
              <a:extLst>
                <a:ext uri="{FF2B5EF4-FFF2-40B4-BE49-F238E27FC236}">
                  <a16:creationId xmlns:a16="http://schemas.microsoft.com/office/drawing/2014/main" id="{1DB0406D-8424-A242-88CD-CF99DD0C82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55810" y="4162625"/>
              <a:ext cx="2414547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server running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Apache Web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server</a:t>
              </a:r>
              <a:endPara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1" name="Group 47">
              <a:extLst>
                <a:ext uri="{FF2B5EF4-FFF2-40B4-BE49-F238E27FC236}">
                  <a16:creationId xmlns:a16="http://schemas.microsoft.com/office/drawing/2014/main" id="{1578750D-9ADE-FF47-A035-3F58F7F95E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30217" y="2888005"/>
              <a:ext cx="695325" cy="1282700"/>
              <a:chOff x="4140" y="429"/>
              <a:chExt cx="1425" cy="2396"/>
            </a:xfrm>
          </p:grpSpPr>
          <p:sp>
            <p:nvSpPr>
              <p:cNvPr id="92" name="Freeform 48">
                <a:extLst>
                  <a:ext uri="{FF2B5EF4-FFF2-40B4-BE49-F238E27FC236}">
                    <a16:creationId xmlns:a16="http://schemas.microsoft.com/office/drawing/2014/main" id="{30FC1D0E-933E-6B40-9A42-0E97172384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3" name="Rectangle 49">
                <a:extLst>
                  <a:ext uri="{FF2B5EF4-FFF2-40B4-BE49-F238E27FC236}">
                    <a16:creationId xmlns:a16="http://schemas.microsoft.com/office/drawing/2014/main" id="{B5655423-6CF0-CD49-B3A9-063B782C1F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5" y="429"/>
                <a:ext cx="1048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4" name="Freeform 50">
                <a:extLst>
                  <a:ext uri="{FF2B5EF4-FFF2-40B4-BE49-F238E27FC236}">
                    <a16:creationId xmlns:a16="http://schemas.microsoft.com/office/drawing/2014/main" id="{A0AC0D67-FA58-B147-A1DC-191134726C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5" name="Freeform 51">
                <a:extLst>
                  <a:ext uri="{FF2B5EF4-FFF2-40B4-BE49-F238E27FC236}">
                    <a16:creationId xmlns:a16="http://schemas.microsoft.com/office/drawing/2014/main" id="{DE00B670-08D8-5142-A593-67DE6409B9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6" name="Rectangle 52">
                <a:extLst>
                  <a:ext uri="{FF2B5EF4-FFF2-40B4-BE49-F238E27FC236}">
                    <a16:creationId xmlns:a16="http://schemas.microsoft.com/office/drawing/2014/main" id="{C0F46C25-0562-1D41-A932-B4DCFBC60F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2" y="693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97" name="Group 53">
                <a:extLst>
                  <a:ext uri="{FF2B5EF4-FFF2-40B4-BE49-F238E27FC236}">
                    <a16:creationId xmlns:a16="http://schemas.microsoft.com/office/drawing/2014/main" id="{42D2ADD9-FBDF-B348-8727-B1428057A1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22" name="AutoShape 54">
                  <a:extLst>
                    <a:ext uri="{FF2B5EF4-FFF2-40B4-BE49-F238E27FC236}">
                      <a16:creationId xmlns:a16="http://schemas.microsoft.com/office/drawing/2014/main" id="{B3A024BC-0571-B343-B957-96A9956CB1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9"/>
                  <a:ext cx="727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23" name="AutoShape 55">
                  <a:extLst>
                    <a:ext uri="{FF2B5EF4-FFF2-40B4-BE49-F238E27FC236}">
                      <a16:creationId xmlns:a16="http://schemas.microsoft.com/office/drawing/2014/main" id="{BCE631BE-5109-0446-9778-CCBD1DF0A6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6"/>
                  <a:ext cx="694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98" name="Rectangle 56">
                <a:extLst>
                  <a:ext uri="{FF2B5EF4-FFF2-40B4-BE49-F238E27FC236}">
                    <a16:creationId xmlns:a16="http://schemas.microsoft.com/office/drawing/2014/main" id="{5D3DFADC-1C8D-AF4C-85AA-0F7A2C55C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99" name="Group 57">
                <a:extLst>
                  <a:ext uri="{FF2B5EF4-FFF2-40B4-BE49-F238E27FC236}">
                    <a16:creationId xmlns:a16="http://schemas.microsoft.com/office/drawing/2014/main" id="{C1D33EC1-1E29-8544-B98D-73191F02F7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20" name="AutoShape 58">
                  <a:extLst>
                    <a:ext uri="{FF2B5EF4-FFF2-40B4-BE49-F238E27FC236}">
                      <a16:creationId xmlns:a16="http://schemas.microsoft.com/office/drawing/2014/main" id="{82D153A1-613C-9C4E-A2C0-B1C929BC01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9"/>
                  <a:ext cx="723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21" name="AutoShape 59">
                  <a:extLst>
                    <a:ext uri="{FF2B5EF4-FFF2-40B4-BE49-F238E27FC236}">
                      <a16:creationId xmlns:a16="http://schemas.microsoft.com/office/drawing/2014/main" id="{F147FCC4-6131-8F44-A906-F0D80C4D72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2588"/>
                  <a:ext cx="690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00" name="Rectangle 60">
                <a:extLst>
                  <a:ext uri="{FF2B5EF4-FFF2-40B4-BE49-F238E27FC236}">
                    <a16:creationId xmlns:a16="http://schemas.microsoft.com/office/drawing/2014/main" id="{85C735FA-9571-F248-9BA5-6CDBDBE01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8" y="1357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1" name="Rectangle 61">
                <a:extLst>
                  <a:ext uri="{FF2B5EF4-FFF2-40B4-BE49-F238E27FC236}">
                    <a16:creationId xmlns:a16="http://schemas.microsoft.com/office/drawing/2014/main" id="{5812C6A4-3EC0-A249-9E63-F465275426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654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02" name="Group 62">
                <a:extLst>
                  <a:ext uri="{FF2B5EF4-FFF2-40B4-BE49-F238E27FC236}">
                    <a16:creationId xmlns:a16="http://schemas.microsoft.com/office/drawing/2014/main" id="{7E620A9B-CBE1-F240-88FD-5855746633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18" name="AutoShape 63">
                  <a:extLst>
                    <a:ext uri="{FF2B5EF4-FFF2-40B4-BE49-F238E27FC236}">
                      <a16:creationId xmlns:a16="http://schemas.microsoft.com/office/drawing/2014/main" id="{042898BA-1F4B-D343-83D2-32F6B871E1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9" name="AutoShape 64">
                  <a:extLst>
                    <a:ext uri="{FF2B5EF4-FFF2-40B4-BE49-F238E27FC236}">
                      <a16:creationId xmlns:a16="http://schemas.microsoft.com/office/drawing/2014/main" id="{43D7819E-9A5B-E741-ACC4-82E6487AE3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4"/>
                  <a:ext cx="693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03" name="Freeform 65">
                <a:extLst>
                  <a:ext uri="{FF2B5EF4-FFF2-40B4-BE49-F238E27FC236}">
                    <a16:creationId xmlns:a16="http://schemas.microsoft.com/office/drawing/2014/main" id="{7CC2BA69-A482-5D4B-8CA5-B5AC73726D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04" name="Group 66">
                <a:extLst>
                  <a:ext uri="{FF2B5EF4-FFF2-40B4-BE49-F238E27FC236}">
                    <a16:creationId xmlns:a16="http://schemas.microsoft.com/office/drawing/2014/main" id="{F21B3CA3-EDB9-ED4A-9790-00B6351372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16" name="AutoShape 67">
                  <a:extLst>
                    <a:ext uri="{FF2B5EF4-FFF2-40B4-BE49-F238E27FC236}">
                      <a16:creationId xmlns:a16="http://schemas.microsoft.com/office/drawing/2014/main" id="{9EDB1FCF-F653-F642-8D80-BF382D9E0C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7" name="AutoShape 68">
                  <a:extLst>
                    <a:ext uri="{FF2B5EF4-FFF2-40B4-BE49-F238E27FC236}">
                      <a16:creationId xmlns:a16="http://schemas.microsoft.com/office/drawing/2014/main" id="{609BFCAD-4861-EE43-8362-EA6C485563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3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05" name="Rectangle 69">
                <a:extLst>
                  <a:ext uri="{FF2B5EF4-FFF2-40B4-BE49-F238E27FC236}">
                    <a16:creationId xmlns:a16="http://schemas.microsoft.com/office/drawing/2014/main" id="{5D47278C-43D3-204F-86FD-15B202090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9" y="432"/>
                <a:ext cx="68" cy="228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6" name="Freeform 70">
                <a:extLst>
                  <a:ext uri="{FF2B5EF4-FFF2-40B4-BE49-F238E27FC236}">
                    <a16:creationId xmlns:a16="http://schemas.microsoft.com/office/drawing/2014/main" id="{C4685EB6-AA09-4243-9AED-1759E88D18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7" name="Freeform 71">
                <a:extLst>
                  <a:ext uri="{FF2B5EF4-FFF2-40B4-BE49-F238E27FC236}">
                    <a16:creationId xmlns:a16="http://schemas.microsoft.com/office/drawing/2014/main" id="{F8013113-6639-D746-8787-464D70E731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8" name="Oval 72">
                <a:extLst>
                  <a:ext uri="{FF2B5EF4-FFF2-40B4-BE49-F238E27FC236}">
                    <a16:creationId xmlns:a16="http://schemas.microsoft.com/office/drawing/2014/main" id="{BAF4B182-B231-9044-AFF9-C80B2E27F7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6" y="2611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9" name="Freeform 73">
                <a:extLst>
                  <a:ext uri="{FF2B5EF4-FFF2-40B4-BE49-F238E27FC236}">
                    <a16:creationId xmlns:a16="http://schemas.microsoft.com/office/drawing/2014/main" id="{5BF1720C-9B23-A442-9078-1CB2D3EAD1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0" name="AutoShape 74">
                <a:extLst>
                  <a:ext uri="{FF2B5EF4-FFF2-40B4-BE49-F238E27FC236}">
                    <a16:creationId xmlns:a16="http://schemas.microsoft.com/office/drawing/2014/main" id="{5C72D219-90B2-E948-8C51-2DF4C76E67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201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1" name="AutoShape 75">
                <a:extLst>
                  <a:ext uri="{FF2B5EF4-FFF2-40B4-BE49-F238E27FC236}">
                    <a16:creationId xmlns:a16="http://schemas.microsoft.com/office/drawing/2014/main" id="{83107432-CCDD-3F4A-A673-5C965AB662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5" y="2712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2" name="Oval 76">
                <a:extLst>
                  <a:ext uri="{FF2B5EF4-FFF2-40B4-BE49-F238E27FC236}">
                    <a16:creationId xmlns:a16="http://schemas.microsoft.com/office/drawing/2014/main" id="{93D83AE9-CB35-4043-B0A0-1FFA79087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3" name="Oval 77">
                <a:extLst>
                  <a:ext uri="{FF2B5EF4-FFF2-40B4-BE49-F238E27FC236}">
                    <a16:creationId xmlns:a16="http://schemas.microsoft.com/office/drawing/2014/main" id="{C8BA1D5C-380B-5844-9DFE-FB0350399A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5" y="2383"/>
                <a:ext cx="163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14" name="Oval 78">
                <a:extLst>
                  <a:ext uri="{FF2B5EF4-FFF2-40B4-BE49-F238E27FC236}">
                    <a16:creationId xmlns:a16="http://schemas.microsoft.com/office/drawing/2014/main" id="{EF0EACD3-D07B-0F4F-BB94-4F2D63912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0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" name="Rectangle 79">
                <a:extLst>
                  <a:ext uri="{FF2B5EF4-FFF2-40B4-BE49-F238E27FC236}">
                    <a16:creationId xmlns:a16="http://schemas.microsoft.com/office/drawing/2014/main" id="{C545DB8D-EFCD-9A46-858D-A246B93C7B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5"/>
                <a:ext cx="88" cy="76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59" name="Slide Number Placeholder 2">
            <a:extLst>
              <a:ext uri="{FF2B5EF4-FFF2-40B4-BE49-F238E27FC236}">
                <a16:creationId xmlns:a16="http://schemas.microsoft.com/office/drawing/2014/main" id="{C473C8CC-FB59-904B-86D0-BFB6A61402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4433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overview (continued)</a:t>
            </a:r>
            <a:endParaRPr lang="en-US" sz="4400" dirty="0"/>
          </a:p>
        </p:txBody>
      </p:sp>
      <p:sp>
        <p:nvSpPr>
          <p:cNvPr id="64" name="Rectangle 3">
            <a:extLst>
              <a:ext uri="{FF2B5EF4-FFF2-40B4-BE49-F238E27FC236}">
                <a16:creationId xmlns:a16="http://schemas.microsoft.com/office/drawing/2014/main" id="{FA4476ED-595B-8542-B50D-C134553D5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614" y="1548630"/>
            <a:ext cx="5551487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0"/>
              <a:buNone/>
              <a:tabLst/>
              <a:defRPr/>
            </a:pPr>
            <a:r>
              <a:rPr kumimoji="0" lang="en-US" sz="32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charset="0"/>
              </a:rPr>
              <a:t>HTTP uses TCP:</a:t>
            </a:r>
          </a:p>
          <a:p>
            <a:pPr marL="233363" marR="0" lvl="0" indent="-2333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</a:rPr>
              <a:t>client initiates TCP connection (creates socket) to server,  port 80</a:t>
            </a:r>
          </a:p>
          <a:p>
            <a:pPr marL="233363" marR="0" lvl="0" indent="-2333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</a:rPr>
              <a:t>server accepts TCP connection from client</a:t>
            </a:r>
          </a:p>
          <a:p>
            <a:pPr marL="233363" marR="0" lvl="0" indent="-2333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</a:rPr>
              <a:t>HTTP messages (application-layer protocol messages) exchanged between browser (HTTP client) and Web server (HTTP server)</a:t>
            </a:r>
          </a:p>
          <a:p>
            <a:pPr marL="233363" marR="0" lvl="0" indent="-2333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</a:rPr>
              <a:t>TCP connection closed</a:t>
            </a:r>
          </a:p>
        </p:txBody>
      </p:sp>
      <p:sp>
        <p:nvSpPr>
          <p:cNvPr id="65" name="Rectangle 4">
            <a:extLst>
              <a:ext uri="{FF2B5EF4-FFF2-40B4-BE49-F238E27FC236}">
                <a16:creationId xmlns:a16="http://schemas.microsoft.com/office/drawing/2014/main" id="{1CC4B9E5-1262-0749-B776-9A1B21976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9801" y="1582098"/>
            <a:ext cx="5053013" cy="1705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rPr>
              <a:t>HTTP is “</a:t>
            </a:r>
            <a:r>
              <a:rPr kumimoji="0" lang="en-US" altLang="ja-JP" sz="32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rPr>
              <a:t>stateless”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rPr>
              <a:t>server maintains</a:t>
            </a: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rPr>
              <a:t> no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rPr>
              <a:t>information about past client requests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594DB0D-84CB-6F41-9F45-5FA35ED2C87F}"/>
              </a:ext>
            </a:extLst>
          </p:cNvPr>
          <p:cNvGrpSpPr/>
          <p:nvPr/>
        </p:nvGrpSpPr>
        <p:grpSpPr>
          <a:xfrm>
            <a:off x="6909802" y="3209500"/>
            <a:ext cx="5053013" cy="3248103"/>
            <a:chOff x="6909802" y="3209500"/>
            <a:chExt cx="5053013" cy="3248103"/>
          </a:xfrm>
        </p:grpSpPr>
        <p:sp>
          <p:nvSpPr>
            <p:cNvPr id="63" name="Rectangle 9">
              <a:extLst>
                <a:ext uri="{FF2B5EF4-FFF2-40B4-BE49-F238E27FC236}">
                  <a16:creationId xmlns:a16="http://schemas.microsoft.com/office/drawing/2014/main" id="{74F3501A-F7F5-FD47-A745-1E00F8869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86403" y="3383184"/>
              <a:ext cx="828675" cy="295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4" name="Rectangle 7">
              <a:extLst>
                <a:ext uri="{FF2B5EF4-FFF2-40B4-BE49-F238E27FC236}">
                  <a16:creationId xmlns:a16="http://schemas.microsoft.com/office/drawing/2014/main" id="{21466037-84B8-2C47-8046-BD516C96C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9802" y="3449212"/>
              <a:ext cx="5053013" cy="284797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5" name="Rectangle 9">
              <a:extLst>
                <a:ext uri="{FF2B5EF4-FFF2-40B4-BE49-F238E27FC236}">
                  <a16:creationId xmlns:a16="http://schemas.microsoft.com/office/drawing/2014/main" id="{132EE02F-99A4-C148-8E27-84A38CF87F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5878" y="3287287"/>
              <a:ext cx="828675" cy="295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6" name="Rectangle 6">
              <a:extLst>
                <a:ext uri="{FF2B5EF4-FFF2-40B4-BE49-F238E27FC236}">
                  <a16:creationId xmlns:a16="http://schemas.microsoft.com/office/drawing/2014/main" id="{64A41E8B-84D6-BE48-B3C9-3F388FD9B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8987" y="3609628"/>
              <a:ext cx="4565333" cy="284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protocols that maintain “</a:t>
              </a:r>
              <a:r>
                <a:rPr kumimoji="0" lang="en-US" altLang="ja-JP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state” are complex!</a:t>
              </a:r>
            </a:p>
            <a:p>
              <a:pPr marL="230188" marR="0" lvl="0" indent="-230188" algn="l" defTabSz="914400" rtl="0" eaLnBrk="0" fontAlgn="base" latinLnBrk="0" hangingPunct="0">
                <a:lnSpc>
                  <a:spcPct val="9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past history (state) must be maintained</a:t>
              </a:r>
            </a:p>
            <a:p>
              <a:pPr marL="230188" marR="0" lvl="0" indent="-230188" algn="l" defTabSz="914400" rtl="0" eaLnBrk="0" fontAlgn="base" latinLnBrk="0" hangingPunct="0">
                <a:lnSpc>
                  <a:spcPct val="9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if server/client crashes, their views of “</a:t>
              </a:r>
              <a:r>
                <a:rPr kumimoji="0" lang="en-US" altLang="ja-JP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state” may be inconsistent, must be reconciled</a:t>
              </a:r>
            </a:p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Char char="r"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7" name="Text Box 8">
              <a:extLst>
                <a:ext uri="{FF2B5EF4-FFF2-40B4-BE49-F238E27FC236}">
                  <a16:creationId xmlns:a16="http://schemas.microsoft.com/office/drawing/2014/main" id="{ADCE3EE0-3E4E-7741-A055-6E85996050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6532" y="3209500"/>
              <a:ext cx="94609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aside</a:t>
              </a:r>
            </a:p>
          </p:txBody>
        </p:sp>
      </p:grp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F43C0D7C-054F-1B4F-AC91-25A09EF99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6131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request </a:t>
            </a:r>
            <a:r>
              <a:rPr lang="en-US" altLang="en-US" dirty="0">
                <a:cs typeface="Calibri" panose="020F0502020204030204" pitchFamily="34" charset="0"/>
              </a:rPr>
              <a:t>m</a:t>
            </a:r>
            <a:r>
              <a:rPr lang="en-US" altLang="en-US" sz="4400" dirty="0">
                <a:cs typeface="Calibri" panose="020F0502020204030204" pitchFamily="34" charset="0"/>
              </a:rPr>
              <a:t>essage</a:t>
            </a:r>
            <a:endParaRPr lang="en-US" sz="440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21ECE79-BBE4-B646-A84C-F451AD02B983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1444625"/>
            <a:ext cx="11658600" cy="142920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two types of HTTP messages: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request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,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response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 request message: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ASCII (human-readable format)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9D189007-4005-564E-B421-909E89E9E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677" y="4189643"/>
            <a:ext cx="1071127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header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lines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" name="Text Box 16">
            <a:extLst>
              <a:ext uri="{FF2B5EF4-FFF2-40B4-BE49-F238E27FC236}">
                <a16:creationId xmlns:a16="http://schemas.microsoft.com/office/drawing/2014/main" id="{BFD47085-0DF5-F849-923F-6D72DB7EB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046" y="3323999"/>
            <a:ext cx="7921878" cy="2342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GET /index.html HTTP/1.1\r\n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Host: www-net.cs.umass.edu\r\n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User-Agent: Mozilla/5.0 (Macintosh; Intel Mac OS X 10.15; rv:80.0) Gecko/20100101 Firefox/80.0 \r\n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Accept: text/html,application/xhtml+xml\r\n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Accept-Language: en-us,en;q=0.5\r\n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Accept-Encoding: gzip,deflate\r\n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Connection: keep-alive\r\n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\r\n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C8212B-5FF3-1B41-8A79-6C4F774EA6B6}"/>
              </a:ext>
            </a:extLst>
          </p:cNvPr>
          <p:cNvGrpSpPr/>
          <p:nvPr/>
        </p:nvGrpSpPr>
        <p:grpSpPr>
          <a:xfrm>
            <a:off x="7524296" y="2623511"/>
            <a:ext cx="2834575" cy="849313"/>
            <a:chOff x="7524296" y="2554061"/>
            <a:chExt cx="2834575" cy="849313"/>
          </a:xfrm>
        </p:grpSpPr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3F48C300-763A-B54F-B0A7-01186DC913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24296" y="2841399"/>
              <a:ext cx="166688" cy="514350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6AE4689D-D5B0-114C-898E-652FE11462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75096" y="2554061"/>
              <a:ext cx="278377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carriage return character</a:t>
              </a:r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BF17A6F8-488B-914D-8FD5-D0101F59C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7496" y="2850924"/>
              <a:ext cx="21493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line-feed character</a:t>
              </a:r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36550CDC-D06A-104F-8EAA-1F14B32B7A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05284" y="3150961"/>
              <a:ext cx="80962" cy="252413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D1DA586-D2C5-594D-BC4F-D63F85BDFA27}"/>
              </a:ext>
            </a:extLst>
          </p:cNvPr>
          <p:cNvGrpSpPr/>
          <p:nvPr/>
        </p:nvGrpSpPr>
        <p:grpSpPr>
          <a:xfrm>
            <a:off x="304572" y="3050979"/>
            <a:ext cx="3691165" cy="830997"/>
            <a:chOff x="304572" y="3050979"/>
            <a:chExt cx="3691165" cy="830997"/>
          </a:xfrm>
        </p:grpSpPr>
        <p:sp>
          <p:nvSpPr>
            <p:cNvPr id="10" name="Text Box 5">
              <a:extLst>
                <a:ext uri="{FF2B5EF4-FFF2-40B4-BE49-F238E27FC236}">
                  <a16:creationId xmlns:a16="http://schemas.microsoft.com/office/drawing/2014/main" id="{B6C3DB56-846D-8E43-9453-A014201ECC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572" y="3050979"/>
              <a:ext cx="3163155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request line (GET, POST,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HEAD commands)</a:t>
              </a: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1EF472D7-7102-3D4F-8FB9-8F68234EDD8D}"/>
                </a:ext>
              </a:extLst>
            </p:cNvPr>
            <p:cNvCxnSpPr>
              <a:cxnSpLocks/>
            </p:cNvCxnSpPr>
            <p:nvPr/>
          </p:nvCxnSpPr>
          <p:spPr>
            <a:xfrm>
              <a:off x="2558822" y="3471412"/>
              <a:ext cx="1436915" cy="0"/>
            </a:xfrm>
            <a:prstGeom prst="straightConnector1">
              <a:avLst/>
            </a:prstGeom>
            <a:ln w="19050">
              <a:solidFill>
                <a:srgbClr val="0000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7CEE239-9E6A-4845-9F03-74B240F246F8}"/>
              </a:ext>
            </a:extLst>
          </p:cNvPr>
          <p:cNvGrpSpPr/>
          <p:nvPr/>
        </p:nvGrpSpPr>
        <p:grpSpPr>
          <a:xfrm>
            <a:off x="743905" y="5548787"/>
            <a:ext cx="7763054" cy="1145473"/>
            <a:chOff x="743905" y="5548787"/>
            <a:chExt cx="7763054" cy="1145473"/>
          </a:xfrm>
        </p:grpSpPr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6CA9B985-18B2-6347-8689-E6656C0254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9984" y="5710011"/>
              <a:ext cx="511175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Text Box 11">
              <a:extLst>
                <a:ext uri="{FF2B5EF4-FFF2-40B4-BE49-F238E27FC236}">
                  <a16:creationId xmlns:a16="http://schemas.microsoft.com/office/drawing/2014/main" id="{DED6E2F1-61E7-E241-8E2D-ADEC5E8A80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905" y="5548787"/>
              <a:ext cx="2771636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carriage return, line feed at start of line indicates end of header lines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" name="TextBox 1">
              <a:extLst>
                <a:ext uri="{FF2B5EF4-FFF2-40B4-BE49-F238E27FC236}">
                  <a16:creationId xmlns:a16="http://schemas.microsoft.com/office/drawing/2014/main" id="{EF5DEF07-DC95-F343-B9CA-F9BD40638A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0046" y="6171973"/>
              <a:ext cx="4506913" cy="522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* Check out the online interactive exercises for more examples: h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ttp://gaia.cs.umass.edu/kurose_ross/interactive/</a:t>
              </a:r>
            </a:p>
          </p:txBody>
        </p:sp>
      </p:grpSp>
      <p:sp>
        <p:nvSpPr>
          <p:cNvPr id="5" name="Left Brace 4">
            <a:extLst>
              <a:ext uri="{FF2B5EF4-FFF2-40B4-BE49-F238E27FC236}">
                <a16:creationId xmlns:a16="http://schemas.microsoft.com/office/drawing/2014/main" id="{36B9FB67-1AD8-6146-8926-BFEB803718A3}"/>
              </a:ext>
            </a:extLst>
          </p:cNvPr>
          <p:cNvSpPr/>
          <p:nvPr/>
        </p:nvSpPr>
        <p:spPr>
          <a:xfrm>
            <a:off x="3812583" y="3704095"/>
            <a:ext cx="217442" cy="1797803"/>
          </a:xfrm>
          <a:prstGeom prst="leftBrace">
            <a:avLst/>
          </a:prstGeom>
          <a:ln w="19050">
            <a:solidFill>
              <a:srgbClr val="0000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809E13-4068-2140-8EEF-80CD03B5F69C}"/>
              </a:ext>
            </a:extLst>
          </p:cNvPr>
          <p:cNvSpPr/>
          <p:nvPr/>
        </p:nvSpPr>
        <p:spPr>
          <a:xfrm>
            <a:off x="4019515" y="3331027"/>
            <a:ext cx="6620718" cy="30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D7502B-9EA4-9D49-A251-DB91BDC6BB3C}"/>
              </a:ext>
            </a:extLst>
          </p:cNvPr>
          <p:cNvSpPr/>
          <p:nvPr/>
        </p:nvSpPr>
        <p:spPr>
          <a:xfrm>
            <a:off x="2726871" y="3599519"/>
            <a:ext cx="8392886" cy="19685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Slide Number Placeholder 2">
            <a:extLst>
              <a:ext uri="{FF2B5EF4-FFF2-40B4-BE49-F238E27FC236}">
                <a16:creationId xmlns:a16="http://schemas.microsoft.com/office/drawing/2014/main" id="{C3381709-4DCC-204B-A742-66F4884C7A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8584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HTTP request message: general format</a:t>
            </a:r>
            <a:endParaRPr lang="en-US" sz="4400" dirty="0"/>
          </a:p>
        </p:txBody>
      </p:sp>
      <p:sp>
        <p:nvSpPr>
          <p:cNvPr id="22" name="Text Box 9">
            <a:extLst>
              <a:ext uri="{FF2B5EF4-FFF2-40B4-BE49-F238E27FC236}">
                <a16:creationId xmlns:a16="http://schemas.microsoft.com/office/drawing/2014/main" id="{CAB95007-032C-1849-B460-3E4D66901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4472" y="1752600"/>
            <a:ext cx="1030287" cy="641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request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line</a:t>
            </a:r>
          </a:p>
        </p:txBody>
      </p:sp>
      <p:sp>
        <p:nvSpPr>
          <p:cNvPr id="23" name="Text Box 11">
            <a:extLst>
              <a:ext uri="{FF2B5EF4-FFF2-40B4-BE49-F238E27FC236}">
                <a16:creationId xmlns:a16="http://schemas.microsoft.com/office/drawing/2014/main" id="{0CB38CB5-45F7-C847-AE71-4F4C5B6FD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709" y="2768600"/>
            <a:ext cx="974725" cy="641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header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lines</a:t>
            </a: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E645219C-0302-5E46-AE15-64BD65153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5534" y="2338387"/>
            <a:ext cx="346075" cy="1819275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CAFB1EEC-4EBF-6E41-B9CB-E4B01F156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2184" y="2287587"/>
            <a:ext cx="290513" cy="2017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009CBE09-CA75-A245-B675-9042959F1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0484" y="4394200"/>
            <a:ext cx="712788" cy="1216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" name="Text Box 16">
            <a:extLst>
              <a:ext uri="{FF2B5EF4-FFF2-40B4-BE49-F238E27FC236}">
                <a16:creationId xmlns:a16="http://schemas.microsoft.com/office/drawing/2014/main" id="{548D8BC5-234B-1340-9AE4-2B7B4CCDF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1297" y="4959350"/>
            <a:ext cx="735012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body</a:t>
            </a:r>
          </a:p>
        </p:txBody>
      </p:sp>
      <p:sp>
        <p:nvSpPr>
          <p:cNvPr id="28" name="Rectangle 20">
            <a:extLst>
              <a:ext uri="{FF2B5EF4-FFF2-40B4-BE49-F238E27FC236}">
                <a16:creationId xmlns:a16="http://schemas.microsoft.com/office/drawing/2014/main" id="{8BE22D39-29E3-DB4E-8BB7-B366225B4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9934" y="1789112"/>
            <a:ext cx="5638800" cy="44608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9" name="Line 22">
            <a:extLst>
              <a:ext uri="{FF2B5EF4-FFF2-40B4-BE49-F238E27FC236}">
                <a16:creationId xmlns:a16="http://schemas.microsoft.com/office/drawing/2014/main" id="{E517253E-A702-9F4B-B692-C2D297AE8C5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8034" y="1792287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Line 23">
            <a:extLst>
              <a:ext uri="{FF2B5EF4-FFF2-40B4-BE49-F238E27FC236}">
                <a16:creationId xmlns:a16="http://schemas.microsoft.com/office/drawing/2014/main" id="{9A3ED2FB-B252-C14F-B645-419D36E7F2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2534" y="1792287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Line 24">
            <a:extLst>
              <a:ext uri="{FF2B5EF4-FFF2-40B4-BE49-F238E27FC236}">
                <a16:creationId xmlns:a16="http://schemas.microsoft.com/office/drawing/2014/main" id="{B2B62443-11E1-2B43-9DCA-4AE37C7E46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0634" y="1792287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Line 25">
            <a:extLst>
              <a:ext uri="{FF2B5EF4-FFF2-40B4-BE49-F238E27FC236}">
                <a16:creationId xmlns:a16="http://schemas.microsoft.com/office/drawing/2014/main" id="{04CD6AC7-3A8A-D448-ACDB-A1CAAAE4584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6084" y="1785937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Line 26">
            <a:extLst>
              <a:ext uri="{FF2B5EF4-FFF2-40B4-BE49-F238E27FC236}">
                <a16:creationId xmlns:a16="http://schemas.microsoft.com/office/drawing/2014/main" id="{116D6361-9C6F-384A-940A-DBEE668B173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7834" y="1792287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Line 27">
            <a:extLst>
              <a:ext uri="{FF2B5EF4-FFF2-40B4-BE49-F238E27FC236}">
                <a16:creationId xmlns:a16="http://schemas.microsoft.com/office/drawing/2014/main" id="{66F44111-14E6-9047-91A5-35A207202184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5984" y="1792287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 Box 28">
            <a:extLst>
              <a:ext uri="{FF2B5EF4-FFF2-40B4-BE49-F238E27FC236}">
                <a16:creationId xmlns:a16="http://schemas.microsoft.com/office/drawing/2014/main" id="{101CD148-0CB6-B64C-B622-686BDB7E05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3759" y="1816100"/>
            <a:ext cx="1030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method</a:t>
            </a:r>
          </a:p>
        </p:txBody>
      </p:sp>
      <p:sp>
        <p:nvSpPr>
          <p:cNvPr id="36" name="Text Box 29">
            <a:extLst>
              <a:ext uri="{FF2B5EF4-FFF2-40B4-BE49-F238E27FC236}">
                <a16:creationId xmlns:a16="http://schemas.microsoft.com/office/drawing/2014/main" id="{803519B0-4DBB-0446-BBAE-FAAA993CE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5809" y="1797050"/>
            <a:ext cx="452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sp</a:t>
            </a:r>
          </a:p>
        </p:txBody>
      </p:sp>
      <p:sp>
        <p:nvSpPr>
          <p:cNvPr id="37" name="Text Box 30">
            <a:extLst>
              <a:ext uri="{FF2B5EF4-FFF2-40B4-BE49-F238E27FC236}">
                <a16:creationId xmlns:a16="http://schemas.microsoft.com/office/drawing/2014/main" id="{2AE14B96-40BF-C44D-B226-47487039E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1109" y="1803400"/>
            <a:ext cx="452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sp</a:t>
            </a:r>
          </a:p>
        </p:txBody>
      </p:sp>
      <p:sp>
        <p:nvSpPr>
          <p:cNvPr id="38" name="Text Box 31">
            <a:extLst>
              <a:ext uri="{FF2B5EF4-FFF2-40B4-BE49-F238E27FC236}">
                <a16:creationId xmlns:a16="http://schemas.microsoft.com/office/drawing/2014/main" id="{499F11E0-2AAF-FC46-939A-844BDA8F3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709" y="1809750"/>
            <a:ext cx="403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cr</a:t>
            </a:r>
          </a:p>
        </p:txBody>
      </p:sp>
      <p:sp>
        <p:nvSpPr>
          <p:cNvPr id="39" name="Text Box 32">
            <a:extLst>
              <a:ext uri="{FF2B5EF4-FFF2-40B4-BE49-F238E27FC236}">
                <a16:creationId xmlns:a16="http://schemas.microsoft.com/office/drawing/2014/main" id="{74D4C75B-57F6-FC40-A95F-1EA89717E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609" y="1820862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lf</a:t>
            </a:r>
          </a:p>
        </p:txBody>
      </p:sp>
      <p:sp>
        <p:nvSpPr>
          <p:cNvPr id="40" name="Text Box 33">
            <a:extLst>
              <a:ext uri="{FF2B5EF4-FFF2-40B4-BE49-F238E27FC236}">
                <a16:creationId xmlns:a16="http://schemas.microsoft.com/office/drawing/2014/main" id="{D3CF33E6-800C-C34A-9A2F-34E6C60D7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1659" y="1803400"/>
            <a:ext cx="1003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version</a:t>
            </a:r>
          </a:p>
        </p:txBody>
      </p:sp>
      <p:sp>
        <p:nvSpPr>
          <p:cNvPr id="41" name="Text Box 34">
            <a:extLst>
              <a:ext uri="{FF2B5EF4-FFF2-40B4-BE49-F238E27FC236}">
                <a16:creationId xmlns:a16="http://schemas.microsoft.com/office/drawing/2014/main" id="{064EF9BF-C55B-3041-B970-830A38934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6059" y="1816100"/>
            <a:ext cx="6937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URL</a:t>
            </a:r>
          </a:p>
        </p:txBody>
      </p:sp>
      <p:grpSp>
        <p:nvGrpSpPr>
          <p:cNvPr id="42" name="Group 45">
            <a:extLst>
              <a:ext uri="{FF2B5EF4-FFF2-40B4-BE49-F238E27FC236}">
                <a16:creationId xmlns:a16="http://schemas.microsoft.com/office/drawing/2014/main" id="{BF6F8085-A891-0844-94E6-578F3AFB50F3}"/>
              </a:ext>
            </a:extLst>
          </p:cNvPr>
          <p:cNvGrpSpPr>
            <a:grpSpLocks/>
          </p:cNvGrpSpPr>
          <p:nvPr/>
        </p:nvGrpSpPr>
        <p:grpSpPr bwMode="auto">
          <a:xfrm>
            <a:off x="2879934" y="2233612"/>
            <a:ext cx="4565650" cy="446088"/>
            <a:chOff x="192" y="1894"/>
            <a:chExt cx="2876" cy="281"/>
          </a:xfrm>
        </p:grpSpPr>
        <p:sp>
          <p:nvSpPr>
            <p:cNvPr id="43" name="Rectangle 35">
              <a:extLst>
                <a:ext uri="{FF2B5EF4-FFF2-40B4-BE49-F238E27FC236}">
                  <a16:creationId xmlns:a16="http://schemas.microsoft.com/office/drawing/2014/main" id="{37CAD855-2626-9B4A-87B5-BBFB2178C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894"/>
              <a:ext cx="2876" cy="2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" name="Line 36">
              <a:extLst>
                <a:ext uri="{FF2B5EF4-FFF2-40B4-BE49-F238E27FC236}">
                  <a16:creationId xmlns:a16="http://schemas.microsoft.com/office/drawing/2014/main" id="{3882514C-0ADC-584D-AAA4-E4882A2DEA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0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Line 37">
              <a:extLst>
                <a:ext uri="{FF2B5EF4-FFF2-40B4-BE49-F238E27FC236}">
                  <a16:creationId xmlns:a16="http://schemas.microsoft.com/office/drawing/2014/main" id="{688D6AB7-0894-2D4A-9EE3-CF8BFFA306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2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6" name="Line 39">
              <a:extLst>
                <a:ext uri="{FF2B5EF4-FFF2-40B4-BE49-F238E27FC236}">
                  <a16:creationId xmlns:a16="http://schemas.microsoft.com/office/drawing/2014/main" id="{8B2EC183-EB51-C64D-B126-461EEABB1E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" name="Line 40">
              <a:extLst>
                <a:ext uri="{FF2B5EF4-FFF2-40B4-BE49-F238E27FC236}">
                  <a16:creationId xmlns:a16="http://schemas.microsoft.com/office/drawing/2014/main" id="{4DE50D57-00F5-134E-8F40-FDF9648315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4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" name="Text Box 41">
              <a:extLst>
                <a:ext uri="{FF2B5EF4-FFF2-40B4-BE49-F238E27FC236}">
                  <a16:creationId xmlns:a16="http://schemas.microsoft.com/office/drawing/2014/main" id="{54D07A27-F429-7046-9310-3A09B05FC6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8" y="1907"/>
              <a:ext cx="25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</a:t>
              </a:r>
            </a:p>
          </p:txBody>
        </p:sp>
        <p:sp>
          <p:nvSpPr>
            <p:cNvPr id="49" name="Text Box 42">
              <a:extLst>
                <a:ext uri="{FF2B5EF4-FFF2-40B4-BE49-F238E27FC236}">
                  <a16:creationId xmlns:a16="http://schemas.microsoft.com/office/drawing/2014/main" id="{C2EDB89B-2549-D34E-89E0-D083A1B07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4" y="1914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lf</a:t>
              </a:r>
            </a:p>
          </p:txBody>
        </p:sp>
        <p:sp>
          <p:nvSpPr>
            <p:cNvPr id="50" name="Text Box 43">
              <a:extLst>
                <a:ext uri="{FF2B5EF4-FFF2-40B4-BE49-F238E27FC236}">
                  <a16:creationId xmlns:a16="http://schemas.microsoft.com/office/drawing/2014/main" id="{C7C20190-6015-D24C-8172-D12AE7AC2A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2" y="1895"/>
              <a:ext cx="4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value</a:t>
              </a:r>
            </a:p>
          </p:txBody>
        </p:sp>
        <p:sp>
          <p:nvSpPr>
            <p:cNvPr id="51" name="Text Box 44">
              <a:extLst>
                <a:ext uri="{FF2B5EF4-FFF2-40B4-BE49-F238E27FC236}">
                  <a16:creationId xmlns:a16="http://schemas.microsoft.com/office/drawing/2014/main" id="{9D74CC94-6309-9D4E-AC17-7834303D29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" y="1903"/>
              <a:ext cx="13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header field name</a:t>
              </a:r>
            </a:p>
          </p:txBody>
        </p:sp>
      </p:grpSp>
      <p:grpSp>
        <p:nvGrpSpPr>
          <p:cNvPr id="52" name="Group 46">
            <a:extLst>
              <a:ext uri="{FF2B5EF4-FFF2-40B4-BE49-F238E27FC236}">
                <a16:creationId xmlns:a16="http://schemas.microsoft.com/office/drawing/2014/main" id="{F763EEE1-8E7B-574B-9B12-C02141AD6CEE}"/>
              </a:ext>
            </a:extLst>
          </p:cNvPr>
          <p:cNvGrpSpPr>
            <a:grpSpLocks/>
          </p:cNvGrpSpPr>
          <p:nvPr/>
        </p:nvGrpSpPr>
        <p:grpSpPr bwMode="auto">
          <a:xfrm>
            <a:off x="2876759" y="3709987"/>
            <a:ext cx="4565650" cy="446088"/>
            <a:chOff x="192" y="1894"/>
            <a:chExt cx="2876" cy="281"/>
          </a:xfrm>
        </p:grpSpPr>
        <p:sp>
          <p:nvSpPr>
            <p:cNvPr id="53" name="Rectangle 47">
              <a:extLst>
                <a:ext uri="{FF2B5EF4-FFF2-40B4-BE49-F238E27FC236}">
                  <a16:creationId xmlns:a16="http://schemas.microsoft.com/office/drawing/2014/main" id="{03037660-A975-AC41-9666-AFCCB3A0B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894"/>
              <a:ext cx="2876" cy="2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4" name="Line 48">
              <a:extLst>
                <a:ext uri="{FF2B5EF4-FFF2-40B4-BE49-F238E27FC236}">
                  <a16:creationId xmlns:a16="http://schemas.microsoft.com/office/drawing/2014/main" id="{7DAB01D5-4A4C-0848-8E97-EACA6A36C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0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Line 49">
              <a:extLst>
                <a:ext uri="{FF2B5EF4-FFF2-40B4-BE49-F238E27FC236}">
                  <a16:creationId xmlns:a16="http://schemas.microsoft.com/office/drawing/2014/main" id="{12F13F26-AF12-FB44-9B51-D0B6944C6D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2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6" name="Line 50">
              <a:extLst>
                <a:ext uri="{FF2B5EF4-FFF2-40B4-BE49-F238E27FC236}">
                  <a16:creationId xmlns:a16="http://schemas.microsoft.com/office/drawing/2014/main" id="{781CA89B-E86B-F843-A1BF-431E567922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7" name="Line 51">
              <a:extLst>
                <a:ext uri="{FF2B5EF4-FFF2-40B4-BE49-F238E27FC236}">
                  <a16:creationId xmlns:a16="http://schemas.microsoft.com/office/drawing/2014/main" id="{74911CA3-EBEB-B142-B4CE-F45E577120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4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8" name="Text Box 52">
              <a:extLst>
                <a:ext uri="{FF2B5EF4-FFF2-40B4-BE49-F238E27FC236}">
                  <a16:creationId xmlns:a16="http://schemas.microsoft.com/office/drawing/2014/main" id="{D0CB791B-5400-C244-A515-F158CF9A23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8" y="1907"/>
              <a:ext cx="25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</a:t>
              </a:r>
            </a:p>
          </p:txBody>
        </p:sp>
        <p:sp>
          <p:nvSpPr>
            <p:cNvPr id="59" name="Text Box 53">
              <a:extLst>
                <a:ext uri="{FF2B5EF4-FFF2-40B4-BE49-F238E27FC236}">
                  <a16:creationId xmlns:a16="http://schemas.microsoft.com/office/drawing/2014/main" id="{E5D6E821-F80C-7046-BF97-7FA229C97D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4" y="1914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lf</a:t>
              </a:r>
            </a:p>
          </p:txBody>
        </p:sp>
        <p:sp>
          <p:nvSpPr>
            <p:cNvPr id="60" name="Text Box 54">
              <a:extLst>
                <a:ext uri="{FF2B5EF4-FFF2-40B4-BE49-F238E27FC236}">
                  <a16:creationId xmlns:a16="http://schemas.microsoft.com/office/drawing/2014/main" id="{5F6B0327-AD11-4545-B4F6-735084B855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2" y="1895"/>
              <a:ext cx="4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value</a:t>
              </a:r>
            </a:p>
          </p:txBody>
        </p:sp>
        <p:sp>
          <p:nvSpPr>
            <p:cNvPr id="61" name="Text Box 55">
              <a:extLst>
                <a:ext uri="{FF2B5EF4-FFF2-40B4-BE49-F238E27FC236}">
                  <a16:creationId xmlns:a16="http://schemas.microsoft.com/office/drawing/2014/main" id="{95580CF6-5A42-2640-82F1-B4775A0714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" y="1903"/>
              <a:ext cx="13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header field name</a:t>
              </a:r>
            </a:p>
          </p:txBody>
        </p:sp>
      </p:grpSp>
      <p:sp>
        <p:nvSpPr>
          <p:cNvPr id="62" name="Line 56">
            <a:extLst>
              <a:ext uri="{FF2B5EF4-FFF2-40B4-BE49-F238E27FC236}">
                <a16:creationId xmlns:a16="http://schemas.microsoft.com/office/drawing/2014/main" id="{923CEA11-D6DF-1C46-A3A4-FD9F81E7CBE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9934" y="2681287"/>
            <a:ext cx="0" cy="1041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63" name="Group 61">
            <a:extLst>
              <a:ext uri="{FF2B5EF4-FFF2-40B4-BE49-F238E27FC236}">
                <a16:creationId xmlns:a16="http://schemas.microsoft.com/office/drawing/2014/main" id="{331FDA17-3586-0A4D-9D97-B7C360855EC7}"/>
              </a:ext>
            </a:extLst>
          </p:cNvPr>
          <p:cNvGrpSpPr>
            <a:grpSpLocks/>
          </p:cNvGrpSpPr>
          <p:nvPr/>
        </p:nvGrpSpPr>
        <p:grpSpPr bwMode="auto">
          <a:xfrm>
            <a:off x="2711659" y="2905125"/>
            <a:ext cx="331788" cy="461962"/>
            <a:chOff x="462" y="1727"/>
            <a:chExt cx="209" cy="291"/>
          </a:xfrm>
        </p:grpSpPr>
        <p:sp>
          <p:nvSpPr>
            <p:cNvPr id="64" name="Rectangle 59">
              <a:extLst>
                <a:ext uri="{FF2B5EF4-FFF2-40B4-BE49-F238E27FC236}">
                  <a16:creationId xmlns:a16="http://schemas.microsoft.com/office/drawing/2014/main" id="{C1850415-E4E6-744B-A59A-4CBBE0004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" y="1854"/>
              <a:ext cx="56" cy="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5" name="Text Box 57">
              <a:extLst>
                <a:ext uri="{FF2B5EF4-FFF2-40B4-BE49-F238E27FC236}">
                  <a16:creationId xmlns:a16="http://schemas.microsoft.com/office/drawing/2014/main" id="{26A802CD-661F-6548-9B20-03447D6737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~</a:t>
              </a:r>
            </a:p>
          </p:txBody>
        </p:sp>
        <p:sp>
          <p:nvSpPr>
            <p:cNvPr id="66" name="Text Box 58">
              <a:extLst>
                <a:ext uri="{FF2B5EF4-FFF2-40B4-BE49-F238E27FC236}">
                  <a16:creationId xmlns:a16="http://schemas.microsoft.com/office/drawing/2014/main" id="{5857CADE-C5FA-4D45-86A4-A527BB0999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~</a:t>
              </a:r>
            </a:p>
          </p:txBody>
        </p:sp>
      </p:grpSp>
      <p:sp>
        <p:nvSpPr>
          <p:cNvPr id="67" name="Line 62">
            <a:extLst>
              <a:ext uri="{FF2B5EF4-FFF2-40B4-BE49-F238E27FC236}">
                <a16:creationId xmlns:a16="http://schemas.microsoft.com/office/drawing/2014/main" id="{4AD99966-51D9-144F-843E-CA57BB5A97E5}"/>
              </a:ext>
            </a:extLst>
          </p:cNvPr>
          <p:cNvSpPr>
            <a:spLocks noChangeShapeType="1"/>
          </p:cNvSpPr>
          <p:nvPr/>
        </p:nvSpPr>
        <p:spPr bwMode="auto">
          <a:xfrm>
            <a:off x="7443997" y="2668587"/>
            <a:ext cx="0" cy="1041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68" name="Group 63">
            <a:extLst>
              <a:ext uri="{FF2B5EF4-FFF2-40B4-BE49-F238E27FC236}">
                <a16:creationId xmlns:a16="http://schemas.microsoft.com/office/drawing/2014/main" id="{21BE7B05-C0E3-2847-AA19-1D559561D8E0}"/>
              </a:ext>
            </a:extLst>
          </p:cNvPr>
          <p:cNvGrpSpPr>
            <a:grpSpLocks/>
          </p:cNvGrpSpPr>
          <p:nvPr/>
        </p:nvGrpSpPr>
        <p:grpSpPr bwMode="auto">
          <a:xfrm>
            <a:off x="7275722" y="2892425"/>
            <a:ext cx="331787" cy="461962"/>
            <a:chOff x="462" y="1727"/>
            <a:chExt cx="209" cy="291"/>
          </a:xfrm>
        </p:grpSpPr>
        <p:sp>
          <p:nvSpPr>
            <p:cNvPr id="69" name="Rectangle 64">
              <a:extLst>
                <a:ext uri="{FF2B5EF4-FFF2-40B4-BE49-F238E27FC236}">
                  <a16:creationId xmlns:a16="http://schemas.microsoft.com/office/drawing/2014/main" id="{1068B7F8-AE57-0A4E-92E6-32182A78CA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" y="1854"/>
              <a:ext cx="56" cy="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0" name="Text Box 65">
              <a:extLst>
                <a:ext uri="{FF2B5EF4-FFF2-40B4-BE49-F238E27FC236}">
                  <a16:creationId xmlns:a16="http://schemas.microsoft.com/office/drawing/2014/main" id="{304BAA75-EDF9-3049-8146-D4E3B77D4E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~</a:t>
              </a:r>
            </a:p>
          </p:txBody>
        </p:sp>
        <p:sp>
          <p:nvSpPr>
            <p:cNvPr id="71" name="Text Box 66">
              <a:extLst>
                <a:ext uri="{FF2B5EF4-FFF2-40B4-BE49-F238E27FC236}">
                  <a16:creationId xmlns:a16="http://schemas.microsoft.com/office/drawing/2014/main" id="{7B98EC85-B737-7A4A-B367-0CDBC6B02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~</a:t>
              </a:r>
            </a:p>
          </p:txBody>
        </p:sp>
      </p:grpSp>
      <p:grpSp>
        <p:nvGrpSpPr>
          <p:cNvPr id="72" name="Group 77">
            <a:extLst>
              <a:ext uri="{FF2B5EF4-FFF2-40B4-BE49-F238E27FC236}">
                <a16:creationId xmlns:a16="http://schemas.microsoft.com/office/drawing/2014/main" id="{3F072947-4F12-CC4D-A114-F6AA680D477F}"/>
              </a:ext>
            </a:extLst>
          </p:cNvPr>
          <p:cNvGrpSpPr>
            <a:grpSpLocks/>
          </p:cNvGrpSpPr>
          <p:nvPr/>
        </p:nvGrpSpPr>
        <p:grpSpPr bwMode="auto">
          <a:xfrm>
            <a:off x="2875172" y="4156075"/>
            <a:ext cx="963612" cy="446087"/>
            <a:chOff x="3105" y="2650"/>
            <a:chExt cx="607" cy="281"/>
          </a:xfrm>
        </p:grpSpPr>
        <p:sp>
          <p:nvSpPr>
            <p:cNvPr id="73" name="Rectangle 68">
              <a:extLst>
                <a:ext uri="{FF2B5EF4-FFF2-40B4-BE49-F238E27FC236}">
                  <a16:creationId xmlns:a16="http://schemas.microsoft.com/office/drawing/2014/main" id="{B30322FD-E3EE-8748-B949-5646BF3FD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5" y="2650"/>
              <a:ext cx="607" cy="2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Line 72">
              <a:extLst>
                <a:ext uri="{FF2B5EF4-FFF2-40B4-BE49-F238E27FC236}">
                  <a16:creationId xmlns:a16="http://schemas.microsoft.com/office/drawing/2014/main" id="{48E1F9CF-9FEF-5347-B932-F18E52F7D0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6" y="2652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5" name="Text Box 73">
              <a:extLst>
                <a:ext uri="{FF2B5EF4-FFF2-40B4-BE49-F238E27FC236}">
                  <a16:creationId xmlns:a16="http://schemas.microsoft.com/office/drawing/2014/main" id="{3F1DCBAA-5080-0B49-ADD4-12FFFAF8A8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0" y="2663"/>
              <a:ext cx="25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</a:t>
              </a:r>
            </a:p>
          </p:txBody>
        </p:sp>
        <p:sp>
          <p:nvSpPr>
            <p:cNvPr id="76" name="Text Box 74">
              <a:extLst>
                <a:ext uri="{FF2B5EF4-FFF2-40B4-BE49-F238E27FC236}">
                  <a16:creationId xmlns:a16="http://schemas.microsoft.com/office/drawing/2014/main" id="{30F8DE49-8702-8242-B74B-8F1C10B8D2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6" y="2670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lf</a:t>
              </a:r>
            </a:p>
          </p:txBody>
        </p:sp>
      </p:grpSp>
      <p:sp>
        <p:nvSpPr>
          <p:cNvPr id="77" name="Rectangle 78">
            <a:extLst>
              <a:ext uri="{FF2B5EF4-FFF2-40B4-BE49-F238E27FC236}">
                <a16:creationId xmlns:a16="http://schemas.microsoft.com/office/drawing/2014/main" id="{6229F0FB-98BB-B944-85C4-25A52FBA6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5172" y="4603750"/>
            <a:ext cx="5170487" cy="11207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8" name="Text Box 80">
            <a:extLst>
              <a:ext uri="{FF2B5EF4-FFF2-40B4-BE49-F238E27FC236}">
                <a16:creationId xmlns:a16="http://schemas.microsoft.com/office/drawing/2014/main" id="{15C2EA86-0F4F-3247-A569-CE038874C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1922" y="4927600"/>
            <a:ext cx="14112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entity body</a:t>
            </a:r>
          </a:p>
        </p:txBody>
      </p:sp>
      <p:grpSp>
        <p:nvGrpSpPr>
          <p:cNvPr id="79" name="Group 81">
            <a:extLst>
              <a:ext uri="{FF2B5EF4-FFF2-40B4-BE49-F238E27FC236}">
                <a16:creationId xmlns:a16="http://schemas.microsoft.com/office/drawing/2014/main" id="{FBD71B37-ADDE-7A46-9420-5D7F558DE36A}"/>
              </a:ext>
            </a:extLst>
          </p:cNvPr>
          <p:cNvGrpSpPr>
            <a:grpSpLocks/>
          </p:cNvGrpSpPr>
          <p:nvPr/>
        </p:nvGrpSpPr>
        <p:grpSpPr bwMode="auto">
          <a:xfrm>
            <a:off x="2711659" y="4941887"/>
            <a:ext cx="331788" cy="461963"/>
            <a:chOff x="462" y="1727"/>
            <a:chExt cx="209" cy="291"/>
          </a:xfrm>
        </p:grpSpPr>
        <p:sp>
          <p:nvSpPr>
            <p:cNvPr id="80" name="Rectangle 82">
              <a:extLst>
                <a:ext uri="{FF2B5EF4-FFF2-40B4-BE49-F238E27FC236}">
                  <a16:creationId xmlns:a16="http://schemas.microsoft.com/office/drawing/2014/main" id="{EB685F5D-49A7-714D-B0CE-A681FE471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" y="1854"/>
              <a:ext cx="56" cy="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1" name="Text Box 83">
              <a:extLst>
                <a:ext uri="{FF2B5EF4-FFF2-40B4-BE49-F238E27FC236}">
                  <a16:creationId xmlns:a16="http://schemas.microsoft.com/office/drawing/2014/main" id="{F39503FA-5AF7-1343-97ED-74063A1F12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~</a:t>
              </a:r>
            </a:p>
          </p:txBody>
        </p:sp>
        <p:sp>
          <p:nvSpPr>
            <p:cNvPr id="82" name="Text Box 84">
              <a:extLst>
                <a:ext uri="{FF2B5EF4-FFF2-40B4-BE49-F238E27FC236}">
                  <a16:creationId xmlns:a16="http://schemas.microsoft.com/office/drawing/2014/main" id="{65445F71-0392-1545-8E73-EFFA475F76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~</a:t>
              </a:r>
            </a:p>
          </p:txBody>
        </p:sp>
      </p:grpSp>
      <p:grpSp>
        <p:nvGrpSpPr>
          <p:cNvPr id="83" name="Group 85">
            <a:extLst>
              <a:ext uri="{FF2B5EF4-FFF2-40B4-BE49-F238E27FC236}">
                <a16:creationId xmlns:a16="http://schemas.microsoft.com/office/drawing/2014/main" id="{948FB213-CBD1-754F-9A31-92B73ABB091D}"/>
              </a:ext>
            </a:extLst>
          </p:cNvPr>
          <p:cNvGrpSpPr>
            <a:grpSpLocks/>
          </p:cNvGrpSpPr>
          <p:nvPr/>
        </p:nvGrpSpPr>
        <p:grpSpPr bwMode="auto">
          <a:xfrm>
            <a:off x="7871034" y="4932362"/>
            <a:ext cx="331788" cy="461963"/>
            <a:chOff x="462" y="1727"/>
            <a:chExt cx="209" cy="291"/>
          </a:xfrm>
        </p:grpSpPr>
        <p:sp>
          <p:nvSpPr>
            <p:cNvPr id="84" name="Rectangle 86">
              <a:extLst>
                <a:ext uri="{FF2B5EF4-FFF2-40B4-BE49-F238E27FC236}">
                  <a16:creationId xmlns:a16="http://schemas.microsoft.com/office/drawing/2014/main" id="{2099BE28-2CBD-FA47-A576-86B1CF474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" y="1854"/>
              <a:ext cx="56" cy="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Text Box 87">
              <a:extLst>
                <a:ext uri="{FF2B5EF4-FFF2-40B4-BE49-F238E27FC236}">
                  <a16:creationId xmlns:a16="http://schemas.microsoft.com/office/drawing/2014/main" id="{94AB5515-CA17-A64C-8C42-F074102435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~</a:t>
              </a:r>
            </a:p>
          </p:txBody>
        </p:sp>
        <p:sp>
          <p:nvSpPr>
            <p:cNvPr id="86" name="Text Box 88">
              <a:extLst>
                <a:ext uri="{FF2B5EF4-FFF2-40B4-BE49-F238E27FC236}">
                  <a16:creationId xmlns:a16="http://schemas.microsoft.com/office/drawing/2014/main" id="{157CE15D-905D-5B44-91B2-249371FA4B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~</a:t>
              </a:r>
            </a:p>
          </p:txBody>
        </p:sp>
      </p:grpSp>
      <p:sp>
        <p:nvSpPr>
          <p:cNvPr id="87" name="Slide Number Placeholder 2">
            <a:extLst>
              <a:ext uri="{FF2B5EF4-FFF2-40B4-BE49-F238E27FC236}">
                <a16:creationId xmlns:a16="http://schemas.microsoft.com/office/drawing/2014/main" id="{09896B4E-767E-074F-8EDA-CDA62F290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9365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Other HTTP request </a:t>
            </a:r>
            <a:r>
              <a:rPr lang="en-US" altLang="en-US" dirty="0">
                <a:ea typeface="ＭＳ Ｐゴシック" panose="020B0600070205080204" pitchFamily="34" charset="-128"/>
              </a:rPr>
              <a:t>m</a:t>
            </a:r>
            <a:r>
              <a:rPr lang="en-US" altLang="en-US" sz="4400" dirty="0">
                <a:ea typeface="ＭＳ Ｐゴシック" panose="020B0600070205080204" pitchFamily="34" charset="-128"/>
              </a:rPr>
              <a:t>essages</a:t>
            </a:r>
            <a:endParaRPr lang="en-US" sz="4400" dirty="0"/>
          </a:p>
        </p:txBody>
      </p:sp>
      <p:sp>
        <p:nvSpPr>
          <p:cNvPr id="87" name="Rectangle 3">
            <a:extLst>
              <a:ext uri="{FF2B5EF4-FFF2-40B4-BE49-F238E27FC236}">
                <a16:creationId xmlns:a16="http://schemas.microsoft.com/office/drawing/2014/main" id="{25316CA5-99B5-7F45-AFB7-B3A2CBFABDDC}"/>
              </a:ext>
            </a:extLst>
          </p:cNvPr>
          <p:cNvSpPr txBox="1">
            <a:spLocks noChangeArrowheads="1"/>
          </p:cNvSpPr>
          <p:nvPr/>
        </p:nvSpPr>
        <p:spPr>
          <a:xfrm>
            <a:off x="685573" y="1727394"/>
            <a:ext cx="4684713" cy="170160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POST method: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web page often includes form input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user input sent from client to server in entity body of HTTP POST request message</a:t>
            </a:r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id="{EC7D421B-4EDF-C343-AB2D-4624467F5415}"/>
              </a:ext>
            </a:extLst>
          </p:cNvPr>
          <p:cNvSpPr txBox="1">
            <a:spLocks noChangeArrowheads="1"/>
          </p:cNvSpPr>
          <p:nvPr/>
        </p:nvSpPr>
        <p:spPr>
          <a:xfrm>
            <a:off x="685573" y="4466964"/>
            <a:ext cx="5541055" cy="170160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 method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(for sending data to server):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include user data in URL field of HTTP GET request message (following a ‘?’):</a:t>
            </a:r>
          </a:p>
        </p:txBody>
      </p:sp>
      <p:sp>
        <p:nvSpPr>
          <p:cNvPr id="89" name="Text Box 5">
            <a:extLst>
              <a:ext uri="{FF2B5EF4-FFF2-40B4-BE49-F238E27FC236}">
                <a16:creationId xmlns:a16="http://schemas.microsoft.com/office/drawing/2014/main" id="{B785588B-2DEA-474F-89CA-2613413F7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692" y="5806133"/>
            <a:ext cx="6280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www.somesite.com/animalsearch?monkeys&amp;banana</a:t>
            </a:r>
          </a:p>
        </p:txBody>
      </p:sp>
      <p:sp>
        <p:nvSpPr>
          <p:cNvPr id="90" name="Rectangle 3">
            <a:extLst>
              <a:ext uri="{FF2B5EF4-FFF2-40B4-BE49-F238E27FC236}">
                <a16:creationId xmlns:a16="http://schemas.microsoft.com/office/drawing/2014/main" id="{F9FB5262-4D63-A149-A391-3CDD424427AC}"/>
              </a:ext>
            </a:extLst>
          </p:cNvPr>
          <p:cNvSpPr txBox="1">
            <a:spLocks noChangeArrowheads="1"/>
          </p:cNvSpPr>
          <p:nvPr/>
        </p:nvSpPr>
        <p:spPr>
          <a:xfrm>
            <a:off x="6991758" y="1752600"/>
            <a:ext cx="4684713" cy="170160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HEAD method: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requests headers (only) that would be returned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if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specified URL were requested  with an HTTP GET method. </a:t>
            </a:r>
          </a:p>
        </p:txBody>
      </p:sp>
      <p:sp>
        <p:nvSpPr>
          <p:cNvPr id="91" name="Rectangle 3">
            <a:extLst>
              <a:ext uri="{FF2B5EF4-FFF2-40B4-BE49-F238E27FC236}">
                <a16:creationId xmlns:a16="http://schemas.microsoft.com/office/drawing/2014/main" id="{2D3C6453-B336-C04B-8A91-4E7D3B632FEB}"/>
              </a:ext>
            </a:extLst>
          </p:cNvPr>
          <p:cNvSpPr txBox="1">
            <a:spLocks noChangeArrowheads="1"/>
          </p:cNvSpPr>
          <p:nvPr/>
        </p:nvSpPr>
        <p:spPr>
          <a:xfrm>
            <a:off x="6993371" y="3839527"/>
            <a:ext cx="4684713" cy="170160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PUT method: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uploads new file (object) to server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completely replaces file that exists at specified URL with content in entity body of POST HTTP request message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40C538BA-1C71-0F4D-B753-A7D597D98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1248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  <p:bldP spid="9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BF4A9B-1302-924D-A5CB-7B7B93A10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Key Differences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B25B476-7959-F732-7A88-7A6503278F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045729"/>
            <a:ext cx="10905066" cy="365319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C35203-C8B8-0966-3849-DFACCA7E5E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200">
                <a:solidFill>
                  <a:schemeClr val="tx1">
                    <a:tint val="75000"/>
                  </a:schemeClr>
                </a:solidFill>
              </a:rPr>
              <a:t>Transport Layer: 3-</a:t>
            </a:r>
            <a:fld id="{C4204591-24BD-A542-B9D5-F8D8A88D2FEE}" type="slidenum">
              <a:rPr lang="en-US" sz="1200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6853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HTTP response </a:t>
            </a:r>
            <a:r>
              <a:rPr lang="en-US" altLang="en-US" dirty="0">
                <a:ea typeface="ＭＳ Ｐゴシック" panose="020B0600070205080204" pitchFamily="34" charset="-128"/>
              </a:rPr>
              <a:t>m</a:t>
            </a:r>
            <a:r>
              <a:rPr lang="en-US" altLang="en-US" sz="4400" dirty="0">
                <a:ea typeface="ＭＳ Ｐゴシック" panose="020B0600070205080204" pitchFamily="34" charset="-128"/>
              </a:rPr>
              <a:t>essage</a:t>
            </a:r>
            <a:endParaRPr lang="en-US" sz="4400" dirty="0"/>
          </a:p>
        </p:txBody>
      </p:sp>
      <p:sp>
        <p:nvSpPr>
          <p:cNvPr id="87" name="Text Box 5">
            <a:extLst>
              <a:ext uri="{FF2B5EF4-FFF2-40B4-BE49-F238E27FC236}">
                <a16:creationId xmlns:a16="http://schemas.microsoft.com/office/drawing/2014/main" id="{A994AECC-DC16-7847-B8EE-F2F612ABB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630" y="1555730"/>
            <a:ext cx="405611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status line (protocol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status code status phrase)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A3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0" name="Text Box 8">
            <a:extLst>
              <a:ext uri="{FF2B5EF4-FFF2-40B4-BE49-F238E27FC236}">
                <a16:creationId xmlns:a16="http://schemas.microsoft.com/office/drawing/2014/main" id="{9695B2A1-768B-CE41-87A1-8D564F953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9618" y="2984961"/>
            <a:ext cx="107112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header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lines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A3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2" name="Text Box 10">
            <a:extLst>
              <a:ext uri="{FF2B5EF4-FFF2-40B4-BE49-F238E27FC236}">
                <a16:creationId xmlns:a16="http://schemas.microsoft.com/office/drawing/2014/main" id="{71D3CD43-9088-2144-992C-3A77F783A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397" y="4607159"/>
            <a:ext cx="360288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data, e.g.,  requested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HTML file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A3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3" name="Rectangle 15">
            <a:extLst>
              <a:ext uri="{FF2B5EF4-FFF2-40B4-BE49-F238E27FC236}">
                <a16:creationId xmlns:a16="http://schemas.microsoft.com/office/drawing/2014/main" id="{AE1D96B5-48F4-B842-9424-43BC570F6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1481" y="1710879"/>
            <a:ext cx="6311900" cy="3490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HTTP/1.1 200 OK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Date: Tue, 08 Sep 2020 00:53:20 GMT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Server: Apache/2.4.6 (CentOS) OpenSSL/1.0.2k-fips PHP/7.4.9 mod_perl/2.0.11 Perl/v5.16.3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Last-Modified: Tue, 01 Mar 2016 18:57:50 GMT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ETag: "a5b-52d015789ee9e"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Accept-Ranges: bytes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Content-Length: 2651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Content-Type: text/html; charset=UTF-8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\r\n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data data data data data ... 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1248C33-8978-FA4A-B68D-07F7345C9C4D}"/>
              </a:ext>
            </a:extLst>
          </p:cNvPr>
          <p:cNvCxnSpPr>
            <a:cxnSpLocks/>
          </p:cNvCxnSpPr>
          <p:nvPr/>
        </p:nvCxnSpPr>
        <p:spPr>
          <a:xfrm>
            <a:off x="3593872" y="1845820"/>
            <a:ext cx="1436915" cy="0"/>
          </a:xfrm>
          <a:prstGeom prst="straightConnector1">
            <a:avLst/>
          </a:prstGeom>
          <a:ln w="19050">
            <a:solidFill>
              <a:srgbClr val="0000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1C1D39C-E830-C840-962A-5EF5A5C89548}"/>
              </a:ext>
            </a:extLst>
          </p:cNvPr>
          <p:cNvCxnSpPr>
            <a:cxnSpLocks/>
          </p:cNvCxnSpPr>
          <p:nvPr/>
        </p:nvCxnSpPr>
        <p:spPr>
          <a:xfrm>
            <a:off x="3642857" y="4850277"/>
            <a:ext cx="1436915" cy="0"/>
          </a:xfrm>
          <a:prstGeom prst="straightConnector1">
            <a:avLst/>
          </a:prstGeom>
          <a:ln w="19050">
            <a:solidFill>
              <a:srgbClr val="0000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1">
            <a:extLst>
              <a:ext uri="{FF2B5EF4-FFF2-40B4-BE49-F238E27FC236}">
                <a16:creationId xmlns:a16="http://schemas.microsoft.com/office/drawing/2014/main" id="{2551C779-9290-AD4E-91BD-E60A7E927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630" y="6155251"/>
            <a:ext cx="952137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* Check out the online interactive exercises for more examples: h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ttp://gaia.cs.umass.edu/kurose_ross/interactive/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A44120-8306-2742-A6C5-833CF39C2053}"/>
              </a:ext>
            </a:extLst>
          </p:cNvPr>
          <p:cNvSpPr/>
          <p:nvPr/>
        </p:nvSpPr>
        <p:spPr>
          <a:xfrm>
            <a:off x="506185" y="4724398"/>
            <a:ext cx="10733315" cy="18941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7B4A04F6-6325-3B46-B996-B1257F5CC1D8}"/>
              </a:ext>
            </a:extLst>
          </p:cNvPr>
          <p:cNvSpPr/>
          <p:nvPr/>
        </p:nvSpPr>
        <p:spPr>
          <a:xfrm>
            <a:off x="4963885" y="2057400"/>
            <a:ext cx="261258" cy="2694214"/>
          </a:xfrm>
          <a:prstGeom prst="leftBrace">
            <a:avLst/>
          </a:prstGeom>
          <a:ln w="22225">
            <a:solidFill>
              <a:srgbClr val="0000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B0BCB5-3B5E-AE49-AE9B-AE6FFB902BA8}"/>
              </a:ext>
            </a:extLst>
          </p:cNvPr>
          <p:cNvSpPr/>
          <p:nvPr/>
        </p:nvSpPr>
        <p:spPr>
          <a:xfrm>
            <a:off x="4359729" y="2041072"/>
            <a:ext cx="7151914" cy="2982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7232E2-6D04-AD43-8E7F-3073A3A01F08}"/>
              </a:ext>
            </a:extLst>
          </p:cNvPr>
          <p:cNvSpPr/>
          <p:nvPr/>
        </p:nvSpPr>
        <p:spPr>
          <a:xfrm>
            <a:off x="3858986" y="2939143"/>
            <a:ext cx="7151914" cy="135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1A72BEEE-6164-8340-B1FC-05E6C79CF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6890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HTTP response </a:t>
            </a:r>
            <a:r>
              <a:rPr lang="en-US" altLang="en-US" dirty="0">
                <a:ea typeface="ＭＳ Ｐゴシック" panose="020B0600070205080204" pitchFamily="34" charset="-128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</a:rPr>
              <a:t>tatus </a:t>
            </a:r>
            <a:r>
              <a:rPr lang="en-US" altLang="en-US" dirty="0">
                <a:ea typeface="ＭＳ Ｐゴシック" panose="020B0600070205080204" pitchFamily="34" charset="-128"/>
              </a:rPr>
              <a:t>c</a:t>
            </a:r>
            <a:r>
              <a:rPr lang="en-US" altLang="en-US" sz="4400" dirty="0">
                <a:ea typeface="ＭＳ Ｐゴシック" panose="020B0600070205080204" pitchFamily="34" charset="-128"/>
              </a:rPr>
              <a:t>odes</a:t>
            </a:r>
            <a:endParaRPr lang="en-US" sz="4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7D9FAF8-ACB6-2648-AF49-4F1CA2DD361E}"/>
              </a:ext>
            </a:extLst>
          </p:cNvPr>
          <p:cNvSpPr txBox="1">
            <a:spLocks noChangeArrowheads="1"/>
          </p:cNvSpPr>
          <p:nvPr/>
        </p:nvSpPr>
        <p:spPr>
          <a:xfrm>
            <a:off x="1179871" y="2274314"/>
            <a:ext cx="10678300" cy="41687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200 OK</a:t>
            </a:r>
          </a:p>
          <a:p>
            <a:pPr marL="695325" marR="0" lvl="1" indent="-231775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request succeeded, requested object later in this message</a:t>
            </a:r>
          </a:p>
          <a:p>
            <a:pPr marL="352425" marR="0" lvl="0" indent="-222250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301 Moved Permanently</a:t>
            </a:r>
          </a:p>
          <a:p>
            <a:pPr marL="695325" marR="0" lvl="1" indent="-231775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requested object moved, new location specified later in this message (in Location: field)</a:t>
            </a:r>
          </a:p>
          <a:p>
            <a:pPr marL="352425" marR="0" lvl="0" indent="-222250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400 Bad Request</a:t>
            </a:r>
          </a:p>
          <a:p>
            <a:pPr marL="695325" marR="0" lvl="1" indent="-231775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request msg not understood by server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404 Not Found</a:t>
            </a:r>
          </a:p>
          <a:p>
            <a:pPr marL="695325" marR="0" lvl="1" indent="-231775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requested document not found on this server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505 HTTP Version Not Supported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8C98F9E3-E57A-7844-89F3-A6331B046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691" y="1325562"/>
            <a:ext cx="1085628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50838" indent="-35083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50838" marR="0" lvl="0" indent="-350838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status code appears in 1st line in server-to-client response message.</a:t>
            </a:r>
          </a:p>
          <a:p>
            <a:pPr marL="350838" marR="0" lvl="0" indent="-3508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some sample codes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: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F3EBF3D-1991-B942-BC94-7A161F525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6515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Trying out HTTP (client side) for yourself</a:t>
            </a:r>
            <a:endParaRPr lang="en-US" sz="44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4162CB5-536A-4D40-94FC-6A99B52D37CF}"/>
              </a:ext>
            </a:extLst>
          </p:cNvPr>
          <p:cNvSpPr txBox="1">
            <a:spLocks noChangeArrowheads="1"/>
          </p:cNvSpPr>
          <p:nvPr/>
        </p:nvSpPr>
        <p:spPr>
          <a:xfrm>
            <a:off x="579438" y="1474924"/>
            <a:ext cx="8096250" cy="46672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1. netcat to your favorite Web server: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5AD8FC5E-7EF6-5D4A-947A-76F9FAC50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1461" y="1932221"/>
            <a:ext cx="5852372" cy="1400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38125" marR="0" lvl="0" indent="-2381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opens TCP connection to port 80 (default HTTP server port)  at gaia.cs.umass.edu.</a:t>
            </a:r>
          </a:p>
          <a:p>
            <a:pPr marL="238125" marR="0" lvl="0" indent="-2381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anything typed in will be sent  to port 80 at gaia.cs.umass.edu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8AAC288-3206-534D-929C-FFD2305EC27E}"/>
              </a:ext>
            </a:extLst>
          </p:cNvPr>
          <p:cNvGrpSpPr/>
          <p:nvPr/>
        </p:nvGrpSpPr>
        <p:grpSpPr>
          <a:xfrm>
            <a:off x="711200" y="5286696"/>
            <a:ext cx="8289126" cy="996484"/>
            <a:chOff x="711200" y="5286696"/>
            <a:chExt cx="8289126" cy="99648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06E2A86-603C-764E-9AF8-0B2F20CD2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200" y="5286696"/>
              <a:ext cx="8096250" cy="466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3. look at response message sent by HTTP server!</a:t>
              </a:r>
            </a:p>
          </p:txBody>
        </p:sp>
        <p:sp>
          <p:nvSpPr>
            <p:cNvPr id="16" name="Text Box 17">
              <a:extLst>
                <a:ext uri="{FF2B5EF4-FFF2-40B4-BE49-F238E27FC236}">
                  <a16:creationId xmlns:a16="http://schemas.microsoft.com/office/drawing/2014/main" id="{A3659547-E754-6B44-903F-76BD7A3006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295" y="5821515"/>
              <a:ext cx="793403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(or use Wireshark to look at captured HTTP request/response)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6E12EFF-E52A-B84D-934A-7405FA201329}"/>
              </a:ext>
            </a:extLst>
          </p:cNvPr>
          <p:cNvGrpSpPr/>
          <p:nvPr/>
        </p:nvGrpSpPr>
        <p:grpSpPr>
          <a:xfrm>
            <a:off x="727530" y="3145663"/>
            <a:ext cx="10979788" cy="2045073"/>
            <a:chOff x="727530" y="3145663"/>
            <a:chExt cx="10979788" cy="2045073"/>
          </a:xfrm>
        </p:grpSpPr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CF530C45-E591-C948-8561-E3D1A663C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530" y="3145663"/>
              <a:ext cx="8096250" cy="466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2. type in a GET HTTP request:</a:t>
              </a:r>
            </a:p>
            <a:p>
              <a:pPr marL="1143000" marR="0" lvl="2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44F32261-DA96-6645-A103-A806625BC4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8273" y="3748006"/>
              <a:ext cx="7417415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GET /kurose_ross/interactive/index.php HTTP/1.1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Host: gaia.cs.umass.edu</a:t>
              </a:r>
            </a:p>
          </p:txBody>
        </p:sp>
        <p:sp>
          <p:nvSpPr>
            <p:cNvPr id="19" name="Text Box 5">
              <a:extLst>
                <a:ext uri="{FF2B5EF4-FFF2-40B4-BE49-F238E27FC236}">
                  <a16:creationId xmlns:a16="http://schemas.microsoft.com/office/drawing/2014/main" id="{A5628D90-F44C-0944-B370-D915188786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3577" y="4175073"/>
              <a:ext cx="5543741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38125" marR="0" lvl="0" indent="-238125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Char char="§"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by typing this in (hit carriage return twice), you send this minimal (but complete)  GET request to HTTP server</a:t>
              </a:r>
            </a:p>
          </p:txBody>
        </p:sp>
      </p:grp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C4905279-7B20-4F4C-AC34-18EB5C18F5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72EC16EB-48D6-6F60-9003-B5E809F45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273" y="2039943"/>
            <a:ext cx="488762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 nc -c -v gaia.cs.umass.edu 80 (for Mac)</a:t>
            </a:r>
            <a:endParaRPr lang="en-US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 –C gaia.cs.umass.edu 80 (for Windows)</a:t>
            </a:r>
          </a:p>
        </p:txBody>
      </p:sp>
    </p:spTree>
    <p:extLst>
      <p:ext uri="{BB962C8B-B14F-4D97-AF65-F5344CB8AC3E}">
        <p14:creationId xmlns:p14="http://schemas.microsoft.com/office/powerpoint/2010/main" val="3313424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Application layer: overview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809242" y="1870563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Principles of network applications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 and HTTP</a:t>
            </a:r>
          </a:p>
          <a:p>
            <a:pPr marL="401638" indent="-401638">
              <a:buClr>
                <a:srgbClr val="0000A8"/>
              </a:buClr>
              <a:defRPr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E-mail, SMTP, IMAP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Domain Name System DNS</a:t>
            </a:r>
          </a:p>
          <a:p>
            <a:endParaRPr lang="en-US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5FE695BD-369F-8C4A-ACAD-42671E1C0719}"/>
              </a:ext>
            </a:extLst>
          </p:cNvPr>
          <p:cNvSpPr txBox="1">
            <a:spLocks noChangeArrowheads="1"/>
          </p:cNvSpPr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</p:spPr>
        <p:txBody>
          <a:bodyPr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9250" indent="-349250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P2P applications</a:t>
            </a:r>
          </a:p>
          <a:p>
            <a:pPr marL="349250" indent="-349250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video streaming and content distribution networks</a:t>
            </a:r>
          </a:p>
          <a:p>
            <a:pPr marL="349250" indent="-349250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socket programming with UDP and TCP</a:t>
            </a:r>
          </a:p>
          <a:p>
            <a:pPr>
              <a:buFont typeface="Wingdings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Picture 6" descr="Kurose&amp;Ross 8th edition photo">
            <a:extLst>
              <a:ext uri="{FF2B5EF4-FFF2-40B4-BE49-F238E27FC236}">
                <a16:creationId xmlns:a16="http://schemas.microsoft.com/office/drawing/2014/main" id="{1483A316-B08E-574D-B36E-624819972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391" y="4125913"/>
            <a:ext cx="3087757" cy="231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100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E-mail</a:t>
            </a:r>
            <a:endParaRPr lang="en-US" sz="440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1810D1F-B21D-4B49-9104-1DDE54C093AE}"/>
              </a:ext>
            </a:extLst>
          </p:cNvPr>
          <p:cNvSpPr txBox="1">
            <a:spLocks noChangeArrowheads="1"/>
          </p:cNvSpPr>
          <p:nvPr/>
        </p:nvSpPr>
        <p:spPr>
          <a:xfrm>
            <a:off x="544512" y="1366838"/>
            <a:ext cx="7119031" cy="48768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Three major components: 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user agents 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mail servers 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ct val="7500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simple mail transfer protocol: SMTP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User Agent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a.k.a.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mail reader”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composing, editing, reading mail messages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e.g., Outlook, iPhone mail client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outgoing, incoming messages stored on server</a:t>
            </a:r>
          </a:p>
        </p:txBody>
      </p:sp>
      <p:grpSp>
        <p:nvGrpSpPr>
          <p:cNvPr id="433" name="Group 279">
            <a:extLst>
              <a:ext uri="{FF2B5EF4-FFF2-40B4-BE49-F238E27FC236}">
                <a16:creationId xmlns:a16="http://schemas.microsoft.com/office/drawing/2014/main" id="{2EF60A4B-BB2C-B34B-90F3-D1FE6C8FFDAD}"/>
              </a:ext>
            </a:extLst>
          </p:cNvPr>
          <p:cNvGrpSpPr>
            <a:grpSpLocks/>
          </p:cNvGrpSpPr>
          <p:nvPr/>
        </p:nvGrpSpPr>
        <p:grpSpPr bwMode="auto">
          <a:xfrm>
            <a:off x="9926119" y="5308075"/>
            <a:ext cx="1736725" cy="973138"/>
            <a:chOff x="4458" y="3335"/>
            <a:chExt cx="1094" cy="613"/>
          </a:xfrm>
        </p:grpSpPr>
        <p:sp>
          <p:nvSpPr>
            <p:cNvPr id="434" name="Text Box 263">
              <a:extLst>
                <a:ext uri="{FF2B5EF4-FFF2-40B4-BE49-F238E27FC236}">
                  <a16:creationId xmlns:a16="http://schemas.microsoft.com/office/drawing/2014/main" id="{41250870-CE47-A94F-91C6-42B94321E1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7" y="3715"/>
              <a:ext cx="87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user mailbox</a:t>
              </a: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5" name="Group 278">
              <a:extLst>
                <a:ext uri="{FF2B5EF4-FFF2-40B4-BE49-F238E27FC236}">
                  <a16:creationId xmlns:a16="http://schemas.microsoft.com/office/drawing/2014/main" id="{F337E40C-B180-194A-B368-8F35ECF838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438" name="Rectangle 264">
                <a:extLst>
                  <a:ext uri="{FF2B5EF4-FFF2-40B4-BE49-F238E27FC236}">
                    <a16:creationId xmlns:a16="http://schemas.microsoft.com/office/drawing/2014/main" id="{952BA00D-1B4A-4948-82B5-82AE8D13A2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39" name="Line 265">
                <a:extLst>
                  <a:ext uri="{FF2B5EF4-FFF2-40B4-BE49-F238E27FC236}">
                    <a16:creationId xmlns:a16="http://schemas.microsoft.com/office/drawing/2014/main" id="{B275CB99-7AAC-A148-8381-65E960D059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3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40" name="Line 266">
                <a:extLst>
                  <a:ext uri="{FF2B5EF4-FFF2-40B4-BE49-F238E27FC236}">
                    <a16:creationId xmlns:a16="http://schemas.microsoft.com/office/drawing/2014/main" id="{47491974-AD71-004E-AB59-0655640AEC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72" y="3471"/>
                <a:ext cx="6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41" name="Line 267">
                <a:extLst>
                  <a:ext uri="{FF2B5EF4-FFF2-40B4-BE49-F238E27FC236}">
                    <a16:creationId xmlns:a16="http://schemas.microsoft.com/office/drawing/2014/main" id="{B200EE76-91FF-8846-8C54-A23D92713A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27" y="347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42" name="Line 268">
                <a:extLst>
                  <a:ext uri="{FF2B5EF4-FFF2-40B4-BE49-F238E27FC236}">
                    <a16:creationId xmlns:a16="http://schemas.microsoft.com/office/drawing/2014/main" id="{FF930B76-2857-B14D-AD85-09CD6FA57C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4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43" name="Line 269">
                <a:extLst>
                  <a:ext uri="{FF2B5EF4-FFF2-40B4-BE49-F238E27FC236}">
                    <a16:creationId xmlns:a16="http://schemas.microsoft.com/office/drawing/2014/main" id="{A45A103A-DECC-1641-9DE7-659C116522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45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44" name="Line 270">
                <a:extLst>
                  <a:ext uri="{FF2B5EF4-FFF2-40B4-BE49-F238E27FC236}">
                    <a16:creationId xmlns:a16="http://schemas.microsoft.com/office/drawing/2014/main" id="{73B06C32-185A-D246-82A4-C6DC25E700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1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45" name="Line 271">
                <a:extLst>
                  <a:ext uri="{FF2B5EF4-FFF2-40B4-BE49-F238E27FC236}">
                    <a16:creationId xmlns:a16="http://schemas.microsoft.com/office/drawing/2014/main" id="{7341EBA5-2E81-A74B-8F94-6ADE0EB85A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6" name="Rectangle 272">
              <a:extLst>
                <a:ext uri="{FF2B5EF4-FFF2-40B4-BE49-F238E27FC236}">
                  <a16:creationId xmlns:a16="http://schemas.microsoft.com/office/drawing/2014/main" id="{0B665308-9EC4-5A44-9326-2A177FF67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7" name="Text Box 277">
              <a:extLst>
                <a:ext uri="{FF2B5EF4-FFF2-40B4-BE49-F238E27FC236}">
                  <a16:creationId xmlns:a16="http://schemas.microsoft.com/office/drawing/2014/main" id="{F20D1BFA-9817-D84B-AAED-9E047761E9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4" y="3335"/>
              <a:ext cx="1038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outgoing 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message queue</a:t>
              </a: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40EF7C7-BC9E-1D46-9787-9C4C966D32B3}"/>
              </a:ext>
            </a:extLst>
          </p:cNvPr>
          <p:cNvGrpSpPr/>
          <p:nvPr/>
        </p:nvGrpSpPr>
        <p:grpSpPr>
          <a:xfrm>
            <a:off x="7241455" y="1234950"/>
            <a:ext cx="2992437" cy="3595688"/>
            <a:chOff x="7241455" y="1234950"/>
            <a:chExt cx="2992437" cy="359568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0F0B8AA-4B19-CB47-90E3-2610230A6897}"/>
                </a:ext>
              </a:extLst>
            </p:cNvPr>
            <p:cNvGrpSpPr/>
            <p:nvPr/>
          </p:nvGrpSpPr>
          <p:grpSpPr>
            <a:xfrm>
              <a:off x="9233767" y="2182687"/>
              <a:ext cx="1000125" cy="1247776"/>
              <a:chOff x="9233767" y="2182687"/>
              <a:chExt cx="1000125" cy="1247776"/>
            </a:xfrm>
          </p:grpSpPr>
          <p:grpSp>
            <p:nvGrpSpPr>
              <p:cNvPr id="447" name="Group 389">
                <a:extLst>
                  <a:ext uri="{FF2B5EF4-FFF2-40B4-BE49-F238E27FC236}">
                    <a16:creationId xmlns:a16="http://schemas.microsoft.com/office/drawing/2014/main" id="{0E121856-D2CF-BD44-A732-5CF1698DF9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233767" y="2182687"/>
                <a:ext cx="477838" cy="715963"/>
                <a:chOff x="4140" y="429"/>
                <a:chExt cx="1425" cy="2396"/>
              </a:xfrm>
            </p:grpSpPr>
            <p:sp>
              <p:nvSpPr>
                <p:cNvPr id="610" name="Freeform 390">
                  <a:extLst>
                    <a:ext uri="{FF2B5EF4-FFF2-40B4-BE49-F238E27FC236}">
                      <a16:creationId xmlns:a16="http://schemas.microsoft.com/office/drawing/2014/main" id="{D8B60AB9-7CE6-F14B-893A-0B1ECB740A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12 w 354"/>
                    <a:gd name="T3" fmla="*/ 23 h 2742"/>
                    <a:gd name="T4" fmla="*/ 12 w 354"/>
                    <a:gd name="T5" fmla="*/ 171 h 2742"/>
                    <a:gd name="T6" fmla="*/ 0 w 354"/>
                    <a:gd name="T7" fmla="*/ 179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11" name="Rectangle 391">
                  <a:extLst>
                    <a:ext uri="{FF2B5EF4-FFF2-40B4-BE49-F238E27FC236}">
                      <a16:creationId xmlns:a16="http://schemas.microsoft.com/office/drawing/2014/main" id="{D3C4D367-DB85-294D-941E-C4CCF95D17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429"/>
                  <a:ext cx="1046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12" name="Freeform 392">
                  <a:extLst>
                    <a:ext uri="{FF2B5EF4-FFF2-40B4-BE49-F238E27FC236}">
                      <a16:creationId xmlns:a16="http://schemas.microsoft.com/office/drawing/2014/main" id="{5CA055FA-0720-7840-BE18-48478EEE55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7 w 211"/>
                    <a:gd name="T3" fmla="*/ 15 h 2537"/>
                    <a:gd name="T4" fmla="*/ 2 w 211"/>
                    <a:gd name="T5" fmla="*/ 16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13" name="Freeform 393">
                  <a:extLst>
                    <a:ext uri="{FF2B5EF4-FFF2-40B4-BE49-F238E27FC236}">
                      <a16:creationId xmlns:a16="http://schemas.microsoft.com/office/drawing/2014/main" id="{3BBFE8BC-0BD4-134B-A671-36514DDAC5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9 h 226"/>
                    <a:gd name="T4" fmla="*/ 11 w 328"/>
                    <a:gd name="T5" fmla="*/ 16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14" name="Rectangle 394">
                  <a:extLst>
                    <a:ext uri="{FF2B5EF4-FFF2-40B4-BE49-F238E27FC236}">
                      <a16:creationId xmlns:a16="http://schemas.microsoft.com/office/drawing/2014/main" id="{D0B0114B-71C7-6A4B-951C-64F84E158B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615" name="Group 395">
                  <a:extLst>
                    <a:ext uri="{FF2B5EF4-FFF2-40B4-BE49-F238E27FC236}">
                      <a16:creationId xmlns:a16="http://schemas.microsoft.com/office/drawing/2014/main" id="{CCE97BC5-B32E-A244-B98A-2D18B967940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640" name="AutoShape 396">
                    <a:extLst>
                      <a:ext uri="{FF2B5EF4-FFF2-40B4-BE49-F238E27FC236}">
                        <a16:creationId xmlns:a16="http://schemas.microsoft.com/office/drawing/2014/main" id="{EFA6368E-1013-B44C-9AE2-9FFA4CC527B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8"/>
                    <a:ext cx="721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41" name="AutoShape 397">
                    <a:extLst>
                      <a:ext uri="{FF2B5EF4-FFF2-40B4-BE49-F238E27FC236}">
                        <a16:creationId xmlns:a16="http://schemas.microsoft.com/office/drawing/2014/main" id="{2A187B97-5F9E-CE47-A163-46FD77373D6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3"/>
                    <a:ext cx="685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616" name="Rectangle 398">
                  <a:extLst>
                    <a:ext uri="{FF2B5EF4-FFF2-40B4-BE49-F238E27FC236}">
                      <a16:creationId xmlns:a16="http://schemas.microsoft.com/office/drawing/2014/main" id="{B19FBC61-83B0-A14E-99F0-5BFCCFCB1B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617" name="Group 399">
                  <a:extLst>
                    <a:ext uri="{FF2B5EF4-FFF2-40B4-BE49-F238E27FC236}">
                      <a16:creationId xmlns:a16="http://schemas.microsoft.com/office/drawing/2014/main" id="{1C88BBDC-CC23-854A-A7B8-9B5383302B0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638" name="AutoShape 400">
                    <a:extLst>
                      <a:ext uri="{FF2B5EF4-FFF2-40B4-BE49-F238E27FC236}">
                        <a16:creationId xmlns:a16="http://schemas.microsoft.com/office/drawing/2014/main" id="{D6910F87-2FF9-EA4E-BC68-494D372CF51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7" cy="14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39" name="AutoShape 401">
                    <a:extLst>
                      <a:ext uri="{FF2B5EF4-FFF2-40B4-BE49-F238E27FC236}">
                        <a16:creationId xmlns:a16="http://schemas.microsoft.com/office/drawing/2014/main" id="{36245E4E-FB1E-2C43-BBAA-D642BCC1B1A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3"/>
                    <a:ext cx="691" cy="11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618" name="Rectangle 402">
                  <a:extLst>
                    <a:ext uri="{FF2B5EF4-FFF2-40B4-BE49-F238E27FC236}">
                      <a16:creationId xmlns:a16="http://schemas.microsoft.com/office/drawing/2014/main" id="{C98B4378-660F-1847-8A4B-3CAB9591D1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19" name="Rectangle 403">
                  <a:extLst>
                    <a:ext uri="{FF2B5EF4-FFF2-40B4-BE49-F238E27FC236}">
                      <a16:creationId xmlns:a16="http://schemas.microsoft.com/office/drawing/2014/main" id="{A0C2801C-C1EF-0E49-A30F-D154AACBD3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620" name="Group 404">
                  <a:extLst>
                    <a:ext uri="{FF2B5EF4-FFF2-40B4-BE49-F238E27FC236}">
                      <a16:creationId xmlns:a16="http://schemas.microsoft.com/office/drawing/2014/main" id="{C3C627D1-CE9C-6540-87D5-7005B1BB776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636" name="AutoShape 405">
                    <a:extLst>
                      <a:ext uri="{FF2B5EF4-FFF2-40B4-BE49-F238E27FC236}">
                        <a16:creationId xmlns:a16="http://schemas.microsoft.com/office/drawing/2014/main" id="{F5475DB0-E162-B943-9743-BEE80D59A6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70"/>
                    <a:ext cx="725" cy="1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37" name="AutoShape 406">
                    <a:extLst>
                      <a:ext uri="{FF2B5EF4-FFF2-40B4-BE49-F238E27FC236}">
                        <a16:creationId xmlns:a16="http://schemas.microsoft.com/office/drawing/2014/main" id="{0E11B07E-90A2-774A-B7AE-AC422F4C84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5"/>
                    <a:ext cx="690" cy="108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621" name="Freeform 407">
                  <a:extLst>
                    <a:ext uri="{FF2B5EF4-FFF2-40B4-BE49-F238E27FC236}">
                      <a16:creationId xmlns:a16="http://schemas.microsoft.com/office/drawing/2014/main" id="{1B37433A-90DE-CC44-828B-3C03F4C8E9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8 h 226"/>
                    <a:gd name="T4" fmla="*/ 11 w 328"/>
                    <a:gd name="T5" fmla="*/ 14 h 226"/>
                    <a:gd name="T6" fmla="*/ 0 w 328"/>
                    <a:gd name="T7" fmla="*/ 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622" name="Group 408">
                  <a:extLst>
                    <a:ext uri="{FF2B5EF4-FFF2-40B4-BE49-F238E27FC236}">
                      <a16:creationId xmlns:a16="http://schemas.microsoft.com/office/drawing/2014/main" id="{38854C6D-17EC-FB41-ABA7-0643F7D45FA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634" name="AutoShape 409">
                    <a:extLst>
                      <a:ext uri="{FF2B5EF4-FFF2-40B4-BE49-F238E27FC236}">
                        <a16:creationId xmlns:a16="http://schemas.microsoft.com/office/drawing/2014/main" id="{AE268757-BE47-B84D-A5F7-C7A75F7D40E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68"/>
                    <a:ext cx="702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35" name="AutoShape 410">
                    <a:extLst>
                      <a:ext uri="{FF2B5EF4-FFF2-40B4-BE49-F238E27FC236}">
                        <a16:creationId xmlns:a16="http://schemas.microsoft.com/office/drawing/2014/main" id="{6C0AC9FF-5D0C-3B41-AEB8-B2A9150426C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4"/>
                    <a:ext cx="672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623" name="Rectangle 411">
                  <a:extLst>
                    <a:ext uri="{FF2B5EF4-FFF2-40B4-BE49-F238E27FC236}">
                      <a16:creationId xmlns:a16="http://schemas.microsoft.com/office/drawing/2014/main" id="{24F7E0AB-A636-974F-9A33-43BD0E53FB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8" y="429"/>
                  <a:ext cx="71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24" name="Freeform 412">
                  <a:extLst>
                    <a:ext uri="{FF2B5EF4-FFF2-40B4-BE49-F238E27FC236}">
                      <a16:creationId xmlns:a16="http://schemas.microsoft.com/office/drawing/2014/main" id="{626230FF-050C-984E-BC00-3872336DC4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1 w 296"/>
                    <a:gd name="T3" fmla="*/ 8 h 256"/>
                    <a:gd name="T4" fmla="*/ 11 w 296"/>
                    <a:gd name="T5" fmla="*/ 16 h 256"/>
                    <a:gd name="T6" fmla="*/ 0 w 296"/>
                    <a:gd name="T7" fmla="*/ 6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25" name="Freeform 413">
                  <a:extLst>
                    <a:ext uri="{FF2B5EF4-FFF2-40B4-BE49-F238E27FC236}">
                      <a16:creationId xmlns:a16="http://schemas.microsoft.com/office/drawing/2014/main" id="{1F463BAA-0F23-DF45-8D3B-FFFDAEB5B7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1 w 304"/>
                    <a:gd name="T3" fmla="*/ 11 h 288"/>
                    <a:gd name="T4" fmla="*/ 10 w 304"/>
                    <a:gd name="T5" fmla="*/ 19 h 288"/>
                    <a:gd name="T6" fmla="*/ 2 w 304"/>
                    <a:gd name="T7" fmla="*/ 8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26" name="Oval 414">
                  <a:extLst>
                    <a:ext uri="{FF2B5EF4-FFF2-40B4-BE49-F238E27FC236}">
                      <a16:creationId xmlns:a16="http://schemas.microsoft.com/office/drawing/2014/main" id="{1EC71AF3-4591-B945-BADD-38C9BADCC3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27" name="Freeform 415">
                  <a:extLst>
                    <a:ext uri="{FF2B5EF4-FFF2-40B4-BE49-F238E27FC236}">
                      <a16:creationId xmlns:a16="http://schemas.microsoft.com/office/drawing/2014/main" id="{3FA9BCF9-A6ED-5043-B90A-C3836646EE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8 h 240"/>
                    <a:gd name="T2" fmla="*/ 2 w 306"/>
                    <a:gd name="T3" fmla="*/ 16 h 240"/>
                    <a:gd name="T4" fmla="*/ 11 w 306"/>
                    <a:gd name="T5" fmla="*/ 8 h 240"/>
                    <a:gd name="T6" fmla="*/ 11 w 306"/>
                    <a:gd name="T7" fmla="*/ 0 h 240"/>
                    <a:gd name="T8" fmla="*/ 0 w 306"/>
                    <a:gd name="T9" fmla="*/ 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28" name="AutoShape 416">
                  <a:extLst>
                    <a:ext uri="{FF2B5EF4-FFF2-40B4-BE49-F238E27FC236}">
                      <a16:creationId xmlns:a16="http://schemas.microsoft.com/office/drawing/2014/main" id="{BBF32DE7-F26B-6747-8D1C-21F79EC8B1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6"/>
                  <a:ext cx="1198" cy="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29" name="AutoShape 417">
                  <a:extLst>
                    <a:ext uri="{FF2B5EF4-FFF2-40B4-BE49-F238E27FC236}">
                      <a16:creationId xmlns:a16="http://schemas.microsoft.com/office/drawing/2014/main" id="{FF922F0B-EF31-AB4A-A5EA-3FA7101E96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2713"/>
                  <a:ext cx="1070" cy="8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30" name="Oval 418">
                  <a:extLst>
                    <a:ext uri="{FF2B5EF4-FFF2-40B4-BE49-F238E27FC236}">
                      <a16:creationId xmlns:a16="http://schemas.microsoft.com/office/drawing/2014/main" id="{BB6526D2-E304-EA47-868B-62023801D9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31" name="Oval 419">
                  <a:extLst>
                    <a:ext uri="{FF2B5EF4-FFF2-40B4-BE49-F238E27FC236}">
                      <a16:creationId xmlns:a16="http://schemas.microsoft.com/office/drawing/2014/main" id="{4390F52E-4427-8240-A6CD-9F975F0B8C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32" name="Oval 420">
                  <a:extLst>
                    <a:ext uri="{FF2B5EF4-FFF2-40B4-BE49-F238E27FC236}">
                      <a16:creationId xmlns:a16="http://schemas.microsoft.com/office/drawing/2014/main" id="{17E60F8D-F128-F140-A015-7BE8151AF9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33" name="Rectangle 421">
                  <a:extLst>
                    <a:ext uri="{FF2B5EF4-FFF2-40B4-BE49-F238E27FC236}">
                      <a16:creationId xmlns:a16="http://schemas.microsoft.com/office/drawing/2014/main" id="{DE9F5E27-DCB1-A549-A90A-C0BACA49C5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451" name="Group 19">
                <a:extLst>
                  <a:ext uri="{FF2B5EF4-FFF2-40B4-BE49-F238E27FC236}">
                    <a16:creationId xmlns:a16="http://schemas.microsoft.com/office/drawing/2014/main" id="{E14109E5-50CE-4847-B30A-2C61F96D4C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424267" y="2381125"/>
                <a:ext cx="809625" cy="1049338"/>
                <a:chOff x="4296" y="2627"/>
                <a:chExt cx="510" cy="661"/>
              </a:xfrm>
            </p:grpSpPr>
            <p:sp>
              <p:nvSpPr>
                <p:cNvPr id="531" name="Rectangle 20">
                  <a:extLst>
                    <a:ext uri="{FF2B5EF4-FFF2-40B4-BE49-F238E27FC236}">
                      <a16:creationId xmlns:a16="http://schemas.microsoft.com/office/drawing/2014/main" id="{AC5B0A66-A167-204E-8BFA-3B433DC5EA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2" name="Text Box 21">
                  <a:extLst>
                    <a:ext uri="{FF2B5EF4-FFF2-40B4-BE49-F238E27FC236}">
                      <a16:creationId xmlns:a16="http://schemas.microsoft.com/office/drawing/2014/main" id="{0F59B7E1-B7F5-BB4A-BBE3-B5F7809DD24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98" y="2627"/>
                  <a:ext cx="485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mail</a:t>
                  </a:r>
                </a:p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server</a:t>
                  </a: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3" name="Rectangle 22">
                  <a:extLst>
                    <a:ext uri="{FF2B5EF4-FFF2-40B4-BE49-F238E27FC236}">
                      <a16:creationId xmlns:a16="http://schemas.microsoft.com/office/drawing/2014/main" id="{71535726-47D0-144C-BBB8-62C6C2FEFF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4" name="Line 23">
                  <a:extLst>
                    <a:ext uri="{FF2B5EF4-FFF2-40B4-BE49-F238E27FC236}">
                      <a16:creationId xmlns:a16="http://schemas.microsoft.com/office/drawing/2014/main" id="{DA368A70-02AC-1B46-A642-02BA5ECF6E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9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5" name="Line 24">
                  <a:extLst>
                    <a:ext uri="{FF2B5EF4-FFF2-40B4-BE49-F238E27FC236}">
                      <a16:creationId xmlns:a16="http://schemas.microsoft.com/office/drawing/2014/main" id="{F13ECAFE-D297-7F4B-812D-941FBEE37E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8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6" name="Line 25">
                  <a:extLst>
                    <a:ext uri="{FF2B5EF4-FFF2-40B4-BE49-F238E27FC236}">
                      <a16:creationId xmlns:a16="http://schemas.microsoft.com/office/drawing/2014/main" id="{D1B35153-5338-A043-BE0E-433F05C250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3" y="3035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7" name="Line 26">
                  <a:extLst>
                    <a:ext uri="{FF2B5EF4-FFF2-40B4-BE49-F238E27FC236}">
                      <a16:creationId xmlns:a16="http://schemas.microsoft.com/office/drawing/2014/main" id="{89EADCDA-274C-2E43-8C54-9FCA855047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0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8" name="Line 27">
                  <a:extLst>
                    <a:ext uri="{FF2B5EF4-FFF2-40B4-BE49-F238E27FC236}">
                      <a16:creationId xmlns:a16="http://schemas.microsoft.com/office/drawing/2014/main" id="{17DEFD25-82BB-6545-B3F0-B1240F51A5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1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9" name="Line 28">
                  <a:extLst>
                    <a:ext uri="{FF2B5EF4-FFF2-40B4-BE49-F238E27FC236}">
                      <a16:creationId xmlns:a16="http://schemas.microsoft.com/office/drawing/2014/main" id="{694FC287-3940-D144-83E9-13190F74DA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7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0" name="Line 29">
                  <a:extLst>
                    <a:ext uri="{FF2B5EF4-FFF2-40B4-BE49-F238E27FC236}">
                      <a16:creationId xmlns:a16="http://schemas.microsoft.com/office/drawing/2014/main" id="{BAE767AB-23DB-7E44-99F4-F111322754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22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1" name="Rectangle 30">
                  <a:extLst>
                    <a:ext uri="{FF2B5EF4-FFF2-40B4-BE49-F238E27FC236}">
                      <a16:creationId xmlns:a16="http://schemas.microsoft.com/office/drawing/2014/main" id="{49A7C92C-8BD2-6B47-9196-5E60999B8B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2" name="Rectangle 31">
                  <a:extLst>
                    <a:ext uri="{FF2B5EF4-FFF2-40B4-BE49-F238E27FC236}">
                      <a16:creationId xmlns:a16="http://schemas.microsoft.com/office/drawing/2014/main" id="{C3A9FD5C-54B1-7D45-B12D-299767B3AC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3" name="Rectangle 32">
                  <a:extLst>
                    <a:ext uri="{FF2B5EF4-FFF2-40B4-BE49-F238E27FC236}">
                      <a16:creationId xmlns:a16="http://schemas.microsoft.com/office/drawing/2014/main" id="{2DFC74AC-2A06-B94B-9404-34F755D719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4" name="Rectangle 33">
                  <a:extLst>
                    <a:ext uri="{FF2B5EF4-FFF2-40B4-BE49-F238E27FC236}">
                      <a16:creationId xmlns:a16="http://schemas.microsoft.com/office/drawing/2014/main" id="{9821B6CC-315C-8446-BDFF-A89664E704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5" name="Rectangle 34">
                  <a:extLst>
                    <a:ext uri="{FF2B5EF4-FFF2-40B4-BE49-F238E27FC236}">
                      <a16:creationId xmlns:a16="http://schemas.microsoft.com/office/drawing/2014/main" id="{DAB5F22E-A0E3-4743-8405-E2AEEFFCAD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4EA5111-B6B7-B344-B449-F28A4145AF94}"/>
                </a:ext>
              </a:extLst>
            </p:cNvPr>
            <p:cNvGrpSpPr/>
            <p:nvPr/>
          </p:nvGrpSpPr>
          <p:grpSpPr>
            <a:xfrm>
              <a:off x="7241455" y="3576512"/>
              <a:ext cx="992187" cy="1254126"/>
              <a:chOff x="7241455" y="3576512"/>
              <a:chExt cx="992187" cy="1254126"/>
            </a:xfrm>
          </p:grpSpPr>
          <p:grpSp>
            <p:nvGrpSpPr>
              <p:cNvPr id="448" name="Group 356">
                <a:extLst>
                  <a:ext uri="{FF2B5EF4-FFF2-40B4-BE49-F238E27FC236}">
                    <a16:creationId xmlns:a16="http://schemas.microsoft.com/office/drawing/2014/main" id="{E94FBB23-E0FF-2E4C-ADA9-B7693567EB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41455" y="3576512"/>
                <a:ext cx="477838" cy="715963"/>
                <a:chOff x="4140" y="429"/>
                <a:chExt cx="1425" cy="2396"/>
              </a:xfrm>
            </p:grpSpPr>
            <p:sp>
              <p:nvSpPr>
                <p:cNvPr id="578" name="Freeform 357">
                  <a:extLst>
                    <a:ext uri="{FF2B5EF4-FFF2-40B4-BE49-F238E27FC236}">
                      <a16:creationId xmlns:a16="http://schemas.microsoft.com/office/drawing/2014/main" id="{83F8A882-2D18-F84A-A8B3-6AFE04482C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12 w 354"/>
                    <a:gd name="T3" fmla="*/ 23 h 2742"/>
                    <a:gd name="T4" fmla="*/ 12 w 354"/>
                    <a:gd name="T5" fmla="*/ 171 h 2742"/>
                    <a:gd name="T6" fmla="*/ 0 w 354"/>
                    <a:gd name="T7" fmla="*/ 179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79" name="Rectangle 358">
                  <a:extLst>
                    <a:ext uri="{FF2B5EF4-FFF2-40B4-BE49-F238E27FC236}">
                      <a16:creationId xmlns:a16="http://schemas.microsoft.com/office/drawing/2014/main" id="{9C1CE4E9-0931-724C-9C29-8D583A01F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429"/>
                  <a:ext cx="1046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80" name="Freeform 359">
                  <a:extLst>
                    <a:ext uri="{FF2B5EF4-FFF2-40B4-BE49-F238E27FC236}">
                      <a16:creationId xmlns:a16="http://schemas.microsoft.com/office/drawing/2014/main" id="{5EDD0773-DE61-DE40-83D1-11CAD8B590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7 w 211"/>
                    <a:gd name="T3" fmla="*/ 15 h 2537"/>
                    <a:gd name="T4" fmla="*/ 2 w 211"/>
                    <a:gd name="T5" fmla="*/ 16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81" name="Freeform 360">
                  <a:extLst>
                    <a:ext uri="{FF2B5EF4-FFF2-40B4-BE49-F238E27FC236}">
                      <a16:creationId xmlns:a16="http://schemas.microsoft.com/office/drawing/2014/main" id="{52B4DD92-CFC5-9245-BB48-BB112C50A0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9 h 226"/>
                    <a:gd name="T4" fmla="*/ 11 w 328"/>
                    <a:gd name="T5" fmla="*/ 16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82" name="Rectangle 361">
                  <a:extLst>
                    <a:ext uri="{FF2B5EF4-FFF2-40B4-BE49-F238E27FC236}">
                      <a16:creationId xmlns:a16="http://schemas.microsoft.com/office/drawing/2014/main" id="{D4F645E8-31AB-5245-8FAA-CAC16B245C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583" name="Group 362">
                  <a:extLst>
                    <a:ext uri="{FF2B5EF4-FFF2-40B4-BE49-F238E27FC236}">
                      <a16:creationId xmlns:a16="http://schemas.microsoft.com/office/drawing/2014/main" id="{EBFEFCB3-1DE5-534A-BB6F-F63DB31F192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608" name="AutoShape 363">
                    <a:extLst>
                      <a:ext uri="{FF2B5EF4-FFF2-40B4-BE49-F238E27FC236}">
                        <a16:creationId xmlns:a16="http://schemas.microsoft.com/office/drawing/2014/main" id="{F74423DF-E08E-F346-B899-EAB3551FCA3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8"/>
                    <a:ext cx="721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09" name="AutoShape 364">
                    <a:extLst>
                      <a:ext uri="{FF2B5EF4-FFF2-40B4-BE49-F238E27FC236}">
                        <a16:creationId xmlns:a16="http://schemas.microsoft.com/office/drawing/2014/main" id="{4FF1799F-7FEB-6F4A-9DBF-9929B67C89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3"/>
                    <a:ext cx="685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584" name="Rectangle 365">
                  <a:extLst>
                    <a:ext uri="{FF2B5EF4-FFF2-40B4-BE49-F238E27FC236}">
                      <a16:creationId xmlns:a16="http://schemas.microsoft.com/office/drawing/2014/main" id="{B07FB88B-4AAA-E84E-9D0B-2BFBEC9383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585" name="Group 366">
                  <a:extLst>
                    <a:ext uri="{FF2B5EF4-FFF2-40B4-BE49-F238E27FC236}">
                      <a16:creationId xmlns:a16="http://schemas.microsoft.com/office/drawing/2014/main" id="{A3E91AB2-1E99-EB48-89FF-E9A629275BA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606" name="AutoShape 367">
                    <a:extLst>
                      <a:ext uri="{FF2B5EF4-FFF2-40B4-BE49-F238E27FC236}">
                        <a16:creationId xmlns:a16="http://schemas.microsoft.com/office/drawing/2014/main" id="{F3BF2799-81E1-EB48-82D8-0C7388FC1D1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7" cy="14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07" name="AutoShape 368">
                    <a:extLst>
                      <a:ext uri="{FF2B5EF4-FFF2-40B4-BE49-F238E27FC236}">
                        <a16:creationId xmlns:a16="http://schemas.microsoft.com/office/drawing/2014/main" id="{40815B01-E265-EF4D-B7AD-0310DB1E52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3"/>
                    <a:ext cx="691" cy="11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586" name="Rectangle 369">
                  <a:extLst>
                    <a:ext uri="{FF2B5EF4-FFF2-40B4-BE49-F238E27FC236}">
                      <a16:creationId xmlns:a16="http://schemas.microsoft.com/office/drawing/2014/main" id="{D725FCD3-6F82-BD46-A54E-AD91C9C01D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87" name="Rectangle 370">
                  <a:extLst>
                    <a:ext uri="{FF2B5EF4-FFF2-40B4-BE49-F238E27FC236}">
                      <a16:creationId xmlns:a16="http://schemas.microsoft.com/office/drawing/2014/main" id="{EECD261C-17CF-5541-AF55-4668703B9D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588" name="Group 371">
                  <a:extLst>
                    <a:ext uri="{FF2B5EF4-FFF2-40B4-BE49-F238E27FC236}">
                      <a16:creationId xmlns:a16="http://schemas.microsoft.com/office/drawing/2014/main" id="{59C6E391-34C0-6749-ADF1-A8C086AE5EF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604" name="AutoShape 372">
                    <a:extLst>
                      <a:ext uri="{FF2B5EF4-FFF2-40B4-BE49-F238E27FC236}">
                        <a16:creationId xmlns:a16="http://schemas.microsoft.com/office/drawing/2014/main" id="{464BBA8C-E6AB-BF4F-A793-C3FE2EB21E3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70"/>
                    <a:ext cx="725" cy="1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05" name="AutoShape 373">
                    <a:extLst>
                      <a:ext uri="{FF2B5EF4-FFF2-40B4-BE49-F238E27FC236}">
                        <a16:creationId xmlns:a16="http://schemas.microsoft.com/office/drawing/2014/main" id="{A595B797-10DB-C24B-ADD1-006D1A2CC82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5"/>
                    <a:ext cx="690" cy="108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589" name="Freeform 374">
                  <a:extLst>
                    <a:ext uri="{FF2B5EF4-FFF2-40B4-BE49-F238E27FC236}">
                      <a16:creationId xmlns:a16="http://schemas.microsoft.com/office/drawing/2014/main" id="{9EF523C5-BBA5-CC44-9C9B-8D6BBA2FB8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8 h 226"/>
                    <a:gd name="T4" fmla="*/ 11 w 328"/>
                    <a:gd name="T5" fmla="*/ 14 h 226"/>
                    <a:gd name="T6" fmla="*/ 0 w 328"/>
                    <a:gd name="T7" fmla="*/ 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590" name="Group 375">
                  <a:extLst>
                    <a:ext uri="{FF2B5EF4-FFF2-40B4-BE49-F238E27FC236}">
                      <a16:creationId xmlns:a16="http://schemas.microsoft.com/office/drawing/2014/main" id="{21A7BCE0-C905-7245-9132-B22060D6523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602" name="AutoShape 376">
                    <a:extLst>
                      <a:ext uri="{FF2B5EF4-FFF2-40B4-BE49-F238E27FC236}">
                        <a16:creationId xmlns:a16="http://schemas.microsoft.com/office/drawing/2014/main" id="{8662D52E-AA25-6B4C-87A1-ADE96C3E7E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68"/>
                    <a:ext cx="702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03" name="AutoShape 377">
                    <a:extLst>
                      <a:ext uri="{FF2B5EF4-FFF2-40B4-BE49-F238E27FC236}">
                        <a16:creationId xmlns:a16="http://schemas.microsoft.com/office/drawing/2014/main" id="{0DB37A7B-978A-FF4B-896E-D4181E5F806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4"/>
                    <a:ext cx="672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591" name="Rectangle 378">
                  <a:extLst>
                    <a:ext uri="{FF2B5EF4-FFF2-40B4-BE49-F238E27FC236}">
                      <a16:creationId xmlns:a16="http://schemas.microsoft.com/office/drawing/2014/main" id="{B290BD75-E362-B344-A460-F9BB76BE6A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8" y="429"/>
                  <a:ext cx="71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92" name="Freeform 379">
                  <a:extLst>
                    <a:ext uri="{FF2B5EF4-FFF2-40B4-BE49-F238E27FC236}">
                      <a16:creationId xmlns:a16="http://schemas.microsoft.com/office/drawing/2014/main" id="{79B15B23-8A2F-934E-9C61-06ABF9B8B3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1 w 296"/>
                    <a:gd name="T3" fmla="*/ 8 h 256"/>
                    <a:gd name="T4" fmla="*/ 11 w 296"/>
                    <a:gd name="T5" fmla="*/ 16 h 256"/>
                    <a:gd name="T6" fmla="*/ 0 w 296"/>
                    <a:gd name="T7" fmla="*/ 6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93" name="Freeform 380">
                  <a:extLst>
                    <a:ext uri="{FF2B5EF4-FFF2-40B4-BE49-F238E27FC236}">
                      <a16:creationId xmlns:a16="http://schemas.microsoft.com/office/drawing/2014/main" id="{469D94BF-4B49-C849-B61B-9F7323E2D4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1 w 304"/>
                    <a:gd name="T3" fmla="*/ 11 h 288"/>
                    <a:gd name="T4" fmla="*/ 10 w 304"/>
                    <a:gd name="T5" fmla="*/ 19 h 288"/>
                    <a:gd name="T6" fmla="*/ 2 w 304"/>
                    <a:gd name="T7" fmla="*/ 8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94" name="Oval 381">
                  <a:extLst>
                    <a:ext uri="{FF2B5EF4-FFF2-40B4-BE49-F238E27FC236}">
                      <a16:creationId xmlns:a16="http://schemas.microsoft.com/office/drawing/2014/main" id="{DD6BD772-CB8F-5D41-8B4D-D90DBB916A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95" name="Freeform 382">
                  <a:extLst>
                    <a:ext uri="{FF2B5EF4-FFF2-40B4-BE49-F238E27FC236}">
                      <a16:creationId xmlns:a16="http://schemas.microsoft.com/office/drawing/2014/main" id="{E75141AB-B05A-D643-89AE-5FE2CD0634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8 h 240"/>
                    <a:gd name="T2" fmla="*/ 2 w 306"/>
                    <a:gd name="T3" fmla="*/ 16 h 240"/>
                    <a:gd name="T4" fmla="*/ 11 w 306"/>
                    <a:gd name="T5" fmla="*/ 8 h 240"/>
                    <a:gd name="T6" fmla="*/ 11 w 306"/>
                    <a:gd name="T7" fmla="*/ 0 h 240"/>
                    <a:gd name="T8" fmla="*/ 0 w 306"/>
                    <a:gd name="T9" fmla="*/ 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96" name="AutoShape 383">
                  <a:extLst>
                    <a:ext uri="{FF2B5EF4-FFF2-40B4-BE49-F238E27FC236}">
                      <a16:creationId xmlns:a16="http://schemas.microsoft.com/office/drawing/2014/main" id="{CB79249E-240C-7C4E-9C97-68F86E877A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6"/>
                  <a:ext cx="1198" cy="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97" name="AutoShape 384">
                  <a:extLst>
                    <a:ext uri="{FF2B5EF4-FFF2-40B4-BE49-F238E27FC236}">
                      <a16:creationId xmlns:a16="http://schemas.microsoft.com/office/drawing/2014/main" id="{AFE02841-E545-6D43-9842-35F1873A31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2713"/>
                  <a:ext cx="1070" cy="8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98" name="Oval 385">
                  <a:extLst>
                    <a:ext uri="{FF2B5EF4-FFF2-40B4-BE49-F238E27FC236}">
                      <a16:creationId xmlns:a16="http://schemas.microsoft.com/office/drawing/2014/main" id="{DF028839-2C39-E346-9828-0EEC6CA8F1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99" name="Oval 386">
                  <a:extLst>
                    <a:ext uri="{FF2B5EF4-FFF2-40B4-BE49-F238E27FC236}">
                      <a16:creationId xmlns:a16="http://schemas.microsoft.com/office/drawing/2014/main" id="{6996D80D-9F55-9848-983C-5CF57CA311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00" name="Oval 387">
                  <a:extLst>
                    <a:ext uri="{FF2B5EF4-FFF2-40B4-BE49-F238E27FC236}">
                      <a16:creationId xmlns:a16="http://schemas.microsoft.com/office/drawing/2014/main" id="{5F857B48-B4B0-8742-B029-9B1DE20206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01" name="Rectangle 388">
                  <a:extLst>
                    <a:ext uri="{FF2B5EF4-FFF2-40B4-BE49-F238E27FC236}">
                      <a16:creationId xmlns:a16="http://schemas.microsoft.com/office/drawing/2014/main" id="{C5C7B7F3-1D8A-8641-8A5D-BAA406A899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452" name="Group 60">
                <a:extLst>
                  <a:ext uri="{FF2B5EF4-FFF2-40B4-BE49-F238E27FC236}">
                    <a16:creationId xmlns:a16="http://schemas.microsoft.com/office/drawing/2014/main" id="{1D0A3D53-03AA-0E40-B5FB-181B8E2FEA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24017" y="3781300"/>
                <a:ext cx="809625" cy="1049338"/>
                <a:chOff x="4296" y="2627"/>
                <a:chExt cx="510" cy="661"/>
              </a:xfrm>
            </p:grpSpPr>
            <p:sp>
              <p:nvSpPr>
                <p:cNvPr id="516" name="Rectangle 61">
                  <a:extLst>
                    <a:ext uri="{FF2B5EF4-FFF2-40B4-BE49-F238E27FC236}">
                      <a16:creationId xmlns:a16="http://schemas.microsoft.com/office/drawing/2014/main" id="{09E3AC14-3A72-6246-B449-8586196CBA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7" name="Text Box 62">
                  <a:extLst>
                    <a:ext uri="{FF2B5EF4-FFF2-40B4-BE49-F238E27FC236}">
                      <a16:creationId xmlns:a16="http://schemas.microsoft.com/office/drawing/2014/main" id="{D2A4573A-250B-6A45-8C10-89684568692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98" y="2627"/>
                  <a:ext cx="485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mail</a:t>
                  </a:r>
                </a:p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server</a:t>
                  </a: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8" name="Rectangle 63">
                  <a:extLst>
                    <a:ext uri="{FF2B5EF4-FFF2-40B4-BE49-F238E27FC236}">
                      <a16:creationId xmlns:a16="http://schemas.microsoft.com/office/drawing/2014/main" id="{40146E01-E619-F546-B029-CBBAAF30C8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9" name="Line 64">
                  <a:extLst>
                    <a:ext uri="{FF2B5EF4-FFF2-40B4-BE49-F238E27FC236}">
                      <a16:creationId xmlns:a16="http://schemas.microsoft.com/office/drawing/2014/main" id="{FCC8A08D-9C98-EB41-A948-990137F339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9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0" name="Line 65">
                  <a:extLst>
                    <a:ext uri="{FF2B5EF4-FFF2-40B4-BE49-F238E27FC236}">
                      <a16:creationId xmlns:a16="http://schemas.microsoft.com/office/drawing/2014/main" id="{75D0D962-9B47-2146-995B-5D3637B8EB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8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1" name="Line 66">
                  <a:extLst>
                    <a:ext uri="{FF2B5EF4-FFF2-40B4-BE49-F238E27FC236}">
                      <a16:creationId xmlns:a16="http://schemas.microsoft.com/office/drawing/2014/main" id="{4362F887-D4F4-4343-A7F9-49AF2E8600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3" y="3035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2" name="Line 67">
                  <a:extLst>
                    <a:ext uri="{FF2B5EF4-FFF2-40B4-BE49-F238E27FC236}">
                      <a16:creationId xmlns:a16="http://schemas.microsoft.com/office/drawing/2014/main" id="{4A49EBF7-F329-CC4A-8B42-F722F30857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0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3" name="Line 68">
                  <a:extLst>
                    <a:ext uri="{FF2B5EF4-FFF2-40B4-BE49-F238E27FC236}">
                      <a16:creationId xmlns:a16="http://schemas.microsoft.com/office/drawing/2014/main" id="{82EFD27F-3B61-A346-B083-AAFCDF0EA5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1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4" name="Line 69">
                  <a:extLst>
                    <a:ext uri="{FF2B5EF4-FFF2-40B4-BE49-F238E27FC236}">
                      <a16:creationId xmlns:a16="http://schemas.microsoft.com/office/drawing/2014/main" id="{6C135136-1AE0-D94F-997B-F186DFAB8A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7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5" name="Line 70">
                  <a:extLst>
                    <a:ext uri="{FF2B5EF4-FFF2-40B4-BE49-F238E27FC236}">
                      <a16:creationId xmlns:a16="http://schemas.microsoft.com/office/drawing/2014/main" id="{016DC3AC-C1A5-5A41-8B1E-93A178B84A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22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6" name="Rectangle 71">
                  <a:extLst>
                    <a:ext uri="{FF2B5EF4-FFF2-40B4-BE49-F238E27FC236}">
                      <a16:creationId xmlns:a16="http://schemas.microsoft.com/office/drawing/2014/main" id="{F20CF242-1809-FA43-9084-68A8CC4F3F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7" name="Rectangle 72">
                  <a:extLst>
                    <a:ext uri="{FF2B5EF4-FFF2-40B4-BE49-F238E27FC236}">
                      <a16:creationId xmlns:a16="http://schemas.microsoft.com/office/drawing/2014/main" id="{A951A319-F2ED-E54B-BC34-067EB07B74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8" name="Rectangle 73">
                  <a:extLst>
                    <a:ext uri="{FF2B5EF4-FFF2-40B4-BE49-F238E27FC236}">
                      <a16:creationId xmlns:a16="http://schemas.microsoft.com/office/drawing/2014/main" id="{C9389D47-A050-7E4E-9C99-66E158B132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9" name="Rectangle 74">
                  <a:extLst>
                    <a:ext uri="{FF2B5EF4-FFF2-40B4-BE49-F238E27FC236}">
                      <a16:creationId xmlns:a16="http://schemas.microsoft.com/office/drawing/2014/main" id="{82A09EAE-ECEF-4840-9456-E78E947753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0" name="Rectangle 75">
                  <a:extLst>
                    <a:ext uri="{FF2B5EF4-FFF2-40B4-BE49-F238E27FC236}">
                      <a16:creationId xmlns:a16="http://schemas.microsoft.com/office/drawing/2014/main" id="{98C78C1E-7887-EB4B-AF3E-B1E5417851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BC336C6-3436-2F4A-914E-3D65E6CDC4AC}"/>
                </a:ext>
              </a:extLst>
            </p:cNvPr>
            <p:cNvGrpSpPr/>
            <p:nvPr/>
          </p:nvGrpSpPr>
          <p:grpSpPr>
            <a:xfrm>
              <a:off x="7263680" y="1234950"/>
              <a:ext cx="969962" cy="1347788"/>
              <a:chOff x="7263680" y="1234950"/>
              <a:chExt cx="969962" cy="1347788"/>
            </a:xfrm>
          </p:grpSpPr>
          <p:grpSp>
            <p:nvGrpSpPr>
              <p:cNvPr id="449" name="Group 320">
                <a:extLst>
                  <a:ext uri="{FF2B5EF4-FFF2-40B4-BE49-F238E27FC236}">
                    <a16:creationId xmlns:a16="http://schemas.microsoft.com/office/drawing/2014/main" id="{340E8E49-51CF-6E45-9052-CF7181389F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63680" y="1234950"/>
                <a:ext cx="477838" cy="715963"/>
                <a:chOff x="4140" y="429"/>
                <a:chExt cx="1425" cy="2396"/>
              </a:xfrm>
            </p:grpSpPr>
            <p:sp>
              <p:nvSpPr>
                <p:cNvPr id="546" name="Freeform 321">
                  <a:extLst>
                    <a:ext uri="{FF2B5EF4-FFF2-40B4-BE49-F238E27FC236}">
                      <a16:creationId xmlns:a16="http://schemas.microsoft.com/office/drawing/2014/main" id="{BEC5D903-8ABE-D349-8FB8-1F0733D7C3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12 w 354"/>
                    <a:gd name="T3" fmla="*/ 23 h 2742"/>
                    <a:gd name="T4" fmla="*/ 12 w 354"/>
                    <a:gd name="T5" fmla="*/ 171 h 2742"/>
                    <a:gd name="T6" fmla="*/ 0 w 354"/>
                    <a:gd name="T7" fmla="*/ 179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7" name="Rectangle 322">
                  <a:extLst>
                    <a:ext uri="{FF2B5EF4-FFF2-40B4-BE49-F238E27FC236}">
                      <a16:creationId xmlns:a16="http://schemas.microsoft.com/office/drawing/2014/main" id="{534FC966-A738-5346-9EAA-EA12C5BAE7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429"/>
                  <a:ext cx="1046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8" name="Freeform 323">
                  <a:extLst>
                    <a:ext uri="{FF2B5EF4-FFF2-40B4-BE49-F238E27FC236}">
                      <a16:creationId xmlns:a16="http://schemas.microsoft.com/office/drawing/2014/main" id="{C7AAE311-58A8-B540-B624-7805E2A918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7 w 211"/>
                    <a:gd name="T3" fmla="*/ 15 h 2537"/>
                    <a:gd name="T4" fmla="*/ 2 w 211"/>
                    <a:gd name="T5" fmla="*/ 16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9" name="Freeform 324">
                  <a:extLst>
                    <a:ext uri="{FF2B5EF4-FFF2-40B4-BE49-F238E27FC236}">
                      <a16:creationId xmlns:a16="http://schemas.microsoft.com/office/drawing/2014/main" id="{4A162690-8387-C94A-859C-898885C0C5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9 h 226"/>
                    <a:gd name="T4" fmla="*/ 11 w 328"/>
                    <a:gd name="T5" fmla="*/ 16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50" name="Rectangle 325">
                  <a:extLst>
                    <a:ext uri="{FF2B5EF4-FFF2-40B4-BE49-F238E27FC236}">
                      <a16:creationId xmlns:a16="http://schemas.microsoft.com/office/drawing/2014/main" id="{B8FCFAA4-5C48-0E42-B3F1-753DEF9195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551" name="Group 326">
                  <a:extLst>
                    <a:ext uri="{FF2B5EF4-FFF2-40B4-BE49-F238E27FC236}">
                      <a16:creationId xmlns:a16="http://schemas.microsoft.com/office/drawing/2014/main" id="{F3C28584-49A3-D049-AF9D-3686D903CF4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576" name="AutoShape 327">
                    <a:extLst>
                      <a:ext uri="{FF2B5EF4-FFF2-40B4-BE49-F238E27FC236}">
                        <a16:creationId xmlns:a16="http://schemas.microsoft.com/office/drawing/2014/main" id="{6FB655FB-E665-6C42-A605-72C0C5F8EF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8"/>
                    <a:ext cx="721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77" name="AutoShape 328">
                    <a:extLst>
                      <a:ext uri="{FF2B5EF4-FFF2-40B4-BE49-F238E27FC236}">
                        <a16:creationId xmlns:a16="http://schemas.microsoft.com/office/drawing/2014/main" id="{632596E8-4400-A54F-A67A-E9F5167C71F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3"/>
                    <a:ext cx="685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552" name="Rectangle 329">
                  <a:extLst>
                    <a:ext uri="{FF2B5EF4-FFF2-40B4-BE49-F238E27FC236}">
                      <a16:creationId xmlns:a16="http://schemas.microsoft.com/office/drawing/2014/main" id="{67BA56C1-E98C-B945-B3EF-CC7F50A4EC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553" name="Group 330">
                  <a:extLst>
                    <a:ext uri="{FF2B5EF4-FFF2-40B4-BE49-F238E27FC236}">
                      <a16:creationId xmlns:a16="http://schemas.microsoft.com/office/drawing/2014/main" id="{5DE83AEA-657B-A646-94EA-B784E11C0A6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574" name="AutoShape 331">
                    <a:extLst>
                      <a:ext uri="{FF2B5EF4-FFF2-40B4-BE49-F238E27FC236}">
                        <a16:creationId xmlns:a16="http://schemas.microsoft.com/office/drawing/2014/main" id="{D9691199-9F63-E04B-A044-88265C68367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7" cy="14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75" name="AutoShape 332">
                    <a:extLst>
                      <a:ext uri="{FF2B5EF4-FFF2-40B4-BE49-F238E27FC236}">
                        <a16:creationId xmlns:a16="http://schemas.microsoft.com/office/drawing/2014/main" id="{861BBB5E-4B29-9743-9562-40018933ADC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3"/>
                    <a:ext cx="691" cy="11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554" name="Rectangle 333">
                  <a:extLst>
                    <a:ext uri="{FF2B5EF4-FFF2-40B4-BE49-F238E27FC236}">
                      <a16:creationId xmlns:a16="http://schemas.microsoft.com/office/drawing/2014/main" id="{5A0D44FC-AE5E-B848-BCCC-201581A9A8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55" name="Rectangle 334">
                  <a:extLst>
                    <a:ext uri="{FF2B5EF4-FFF2-40B4-BE49-F238E27FC236}">
                      <a16:creationId xmlns:a16="http://schemas.microsoft.com/office/drawing/2014/main" id="{25B33689-CD79-E34A-8116-B479B04C5A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556" name="Group 335">
                  <a:extLst>
                    <a:ext uri="{FF2B5EF4-FFF2-40B4-BE49-F238E27FC236}">
                      <a16:creationId xmlns:a16="http://schemas.microsoft.com/office/drawing/2014/main" id="{AABC70E1-3FC5-214D-95EB-D858D722845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572" name="AutoShape 336">
                    <a:extLst>
                      <a:ext uri="{FF2B5EF4-FFF2-40B4-BE49-F238E27FC236}">
                        <a16:creationId xmlns:a16="http://schemas.microsoft.com/office/drawing/2014/main" id="{C3D8D779-F8CB-CD40-BAC5-CB440D038F6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70"/>
                    <a:ext cx="725" cy="1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73" name="AutoShape 337">
                    <a:extLst>
                      <a:ext uri="{FF2B5EF4-FFF2-40B4-BE49-F238E27FC236}">
                        <a16:creationId xmlns:a16="http://schemas.microsoft.com/office/drawing/2014/main" id="{A7DC0708-50B4-3B45-91FC-E9945608169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5"/>
                    <a:ext cx="690" cy="108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557" name="Freeform 338">
                  <a:extLst>
                    <a:ext uri="{FF2B5EF4-FFF2-40B4-BE49-F238E27FC236}">
                      <a16:creationId xmlns:a16="http://schemas.microsoft.com/office/drawing/2014/main" id="{F81DB241-8545-2F47-8ED3-BCEF09EE98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8 h 226"/>
                    <a:gd name="T4" fmla="*/ 11 w 328"/>
                    <a:gd name="T5" fmla="*/ 14 h 226"/>
                    <a:gd name="T6" fmla="*/ 0 w 328"/>
                    <a:gd name="T7" fmla="*/ 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558" name="Group 339">
                  <a:extLst>
                    <a:ext uri="{FF2B5EF4-FFF2-40B4-BE49-F238E27FC236}">
                      <a16:creationId xmlns:a16="http://schemas.microsoft.com/office/drawing/2014/main" id="{660A80F0-E4A2-C94C-BA95-FC179A4D243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570" name="AutoShape 340">
                    <a:extLst>
                      <a:ext uri="{FF2B5EF4-FFF2-40B4-BE49-F238E27FC236}">
                        <a16:creationId xmlns:a16="http://schemas.microsoft.com/office/drawing/2014/main" id="{44957B4E-FA72-F842-B1DF-482FEA10C28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68"/>
                    <a:ext cx="702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71" name="AutoShape 341">
                    <a:extLst>
                      <a:ext uri="{FF2B5EF4-FFF2-40B4-BE49-F238E27FC236}">
                        <a16:creationId xmlns:a16="http://schemas.microsoft.com/office/drawing/2014/main" id="{A4BF6B7D-79D5-BA42-AE47-51D796FD875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4"/>
                    <a:ext cx="672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559" name="Rectangle 342">
                  <a:extLst>
                    <a:ext uri="{FF2B5EF4-FFF2-40B4-BE49-F238E27FC236}">
                      <a16:creationId xmlns:a16="http://schemas.microsoft.com/office/drawing/2014/main" id="{3D2F04C3-4A89-044A-928B-7883BBCFE8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8" y="429"/>
                  <a:ext cx="71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60" name="Freeform 343">
                  <a:extLst>
                    <a:ext uri="{FF2B5EF4-FFF2-40B4-BE49-F238E27FC236}">
                      <a16:creationId xmlns:a16="http://schemas.microsoft.com/office/drawing/2014/main" id="{C3465DBB-D953-194E-872E-54B6D50106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1 w 296"/>
                    <a:gd name="T3" fmla="*/ 8 h 256"/>
                    <a:gd name="T4" fmla="*/ 11 w 296"/>
                    <a:gd name="T5" fmla="*/ 16 h 256"/>
                    <a:gd name="T6" fmla="*/ 0 w 296"/>
                    <a:gd name="T7" fmla="*/ 6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61" name="Freeform 344">
                  <a:extLst>
                    <a:ext uri="{FF2B5EF4-FFF2-40B4-BE49-F238E27FC236}">
                      <a16:creationId xmlns:a16="http://schemas.microsoft.com/office/drawing/2014/main" id="{F1A04862-B02B-6B41-98AF-CDF41D7DFC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1 w 304"/>
                    <a:gd name="T3" fmla="*/ 11 h 288"/>
                    <a:gd name="T4" fmla="*/ 10 w 304"/>
                    <a:gd name="T5" fmla="*/ 19 h 288"/>
                    <a:gd name="T6" fmla="*/ 2 w 304"/>
                    <a:gd name="T7" fmla="*/ 8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62" name="Oval 345">
                  <a:extLst>
                    <a:ext uri="{FF2B5EF4-FFF2-40B4-BE49-F238E27FC236}">
                      <a16:creationId xmlns:a16="http://schemas.microsoft.com/office/drawing/2014/main" id="{9BD37437-ADA3-2944-BD51-EABFA9121F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63" name="Freeform 346">
                  <a:extLst>
                    <a:ext uri="{FF2B5EF4-FFF2-40B4-BE49-F238E27FC236}">
                      <a16:creationId xmlns:a16="http://schemas.microsoft.com/office/drawing/2014/main" id="{60737BBB-1922-B94B-9F49-5D5A31340F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8 h 240"/>
                    <a:gd name="T2" fmla="*/ 2 w 306"/>
                    <a:gd name="T3" fmla="*/ 16 h 240"/>
                    <a:gd name="T4" fmla="*/ 11 w 306"/>
                    <a:gd name="T5" fmla="*/ 8 h 240"/>
                    <a:gd name="T6" fmla="*/ 11 w 306"/>
                    <a:gd name="T7" fmla="*/ 0 h 240"/>
                    <a:gd name="T8" fmla="*/ 0 w 306"/>
                    <a:gd name="T9" fmla="*/ 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64" name="AutoShape 347">
                  <a:extLst>
                    <a:ext uri="{FF2B5EF4-FFF2-40B4-BE49-F238E27FC236}">
                      <a16:creationId xmlns:a16="http://schemas.microsoft.com/office/drawing/2014/main" id="{69A87503-8E72-B04D-B43E-68DE386A28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6"/>
                  <a:ext cx="1198" cy="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65" name="AutoShape 348">
                  <a:extLst>
                    <a:ext uri="{FF2B5EF4-FFF2-40B4-BE49-F238E27FC236}">
                      <a16:creationId xmlns:a16="http://schemas.microsoft.com/office/drawing/2014/main" id="{9C242210-75A1-C74A-AD41-CD3DFBA513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2713"/>
                  <a:ext cx="1070" cy="8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66" name="Oval 349">
                  <a:extLst>
                    <a:ext uri="{FF2B5EF4-FFF2-40B4-BE49-F238E27FC236}">
                      <a16:creationId xmlns:a16="http://schemas.microsoft.com/office/drawing/2014/main" id="{9E20BCA0-BB6D-EB46-A9ED-9D1E316B4D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67" name="Oval 350">
                  <a:extLst>
                    <a:ext uri="{FF2B5EF4-FFF2-40B4-BE49-F238E27FC236}">
                      <a16:creationId xmlns:a16="http://schemas.microsoft.com/office/drawing/2014/main" id="{297213E3-E288-8241-B9F6-8960296E41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8" name="Oval 351">
                  <a:extLst>
                    <a:ext uri="{FF2B5EF4-FFF2-40B4-BE49-F238E27FC236}">
                      <a16:creationId xmlns:a16="http://schemas.microsoft.com/office/drawing/2014/main" id="{5DA2A59F-3932-6E44-9575-17A09BF9BD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69" name="Rectangle 352">
                  <a:extLst>
                    <a:ext uri="{FF2B5EF4-FFF2-40B4-BE49-F238E27FC236}">
                      <a16:creationId xmlns:a16="http://schemas.microsoft.com/office/drawing/2014/main" id="{9C26FDA8-EA55-8941-A4CE-00104425A2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453" name="Group 96">
                <a:extLst>
                  <a:ext uri="{FF2B5EF4-FFF2-40B4-BE49-F238E27FC236}">
                    <a16:creationId xmlns:a16="http://schemas.microsoft.com/office/drawing/2014/main" id="{2000DD18-01EC-D249-9DB7-B38FA9A4FC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24017" y="1533400"/>
                <a:ext cx="809625" cy="1049338"/>
                <a:chOff x="4296" y="2627"/>
                <a:chExt cx="510" cy="661"/>
              </a:xfrm>
            </p:grpSpPr>
            <p:sp>
              <p:nvSpPr>
                <p:cNvPr id="501" name="Rectangle 97">
                  <a:extLst>
                    <a:ext uri="{FF2B5EF4-FFF2-40B4-BE49-F238E27FC236}">
                      <a16:creationId xmlns:a16="http://schemas.microsoft.com/office/drawing/2014/main" id="{B5114480-66D5-5F4F-8FBC-DCDDCD291F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2" name="Text Box 98">
                  <a:extLst>
                    <a:ext uri="{FF2B5EF4-FFF2-40B4-BE49-F238E27FC236}">
                      <a16:creationId xmlns:a16="http://schemas.microsoft.com/office/drawing/2014/main" id="{6724E005-ABDA-2D4B-8176-871B891BA5F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98" y="2627"/>
                  <a:ext cx="485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mail</a:t>
                  </a:r>
                </a:p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server</a:t>
                  </a: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3" name="Rectangle 99">
                  <a:extLst>
                    <a:ext uri="{FF2B5EF4-FFF2-40B4-BE49-F238E27FC236}">
                      <a16:creationId xmlns:a16="http://schemas.microsoft.com/office/drawing/2014/main" id="{20411000-C9BB-0146-BD6E-64ECE7F8CB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4" name="Line 100">
                  <a:extLst>
                    <a:ext uri="{FF2B5EF4-FFF2-40B4-BE49-F238E27FC236}">
                      <a16:creationId xmlns:a16="http://schemas.microsoft.com/office/drawing/2014/main" id="{417734CA-B3E5-ED4D-A76B-C9B698139B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9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5" name="Line 101">
                  <a:extLst>
                    <a:ext uri="{FF2B5EF4-FFF2-40B4-BE49-F238E27FC236}">
                      <a16:creationId xmlns:a16="http://schemas.microsoft.com/office/drawing/2014/main" id="{8B7FC465-941C-F44A-8BB8-04BF5FE7DE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8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6" name="Line 102">
                  <a:extLst>
                    <a:ext uri="{FF2B5EF4-FFF2-40B4-BE49-F238E27FC236}">
                      <a16:creationId xmlns:a16="http://schemas.microsoft.com/office/drawing/2014/main" id="{D3CD8D46-5D1A-864D-9835-95D91C69A1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3" y="3035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7" name="Line 103">
                  <a:extLst>
                    <a:ext uri="{FF2B5EF4-FFF2-40B4-BE49-F238E27FC236}">
                      <a16:creationId xmlns:a16="http://schemas.microsoft.com/office/drawing/2014/main" id="{0FF0EB99-7ED7-A54F-9F34-F24C7C5F10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0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8" name="Line 104">
                  <a:extLst>
                    <a:ext uri="{FF2B5EF4-FFF2-40B4-BE49-F238E27FC236}">
                      <a16:creationId xmlns:a16="http://schemas.microsoft.com/office/drawing/2014/main" id="{809DF9DB-9AF7-1548-B87E-4B6AF3CAC2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1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9" name="Line 105">
                  <a:extLst>
                    <a:ext uri="{FF2B5EF4-FFF2-40B4-BE49-F238E27FC236}">
                      <a16:creationId xmlns:a16="http://schemas.microsoft.com/office/drawing/2014/main" id="{5A1CA32A-2C23-8643-B0AD-CC79C24E33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7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0" name="Line 106">
                  <a:extLst>
                    <a:ext uri="{FF2B5EF4-FFF2-40B4-BE49-F238E27FC236}">
                      <a16:creationId xmlns:a16="http://schemas.microsoft.com/office/drawing/2014/main" id="{F1A1145A-6963-0D4A-B4F9-013614B715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22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1" name="Rectangle 107">
                  <a:extLst>
                    <a:ext uri="{FF2B5EF4-FFF2-40B4-BE49-F238E27FC236}">
                      <a16:creationId xmlns:a16="http://schemas.microsoft.com/office/drawing/2014/main" id="{F0E0A255-DDCC-F14C-897A-AE9D1CEAF5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2" name="Rectangle 108">
                  <a:extLst>
                    <a:ext uri="{FF2B5EF4-FFF2-40B4-BE49-F238E27FC236}">
                      <a16:creationId xmlns:a16="http://schemas.microsoft.com/office/drawing/2014/main" id="{A8229304-AE2F-4B4F-9A8B-A0DA1B2A36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3" name="Rectangle 109">
                  <a:extLst>
                    <a:ext uri="{FF2B5EF4-FFF2-40B4-BE49-F238E27FC236}">
                      <a16:creationId xmlns:a16="http://schemas.microsoft.com/office/drawing/2014/main" id="{07C5E7BA-0901-FE41-A8A0-490D8AD03E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4" name="Rectangle 110">
                  <a:extLst>
                    <a:ext uri="{FF2B5EF4-FFF2-40B4-BE49-F238E27FC236}">
                      <a16:creationId xmlns:a16="http://schemas.microsoft.com/office/drawing/2014/main" id="{421A29F7-5907-194D-9393-AFD8435D10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5" name="Rectangle 111">
                  <a:extLst>
                    <a:ext uri="{FF2B5EF4-FFF2-40B4-BE49-F238E27FC236}">
                      <a16:creationId xmlns:a16="http://schemas.microsoft.com/office/drawing/2014/main" id="{48DD03FB-6798-ED44-8836-A7F08A83D7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D47C044-747C-144D-AAD3-503C152CDDD4}"/>
              </a:ext>
            </a:extLst>
          </p:cNvPr>
          <p:cNvGrpSpPr/>
          <p:nvPr/>
        </p:nvGrpSpPr>
        <p:grpSpPr>
          <a:xfrm>
            <a:off x="7036667" y="2001712"/>
            <a:ext cx="2349500" cy="2209800"/>
            <a:chOff x="7036667" y="2001712"/>
            <a:chExt cx="2349500" cy="22098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2D7673F-3C6E-3A4B-BC47-0EEF8794D17D}"/>
                </a:ext>
              </a:extLst>
            </p:cNvPr>
            <p:cNvGrpSpPr/>
            <p:nvPr/>
          </p:nvGrpSpPr>
          <p:grpSpPr>
            <a:xfrm>
              <a:off x="8262217" y="3125662"/>
              <a:ext cx="1123950" cy="1085850"/>
              <a:chOff x="8262217" y="3125662"/>
              <a:chExt cx="1123950" cy="1085850"/>
            </a:xfrm>
          </p:grpSpPr>
          <p:sp>
            <p:nvSpPr>
              <p:cNvPr id="454" name="Line 117">
                <a:extLst>
                  <a:ext uri="{FF2B5EF4-FFF2-40B4-BE49-F238E27FC236}">
                    <a16:creationId xmlns:a16="http://schemas.microsoft.com/office/drawing/2014/main" id="{4A29E487-CD56-8749-B78A-9DA7D6B3AE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2217" y="3125662"/>
                <a:ext cx="1123950" cy="108585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456" name="Group 119">
                <a:extLst>
                  <a:ext uri="{FF2B5EF4-FFF2-40B4-BE49-F238E27FC236}">
                    <a16:creationId xmlns:a16="http://schemas.microsoft.com/office/drawing/2014/main" id="{8392F016-E5DA-B045-8480-EE0CC242FE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5405" y="3419350"/>
                <a:ext cx="1017588" cy="523875"/>
                <a:chOff x="3749" y="2537"/>
                <a:chExt cx="641" cy="330"/>
              </a:xfrm>
            </p:grpSpPr>
            <p:sp>
              <p:nvSpPr>
                <p:cNvPr id="499" name="Rectangle 120">
                  <a:extLst>
                    <a:ext uri="{FF2B5EF4-FFF2-40B4-BE49-F238E27FC236}">
                      <a16:creationId xmlns:a16="http://schemas.microsoft.com/office/drawing/2014/main" id="{099A1A3B-91B2-8044-BF4F-832870415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0" name="Text Box 121">
                  <a:extLst>
                    <a:ext uri="{FF2B5EF4-FFF2-40B4-BE49-F238E27FC236}">
                      <a16:creationId xmlns:a16="http://schemas.microsoft.com/office/drawing/2014/main" id="{F33E0D1E-FA20-9F44-8584-F9EC6F285FA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49" y="2537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2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C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SMTP</a:t>
                  </a:r>
                </a:p>
              </p:txBody>
            </p:sp>
          </p:grp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18BCB51-C445-2B48-96E9-33A1177485C4}"/>
                </a:ext>
              </a:extLst>
            </p:cNvPr>
            <p:cNvGrpSpPr/>
            <p:nvPr/>
          </p:nvGrpSpPr>
          <p:grpSpPr>
            <a:xfrm>
              <a:off x="8262217" y="2001712"/>
              <a:ext cx="1123950" cy="790575"/>
              <a:chOff x="8262217" y="2001712"/>
              <a:chExt cx="1123950" cy="790575"/>
            </a:xfrm>
          </p:grpSpPr>
          <p:sp>
            <p:nvSpPr>
              <p:cNvPr id="450" name="Line 9">
                <a:extLst>
                  <a:ext uri="{FF2B5EF4-FFF2-40B4-BE49-F238E27FC236}">
                    <a16:creationId xmlns:a16="http://schemas.microsoft.com/office/drawing/2014/main" id="{C85D5474-FE98-384B-A663-0D4ACC9DB9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62217" y="2001712"/>
                <a:ext cx="1123950" cy="790575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457" name="Group 122">
                <a:extLst>
                  <a:ext uri="{FF2B5EF4-FFF2-40B4-BE49-F238E27FC236}">
                    <a16:creationId xmlns:a16="http://schemas.microsoft.com/office/drawing/2014/main" id="{BBA0AF8E-CB3A-0344-A62B-9959A4196C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27305" y="2162050"/>
                <a:ext cx="1017588" cy="523875"/>
                <a:chOff x="3749" y="2537"/>
                <a:chExt cx="641" cy="330"/>
              </a:xfrm>
            </p:grpSpPr>
            <p:sp>
              <p:nvSpPr>
                <p:cNvPr id="497" name="Rectangle 123">
                  <a:extLst>
                    <a:ext uri="{FF2B5EF4-FFF2-40B4-BE49-F238E27FC236}">
                      <a16:creationId xmlns:a16="http://schemas.microsoft.com/office/drawing/2014/main" id="{099C1906-3821-1543-9E10-34EA59C232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98" name="Text Box 124">
                  <a:extLst>
                    <a:ext uri="{FF2B5EF4-FFF2-40B4-BE49-F238E27FC236}">
                      <a16:creationId xmlns:a16="http://schemas.microsoft.com/office/drawing/2014/main" id="{3EBC20E8-2C79-0144-BCCC-FDC909C15AE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49" y="2537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2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C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SMTP</a:t>
                  </a:r>
                </a:p>
              </p:txBody>
            </p:sp>
          </p:grp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9517890-8B38-E244-82C5-964EF5D704FC}"/>
                </a:ext>
              </a:extLst>
            </p:cNvPr>
            <p:cNvGrpSpPr/>
            <p:nvPr/>
          </p:nvGrpSpPr>
          <p:grpSpPr>
            <a:xfrm>
              <a:off x="7036667" y="2601787"/>
              <a:ext cx="1017588" cy="1247775"/>
              <a:chOff x="7036667" y="2601787"/>
              <a:chExt cx="1017588" cy="1247775"/>
            </a:xfrm>
          </p:grpSpPr>
          <p:sp>
            <p:nvSpPr>
              <p:cNvPr id="455" name="Line 118">
                <a:extLst>
                  <a:ext uri="{FF2B5EF4-FFF2-40B4-BE49-F238E27FC236}">
                    <a16:creationId xmlns:a16="http://schemas.microsoft.com/office/drawing/2014/main" id="{3E2BA10C-F026-3444-9F81-F7136C415A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519267" y="2601787"/>
                <a:ext cx="0" cy="1247775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458" name="Group 125">
                <a:extLst>
                  <a:ext uri="{FF2B5EF4-FFF2-40B4-BE49-F238E27FC236}">
                    <a16:creationId xmlns:a16="http://schemas.microsoft.com/office/drawing/2014/main" id="{01686861-2518-7E4A-9CA7-12F4D39AF8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036667" y="2809750"/>
                <a:ext cx="1017588" cy="523875"/>
                <a:chOff x="3770" y="2495"/>
                <a:chExt cx="641" cy="330"/>
              </a:xfrm>
            </p:grpSpPr>
            <p:sp>
              <p:nvSpPr>
                <p:cNvPr id="495" name="Rectangle 126">
                  <a:extLst>
                    <a:ext uri="{FF2B5EF4-FFF2-40B4-BE49-F238E27FC236}">
                      <a16:creationId xmlns:a16="http://schemas.microsoft.com/office/drawing/2014/main" id="{316A9CDF-5E07-6F44-8D92-09FD292C8B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96" name="Text Box 127">
                  <a:extLst>
                    <a:ext uri="{FF2B5EF4-FFF2-40B4-BE49-F238E27FC236}">
                      <a16:creationId xmlns:a16="http://schemas.microsoft.com/office/drawing/2014/main" id="{B5260883-E51F-614F-B418-1ADE3913D5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70" y="2495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2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C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SMTP</a:t>
                  </a:r>
                </a:p>
              </p:txBody>
            </p:sp>
          </p:grp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01D6118-1EED-624E-97BF-35AEC3281607}"/>
              </a:ext>
            </a:extLst>
          </p:cNvPr>
          <p:cNvGrpSpPr/>
          <p:nvPr/>
        </p:nvGrpSpPr>
        <p:grpSpPr>
          <a:xfrm>
            <a:off x="7646267" y="801562"/>
            <a:ext cx="3668713" cy="5118100"/>
            <a:chOff x="7646267" y="801562"/>
            <a:chExt cx="3668713" cy="5118100"/>
          </a:xfrm>
        </p:grpSpPr>
        <p:grpSp>
          <p:nvGrpSpPr>
            <p:cNvPr id="459" name="Group 423">
              <a:extLst>
                <a:ext uri="{FF2B5EF4-FFF2-40B4-BE49-F238E27FC236}">
                  <a16:creationId xmlns:a16="http://schemas.microsoft.com/office/drawing/2014/main" id="{A4841B85-38B7-2D4B-8B88-1F35C663B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16155" y="801562"/>
              <a:ext cx="925513" cy="1054100"/>
              <a:chOff x="3566" y="550"/>
              <a:chExt cx="583" cy="664"/>
            </a:xfrm>
          </p:grpSpPr>
          <p:grpSp>
            <p:nvGrpSpPr>
              <p:cNvPr id="490" name="Group 353">
                <a:extLst>
                  <a:ext uri="{FF2B5EF4-FFF2-40B4-BE49-F238E27FC236}">
                    <a16:creationId xmlns:a16="http://schemas.microsoft.com/office/drawing/2014/main" id="{AFD4D502-A0F1-D149-A78A-D73A82AE8B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493" name="Picture 354" descr="desktop_computer_stylized_medium">
                  <a:extLst>
                    <a:ext uri="{FF2B5EF4-FFF2-40B4-BE49-F238E27FC236}">
                      <a16:creationId xmlns:a16="http://schemas.microsoft.com/office/drawing/2014/main" id="{40D93FD7-DFF9-2B4D-B3B7-4EC913BFD3E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94" name="Freeform 355">
                  <a:extLst>
                    <a:ext uri="{FF2B5EF4-FFF2-40B4-BE49-F238E27FC236}">
                      <a16:creationId xmlns:a16="http://schemas.microsoft.com/office/drawing/2014/main" id="{A72A10F8-9FD3-CC47-9469-090A81B975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491" name="Rectangle 115">
                <a:extLst>
                  <a:ext uri="{FF2B5EF4-FFF2-40B4-BE49-F238E27FC236}">
                    <a16:creationId xmlns:a16="http://schemas.microsoft.com/office/drawing/2014/main" id="{D2C77E00-23F4-184B-A27D-C6B49F75B6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92" name="Text Box 116">
                <a:extLst>
                  <a:ext uri="{FF2B5EF4-FFF2-40B4-BE49-F238E27FC236}">
                    <a16:creationId xmlns:a16="http://schemas.microsoft.com/office/drawing/2014/main" id="{05F0290A-395C-4C46-87E1-FADC8794D6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460" name="Group 424">
              <a:extLst>
                <a:ext uri="{FF2B5EF4-FFF2-40B4-BE49-F238E27FC236}">
                  <a16:creationId xmlns:a16="http://schemas.microsoft.com/office/drawing/2014/main" id="{0A992F9B-3334-A546-963A-48B9382220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52917" y="1617537"/>
              <a:ext cx="925513" cy="1054100"/>
              <a:chOff x="3566" y="550"/>
              <a:chExt cx="583" cy="664"/>
            </a:xfrm>
          </p:grpSpPr>
          <p:grpSp>
            <p:nvGrpSpPr>
              <p:cNvPr id="485" name="Group 425">
                <a:extLst>
                  <a:ext uri="{FF2B5EF4-FFF2-40B4-BE49-F238E27FC236}">
                    <a16:creationId xmlns:a16="http://schemas.microsoft.com/office/drawing/2014/main" id="{EB280194-5E79-4E47-B5D1-CEEB0FF6E4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488" name="Picture 426" descr="desktop_computer_stylized_medium">
                  <a:extLst>
                    <a:ext uri="{FF2B5EF4-FFF2-40B4-BE49-F238E27FC236}">
                      <a16:creationId xmlns:a16="http://schemas.microsoft.com/office/drawing/2014/main" id="{95DD2938-B3F4-354F-AEEE-742FDF85FD7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89" name="Freeform 427">
                  <a:extLst>
                    <a:ext uri="{FF2B5EF4-FFF2-40B4-BE49-F238E27FC236}">
                      <a16:creationId xmlns:a16="http://schemas.microsoft.com/office/drawing/2014/main" id="{BD5151DD-FB70-C543-90A7-B0F10EB6BD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486" name="Rectangle 115">
                <a:extLst>
                  <a:ext uri="{FF2B5EF4-FFF2-40B4-BE49-F238E27FC236}">
                    <a16:creationId xmlns:a16="http://schemas.microsoft.com/office/drawing/2014/main" id="{85717AA4-5337-0347-AD50-71DA1D854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87" name="Text Box 116">
                <a:extLst>
                  <a:ext uri="{FF2B5EF4-FFF2-40B4-BE49-F238E27FC236}">
                    <a16:creationId xmlns:a16="http://schemas.microsoft.com/office/drawing/2014/main" id="{F3AA3464-AD31-9B4B-A076-587DC96DE0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461" name="Group 430">
              <a:extLst>
                <a:ext uri="{FF2B5EF4-FFF2-40B4-BE49-F238E27FC236}">
                  <a16:creationId xmlns:a16="http://schemas.microsoft.com/office/drawing/2014/main" id="{217AD242-63DC-3246-8983-194F60A7EA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89467" y="2379537"/>
              <a:ext cx="925513" cy="1054100"/>
              <a:chOff x="3566" y="550"/>
              <a:chExt cx="583" cy="664"/>
            </a:xfrm>
          </p:grpSpPr>
          <p:grpSp>
            <p:nvGrpSpPr>
              <p:cNvPr id="480" name="Group 431">
                <a:extLst>
                  <a:ext uri="{FF2B5EF4-FFF2-40B4-BE49-F238E27FC236}">
                    <a16:creationId xmlns:a16="http://schemas.microsoft.com/office/drawing/2014/main" id="{974C24FF-AF5F-3E4F-99B8-149696D509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483" name="Picture 432" descr="desktop_computer_stylized_medium">
                  <a:extLst>
                    <a:ext uri="{FF2B5EF4-FFF2-40B4-BE49-F238E27FC236}">
                      <a16:creationId xmlns:a16="http://schemas.microsoft.com/office/drawing/2014/main" id="{94FD5029-BA20-704F-8C99-9B3D77F962B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84" name="Freeform 433">
                  <a:extLst>
                    <a:ext uri="{FF2B5EF4-FFF2-40B4-BE49-F238E27FC236}">
                      <a16:creationId xmlns:a16="http://schemas.microsoft.com/office/drawing/2014/main" id="{63FE5925-A7DE-BB48-8E9D-2F611B484C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481" name="Rectangle 115">
                <a:extLst>
                  <a:ext uri="{FF2B5EF4-FFF2-40B4-BE49-F238E27FC236}">
                    <a16:creationId xmlns:a16="http://schemas.microsoft.com/office/drawing/2014/main" id="{7AA59CDE-1819-E74E-B35C-280552DE49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82" name="Text Box 116">
                <a:extLst>
                  <a:ext uri="{FF2B5EF4-FFF2-40B4-BE49-F238E27FC236}">
                    <a16:creationId xmlns:a16="http://schemas.microsoft.com/office/drawing/2014/main" id="{941C260D-0416-B942-8EC7-39E8215767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462" name="Group 436">
              <a:extLst>
                <a:ext uri="{FF2B5EF4-FFF2-40B4-BE49-F238E27FC236}">
                  <a16:creationId xmlns:a16="http://schemas.microsoft.com/office/drawing/2014/main" id="{7C7726AC-BD2A-0D41-9985-169CF8BB66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57705" y="3427287"/>
              <a:ext cx="925513" cy="1054100"/>
              <a:chOff x="3566" y="550"/>
              <a:chExt cx="583" cy="664"/>
            </a:xfrm>
          </p:grpSpPr>
          <p:grpSp>
            <p:nvGrpSpPr>
              <p:cNvPr id="475" name="Group 437">
                <a:extLst>
                  <a:ext uri="{FF2B5EF4-FFF2-40B4-BE49-F238E27FC236}">
                    <a16:creationId xmlns:a16="http://schemas.microsoft.com/office/drawing/2014/main" id="{3B182536-5340-6041-A241-A859D9FD34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478" name="Picture 438" descr="desktop_computer_stylized_medium">
                  <a:extLst>
                    <a:ext uri="{FF2B5EF4-FFF2-40B4-BE49-F238E27FC236}">
                      <a16:creationId xmlns:a16="http://schemas.microsoft.com/office/drawing/2014/main" id="{481C4835-370F-7644-B8B7-6521A798613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79" name="Freeform 439">
                  <a:extLst>
                    <a:ext uri="{FF2B5EF4-FFF2-40B4-BE49-F238E27FC236}">
                      <a16:creationId xmlns:a16="http://schemas.microsoft.com/office/drawing/2014/main" id="{6E3E1766-B8F7-7441-8310-5BA46E231C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476" name="Rectangle 115">
                <a:extLst>
                  <a:ext uri="{FF2B5EF4-FFF2-40B4-BE49-F238E27FC236}">
                    <a16:creationId xmlns:a16="http://schemas.microsoft.com/office/drawing/2014/main" id="{AC16B0B6-DEAD-0947-9235-51B6011023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77" name="Text Box 116">
                <a:extLst>
                  <a:ext uri="{FF2B5EF4-FFF2-40B4-BE49-F238E27FC236}">
                    <a16:creationId xmlns:a16="http://schemas.microsoft.com/office/drawing/2014/main" id="{DDD55D7A-2C9E-A146-81FE-681A98F3F8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463" name="Group 442">
              <a:extLst>
                <a:ext uri="{FF2B5EF4-FFF2-40B4-BE49-F238E27FC236}">
                  <a16:creationId xmlns:a16="http://schemas.microsoft.com/office/drawing/2014/main" id="{759437D6-E987-894D-862E-069CDBFFC0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46267" y="4865562"/>
              <a:ext cx="925513" cy="1054100"/>
              <a:chOff x="3566" y="550"/>
              <a:chExt cx="583" cy="664"/>
            </a:xfrm>
          </p:grpSpPr>
          <p:grpSp>
            <p:nvGrpSpPr>
              <p:cNvPr id="470" name="Group 443">
                <a:extLst>
                  <a:ext uri="{FF2B5EF4-FFF2-40B4-BE49-F238E27FC236}">
                    <a16:creationId xmlns:a16="http://schemas.microsoft.com/office/drawing/2014/main" id="{D021EB12-4106-5D49-896F-C2B3F59B80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473" name="Picture 444" descr="desktop_computer_stylized_medium">
                  <a:extLst>
                    <a:ext uri="{FF2B5EF4-FFF2-40B4-BE49-F238E27FC236}">
                      <a16:creationId xmlns:a16="http://schemas.microsoft.com/office/drawing/2014/main" id="{C1FE92BF-C380-984A-8786-0046B85D449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74" name="Freeform 445">
                  <a:extLst>
                    <a:ext uri="{FF2B5EF4-FFF2-40B4-BE49-F238E27FC236}">
                      <a16:creationId xmlns:a16="http://schemas.microsoft.com/office/drawing/2014/main" id="{EC0BFAF3-2E7D-9647-94C6-0E8121FA17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471" name="Rectangle 115">
                <a:extLst>
                  <a:ext uri="{FF2B5EF4-FFF2-40B4-BE49-F238E27FC236}">
                    <a16:creationId xmlns:a16="http://schemas.microsoft.com/office/drawing/2014/main" id="{0EE4B6E2-5850-3440-9D64-C4F953239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72" name="Text Box 116">
                <a:extLst>
                  <a:ext uri="{FF2B5EF4-FFF2-40B4-BE49-F238E27FC236}">
                    <a16:creationId xmlns:a16="http://schemas.microsoft.com/office/drawing/2014/main" id="{4630A927-61B1-794F-B5F8-8FE57CCE3D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464" name="Group 448">
              <a:extLst>
                <a:ext uri="{FF2B5EF4-FFF2-40B4-BE49-F238E27FC236}">
                  <a16:creationId xmlns:a16="http://schemas.microsoft.com/office/drawing/2014/main" id="{515DE8BB-C137-2A4A-93F2-F5B0D57841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74930" y="4246437"/>
              <a:ext cx="925513" cy="1054100"/>
              <a:chOff x="3566" y="550"/>
              <a:chExt cx="583" cy="664"/>
            </a:xfrm>
          </p:grpSpPr>
          <p:grpSp>
            <p:nvGrpSpPr>
              <p:cNvPr id="465" name="Group 449">
                <a:extLst>
                  <a:ext uri="{FF2B5EF4-FFF2-40B4-BE49-F238E27FC236}">
                    <a16:creationId xmlns:a16="http://schemas.microsoft.com/office/drawing/2014/main" id="{8057BAD2-00F7-A94E-A7F8-44AFC3CE28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468" name="Picture 450" descr="desktop_computer_stylized_medium">
                  <a:extLst>
                    <a:ext uri="{FF2B5EF4-FFF2-40B4-BE49-F238E27FC236}">
                      <a16:creationId xmlns:a16="http://schemas.microsoft.com/office/drawing/2014/main" id="{DA8399E4-9D09-8A45-9879-F4564EC5EF5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69" name="Freeform 451">
                  <a:extLst>
                    <a:ext uri="{FF2B5EF4-FFF2-40B4-BE49-F238E27FC236}">
                      <a16:creationId xmlns:a16="http://schemas.microsoft.com/office/drawing/2014/main" id="{78EC18F8-DAAD-5B40-9CCE-F03A34A9B7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466" name="Rectangle 115">
                <a:extLst>
                  <a:ext uri="{FF2B5EF4-FFF2-40B4-BE49-F238E27FC236}">
                    <a16:creationId xmlns:a16="http://schemas.microsoft.com/office/drawing/2014/main" id="{9FD242AB-CF7E-5A41-A996-C09907321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67" name="Text Box 116">
                <a:extLst>
                  <a:ext uri="{FF2B5EF4-FFF2-40B4-BE49-F238E27FC236}">
                    <a16:creationId xmlns:a16="http://schemas.microsoft.com/office/drawing/2014/main" id="{3C6A79A8-1567-FD40-9962-83B61094D5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221" name="Slide Number Placeholder 2">
            <a:extLst>
              <a:ext uri="{FF2B5EF4-FFF2-40B4-BE49-F238E27FC236}">
                <a16:creationId xmlns:a16="http://schemas.microsoft.com/office/drawing/2014/main" id="{949759AD-1D73-0346-A427-7818B3333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812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E-mail: mail servers</a:t>
            </a:r>
            <a:endParaRPr lang="en-US" sz="4400" dirty="0"/>
          </a:p>
        </p:txBody>
      </p:sp>
      <p:grpSp>
        <p:nvGrpSpPr>
          <p:cNvPr id="224" name="Group 279">
            <a:extLst>
              <a:ext uri="{FF2B5EF4-FFF2-40B4-BE49-F238E27FC236}">
                <a16:creationId xmlns:a16="http://schemas.microsoft.com/office/drawing/2014/main" id="{85ECCB70-4CBD-8D41-8867-9839284C0E92}"/>
              </a:ext>
            </a:extLst>
          </p:cNvPr>
          <p:cNvGrpSpPr>
            <a:grpSpLocks/>
          </p:cNvGrpSpPr>
          <p:nvPr/>
        </p:nvGrpSpPr>
        <p:grpSpPr bwMode="auto">
          <a:xfrm>
            <a:off x="9926119" y="5308075"/>
            <a:ext cx="1736725" cy="973138"/>
            <a:chOff x="4458" y="3335"/>
            <a:chExt cx="1094" cy="613"/>
          </a:xfrm>
        </p:grpSpPr>
        <p:sp>
          <p:nvSpPr>
            <p:cNvPr id="225" name="Text Box 263">
              <a:extLst>
                <a:ext uri="{FF2B5EF4-FFF2-40B4-BE49-F238E27FC236}">
                  <a16:creationId xmlns:a16="http://schemas.microsoft.com/office/drawing/2014/main" id="{735C70AA-4D0B-3E4D-B47F-55C95E7B48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7" y="3715"/>
              <a:ext cx="87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user mailbox</a:t>
              </a: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26" name="Group 278">
              <a:extLst>
                <a:ext uri="{FF2B5EF4-FFF2-40B4-BE49-F238E27FC236}">
                  <a16:creationId xmlns:a16="http://schemas.microsoft.com/office/drawing/2014/main" id="{E130EDE1-DE49-BC4D-9A74-CEDC9FFF3A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229" name="Rectangle 264">
                <a:extLst>
                  <a:ext uri="{FF2B5EF4-FFF2-40B4-BE49-F238E27FC236}">
                    <a16:creationId xmlns:a16="http://schemas.microsoft.com/office/drawing/2014/main" id="{D8ED0CFE-E76B-584D-BA7F-B64E112A3A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0" name="Line 265">
                <a:extLst>
                  <a:ext uri="{FF2B5EF4-FFF2-40B4-BE49-F238E27FC236}">
                    <a16:creationId xmlns:a16="http://schemas.microsoft.com/office/drawing/2014/main" id="{076E3A0A-DC0D-234E-ACFD-ED8D3EBB28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3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1" name="Line 266">
                <a:extLst>
                  <a:ext uri="{FF2B5EF4-FFF2-40B4-BE49-F238E27FC236}">
                    <a16:creationId xmlns:a16="http://schemas.microsoft.com/office/drawing/2014/main" id="{FAE63733-4DC0-C740-915D-E91FC7FD9E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72" y="3471"/>
                <a:ext cx="6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2" name="Line 267">
                <a:extLst>
                  <a:ext uri="{FF2B5EF4-FFF2-40B4-BE49-F238E27FC236}">
                    <a16:creationId xmlns:a16="http://schemas.microsoft.com/office/drawing/2014/main" id="{9432E742-E38D-324E-8AE4-F24CFDAF4B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27" y="347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3" name="Line 268">
                <a:extLst>
                  <a:ext uri="{FF2B5EF4-FFF2-40B4-BE49-F238E27FC236}">
                    <a16:creationId xmlns:a16="http://schemas.microsoft.com/office/drawing/2014/main" id="{BFE1C87F-4841-9248-85BA-C4E3AF7F1E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4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4" name="Line 269">
                <a:extLst>
                  <a:ext uri="{FF2B5EF4-FFF2-40B4-BE49-F238E27FC236}">
                    <a16:creationId xmlns:a16="http://schemas.microsoft.com/office/drawing/2014/main" id="{856416DF-3745-DB4A-BFC9-169A063914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45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5" name="Line 270">
                <a:extLst>
                  <a:ext uri="{FF2B5EF4-FFF2-40B4-BE49-F238E27FC236}">
                    <a16:creationId xmlns:a16="http://schemas.microsoft.com/office/drawing/2014/main" id="{0DB9FDA2-2EA5-034B-903A-EBC13BC40F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1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6" name="Line 271">
                <a:extLst>
                  <a:ext uri="{FF2B5EF4-FFF2-40B4-BE49-F238E27FC236}">
                    <a16:creationId xmlns:a16="http://schemas.microsoft.com/office/drawing/2014/main" id="{F94A5742-E1B7-A64E-A807-9A41FFB1D4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27" name="Rectangle 272">
              <a:extLst>
                <a:ext uri="{FF2B5EF4-FFF2-40B4-BE49-F238E27FC236}">
                  <a16:creationId xmlns:a16="http://schemas.microsoft.com/office/drawing/2014/main" id="{FA709473-06C4-C847-B23D-5962F6EF8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8" name="Text Box 277">
              <a:extLst>
                <a:ext uri="{FF2B5EF4-FFF2-40B4-BE49-F238E27FC236}">
                  <a16:creationId xmlns:a16="http://schemas.microsoft.com/office/drawing/2014/main" id="{6E499AE9-BC96-AA43-8A92-BB907E72E5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4" y="3335"/>
              <a:ext cx="1038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outgoing 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message queue</a:t>
              </a: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37" name="Group 454">
            <a:extLst>
              <a:ext uri="{FF2B5EF4-FFF2-40B4-BE49-F238E27FC236}">
                <a16:creationId xmlns:a16="http://schemas.microsoft.com/office/drawing/2014/main" id="{FE2C87B1-0D29-6946-B29A-95FF8E6A0A50}"/>
              </a:ext>
            </a:extLst>
          </p:cNvPr>
          <p:cNvGrpSpPr>
            <a:grpSpLocks/>
          </p:cNvGrpSpPr>
          <p:nvPr/>
        </p:nvGrpSpPr>
        <p:grpSpPr bwMode="auto">
          <a:xfrm>
            <a:off x="7036667" y="801562"/>
            <a:ext cx="4278313" cy="5118100"/>
            <a:chOff x="2962" y="886"/>
            <a:chExt cx="2695" cy="3224"/>
          </a:xfrm>
        </p:grpSpPr>
        <p:grpSp>
          <p:nvGrpSpPr>
            <p:cNvPr id="238" name="Group 389">
              <a:extLst>
                <a:ext uri="{FF2B5EF4-FFF2-40B4-BE49-F238E27FC236}">
                  <a16:creationId xmlns:a16="http://schemas.microsoft.com/office/drawing/2014/main" id="{A13CA913-E4B3-254A-A935-ADB3F9E6EA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6" y="1756"/>
              <a:ext cx="301" cy="451"/>
              <a:chOff x="4140" y="429"/>
              <a:chExt cx="1425" cy="2396"/>
            </a:xfrm>
          </p:grpSpPr>
          <p:sp>
            <p:nvSpPr>
              <p:cNvPr id="401" name="Freeform 390">
                <a:extLst>
                  <a:ext uri="{FF2B5EF4-FFF2-40B4-BE49-F238E27FC236}">
                    <a16:creationId xmlns:a16="http://schemas.microsoft.com/office/drawing/2014/main" id="{6CCFD9B8-8C88-C24F-8883-4CF6367F46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2" name="Rectangle 391">
                <a:extLst>
                  <a:ext uri="{FF2B5EF4-FFF2-40B4-BE49-F238E27FC236}">
                    <a16:creationId xmlns:a16="http://schemas.microsoft.com/office/drawing/2014/main" id="{43B4C051-EEAE-814E-99DE-21C8B8D479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3" name="Freeform 392">
                <a:extLst>
                  <a:ext uri="{FF2B5EF4-FFF2-40B4-BE49-F238E27FC236}">
                    <a16:creationId xmlns:a16="http://schemas.microsoft.com/office/drawing/2014/main" id="{2BC8E3DE-CCCA-1344-8BA5-2A15D443A8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4" name="Freeform 393">
                <a:extLst>
                  <a:ext uri="{FF2B5EF4-FFF2-40B4-BE49-F238E27FC236}">
                    <a16:creationId xmlns:a16="http://schemas.microsoft.com/office/drawing/2014/main" id="{E0152158-7133-BA4C-A8F5-ADB2FFBFF6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5" name="Rectangle 394">
                <a:extLst>
                  <a:ext uri="{FF2B5EF4-FFF2-40B4-BE49-F238E27FC236}">
                    <a16:creationId xmlns:a16="http://schemas.microsoft.com/office/drawing/2014/main" id="{E5FA410D-74EF-7742-BB99-1CFEB8EDEE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406" name="Group 395">
                <a:extLst>
                  <a:ext uri="{FF2B5EF4-FFF2-40B4-BE49-F238E27FC236}">
                    <a16:creationId xmlns:a16="http://schemas.microsoft.com/office/drawing/2014/main" id="{AF72D040-96B4-8540-B83D-471812640A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31" name="AutoShape 396">
                  <a:extLst>
                    <a:ext uri="{FF2B5EF4-FFF2-40B4-BE49-F238E27FC236}">
                      <a16:creationId xmlns:a16="http://schemas.microsoft.com/office/drawing/2014/main" id="{F18E39D5-A4BF-264B-B7EA-F621A57FAD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32" name="AutoShape 397">
                  <a:extLst>
                    <a:ext uri="{FF2B5EF4-FFF2-40B4-BE49-F238E27FC236}">
                      <a16:creationId xmlns:a16="http://schemas.microsoft.com/office/drawing/2014/main" id="{39716169-1014-2547-9B50-032A17A0DF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407" name="Rectangle 398">
                <a:extLst>
                  <a:ext uri="{FF2B5EF4-FFF2-40B4-BE49-F238E27FC236}">
                    <a16:creationId xmlns:a16="http://schemas.microsoft.com/office/drawing/2014/main" id="{28879B2B-7691-B842-8771-94E870C3EE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408" name="Group 399">
                <a:extLst>
                  <a:ext uri="{FF2B5EF4-FFF2-40B4-BE49-F238E27FC236}">
                    <a16:creationId xmlns:a16="http://schemas.microsoft.com/office/drawing/2014/main" id="{2D972829-8A16-6E47-B717-3364C7BD92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29" name="AutoShape 400">
                  <a:extLst>
                    <a:ext uri="{FF2B5EF4-FFF2-40B4-BE49-F238E27FC236}">
                      <a16:creationId xmlns:a16="http://schemas.microsoft.com/office/drawing/2014/main" id="{E60C4025-90B9-A647-863C-1FEFBD8A41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30" name="AutoShape 401">
                  <a:extLst>
                    <a:ext uri="{FF2B5EF4-FFF2-40B4-BE49-F238E27FC236}">
                      <a16:creationId xmlns:a16="http://schemas.microsoft.com/office/drawing/2014/main" id="{5C30FC9A-5758-C543-9950-783F68617D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409" name="Rectangle 402">
                <a:extLst>
                  <a:ext uri="{FF2B5EF4-FFF2-40B4-BE49-F238E27FC236}">
                    <a16:creationId xmlns:a16="http://schemas.microsoft.com/office/drawing/2014/main" id="{8DDE3471-A288-6245-884A-B0607E1F64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0" name="Rectangle 403">
                <a:extLst>
                  <a:ext uri="{FF2B5EF4-FFF2-40B4-BE49-F238E27FC236}">
                    <a16:creationId xmlns:a16="http://schemas.microsoft.com/office/drawing/2014/main" id="{7B5A163C-1F88-0443-87E9-51D1B2C39E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411" name="Group 404">
                <a:extLst>
                  <a:ext uri="{FF2B5EF4-FFF2-40B4-BE49-F238E27FC236}">
                    <a16:creationId xmlns:a16="http://schemas.microsoft.com/office/drawing/2014/main" id="{D7C44D5A-AB33-A744-B633-909E75E589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27" name="AutoShape 405">
                  <a:extLst>
                    <a:ext uri="{FF2B5EF4-FFF2-40B4-BE49-F238E27FC236}">
                      <a16:creationId xmlns:a16="http://schemas.microsoft.com/office/drawing/2014/main" id="{BB140094-DC4B-CC48-B901-9AF64D80BC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28" name="AutoShape 406">
                  <a:extLst>
                    <a:ext uri="{FF2B5EF4-FFF2-40B4-BE49-F238E27FC236}">
                      <a16:creationId xmlns:a16="http://schemas.microsoft.com/office/drawing/2014/main" id="{43B72EE6-71A8-E947-8E6C-0468656DDA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412" name="Freeform 407">
                <a:extLst>
                  <a:ext uri="{FF2B5EF4-FFF2-40B4-BE49-F238E27FC236}">
                    <a16:creationId xmlns:a16="http://schemas.microsoft.com/office/drawing/2014/main" id="{D8EE526A-D741-074E-8520-BBA303937B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413" name="Group 408">
                <a:extLst>
                  <a:ext uri="{FF2B5EF4-FFF2-40B4-BE49-F238E27FC236}">
                    <a16:creationId xmlns:a16="http://schemas.microsoft.com/office/drawing/2014/main" id="{8DC6A1FE-670A-8F4C-B521-23ECDDF7E0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25" name="AutoShape 409">
                  <a:extLst>
                    <a:ext uri="{FF2B5EF4-FFF2-40B4-BE49-F238E27FC236}">
                      <a16:creationId xmlns:a16="http://schemas.microsoft.com/office/drawing/2014/main" id="{0F0B48EC-30B0-2447-9BE4-237A0F1D6C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26" name="AutoShape 410">
                  <a:extLst>
                    <a:ext uri="{FF2B5EF4-FFF2-40B4-BE49-F238E27FC236}">
                      <a16:creationId xmlns:a16="http://schemas.microsoft.com/office/drawing/2014/main" id="{9C1B49B1-17F4-994D-8ECA-C396B76F72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414" name="Rectangle 411">
                <a:extLst>
                  <a:ext uri="{FF2B5EF4-FFF2-40B4-BE49-F238E27FC236}">
                    <a16:creationId xmlns:a16="http://schemas.microsoft.com/office/drawing/2014/main" id="{A0980C94-D527-BA41-8507-6B28776A9C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5" name="Freeform 412">
                <a:extLst>
                  <a:ext uri="{FF2B5EF4-FFF2-40B4-BE49-F238E27FC236}">
                    <a16:creationId xmlns:a16="http://schemas.microsoft.com/office/drawing/2014/main" id="{F0295E91-976F-C148-BFB3-59549C5388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6" name="Freeform 413">
                <a:extLst>
                  <a:ext uri="{FF2B5EF4-FFF2-40B4-BE49-F238E27FC236}">
                    <a16:creationId xmlns:a16="http://schemas.microsoft.com/office/drawing/2014/main" id="{2C2F1597-CAE7-5248-BDE8-D6B16C5286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7" name="Oval 414">
                <a:extLst>
                  <a:ext uri="{FF2B5EF4-FFF2-40B4-BE49-F238E27FC236}">
                    <a16:creationId xmlns:a16="http://schemas.microsoft.com/office/drawing/2014/main" id="{914741F1-D3EA-3645-9C4D-9E5B4C9531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8" name="Freeform 415">
                <a:extLst>
                  <a:ext uri="{FF2B5EF4-FFF2-40B4-BE49-F238E27FC236}">
                    <a16:creationId xmlns:a16="http://schemas.microsoft.com/office/drawing/2014/main" id="{079F15E3-5A9F-844C-92CA-F9CBADE82E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9" name="AutoShape 416">
                <a:extLst>
                  <a:ext uri="{FF2B5EF4-FFF2-40B4-BE49-F238E27FC236}">
                    <a16:creationId xmlns:a16="http://schemas.microsoft.com/office/drawing/2014/main" id="{25F2967B-CA00-2D49-B406-7209F80FB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0" name="AutoShape 417">
                <a:extLst>
                  <a:ext uri="{FF2B5EF4-FFF2-40B4-BE49-F238E27FC236}">
                    <a16:creationId xmlns:a16="http://schemas.microsoft.com/office/drawing/2014/main" id="{60A760B4-92D7-954E-A584-1C2A30FC6A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1" name="Oval 418">
                <a:extLst>
                  <a:ext uri="{FF2B5EF4-FFF2-40B4-BE49-F238E27FC236}">
                    <a16:creationId xmlns:a16="http://schemas.microsoft.com/office/drawing/2014/main" id="{A94E8FB4-D219-2843-94C1-6710451B99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2" name="Oval 419">
                <a:extLst>
                  <a:ext uri="{FF2B5EF4-FFF2-40B4-BE49-F238E27FC236}">
                    <a16:creationId xmlns:a16="http://schemas.microsoft.com/office/drawing/2014/main" id="{CBBF0878-886F-8240-BCA7-1F50627F0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23" name="Oval 420">
                <a:extLst>
                  <a:ext uri="{FF2B5EF4-FFF2-40B4-BE49-F238E27FC236}">
                    <a16:creationId xmlns:a16="http://schemas.microsoft.com/office/drawing/2014/main" id="{722EEBED-10FC-6E4D-AABD-99355D3828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4" name="Rectangle 421">
                <a:extLst>
                  <a:ext uri="{FF2B5EF4-FFF2-40B4-BE49-F238E27FC236}">
                    <a16:creationId xmlns:a16="http://schemas.microsoft.com/office/drawing/2014/main" id="{92E23A4D-5618-484A-93AD-2343A39775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39" name="Group 356">
              <a:extLst>
                <a:ext uri="{FF2B5EF4-FFF2-40B4-BE49-F238E27FC236}">
                  <a16:creationId xmlns:a16="http://schemas.microsoft.com/office/drawing/2014/main" id="{0FAAD616-9809-0F47-9C32-F28BCE96C4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91" y="2634"/>
              <a:ext cx="301" cy="451"/>
              <a:chOff x="4140" y="429"/>
              <a:chExt cx="1425" cy="2396"/>
            </a:xfrm>
          </p:grpSpPr>
          <p:sp>
            <p:nvSpPr>
              <p:cNvPr id="369" name="Freeform 357">
                <a:extLst>
                  <a:ext uri="{FF2B5EF4-FFF2-40B4-BE49-F238E27FC236}">
                    <a16:creationId xmlns:a16="http://schemas.microsoft.com/office/drawing/2014/main" id="{2EB65E56-496B-EE43-A5BA-0034EDBB89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0" name="Rectangle 358">
                <a:extLst>
                  <a:ext uri="{FF2B5EF4-FFF2-40B4-BE49-F238E27FC236}">
                    <a16:creationId xmlns:a16="http://schemas.microsoft.com/office/drawing/2014/main" id="{E623A3D2-E041-CF4A-AEB9-0E88006BF3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1" name="Freeform 359">
                <a:extLst>
                  <a:ext uri="{FF2B5EF4-FFF2-40B4-BE49-F238E27FC236}">
                    <a16:creationId xmlns:a16="http://schemas.microsoft.com/office/drawing/2014/main" id="{06D96649-1A4B-D349-BD4A-B3CA1C3571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2" name="Freeform 360">
                <a:extLst>
                  <a:ext uri="{FF2B5EF4-FFF2-40B4-BE49-F238E27FC236}">
                    <a16:creationId xmlns:a16="http://schemas.microsoft.com/office/drawing/2014/main" id="{8CB236BD-E7A4-F54C-A810-99FD583B41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3" name="Rectangle 361">
                <a:extLst>
                  <a:ext uri="{FF2B5EF4-FFF2-40B4-BE49-F238E27FC236}">
                    <a16:creationId xmlns:a16="http://schemas.microsoft.com/office/drawing/2014/main" id="{92C08DD8-675E-D34D-A84F-65A2DE10FF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374" name="Group 362">
                <a:extLst>
                  <a:ext uri="{FF2B5EF4-FFF2-40B4-BE49-F238E27FC236}">
                    <a16:creationId xmlns:a16="http://schemas.microsoft.com/office/drawing/2014/main" id="{168D1B37-2023-2A4F-AEFF-7BCC580296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99" name="AutoShape 363">
                  <a:extLst>
                    <a:ext uri="{FF2B5EF4-FFF2-40B4-BE49-F238E27FC236}">
                      <a16:creationId xmlns:a16="http://schemas.microsoft.com/office/drawing/2014/main" id="{697647FE-4187-6C41-95DB-62B96522DA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00" name="AutoShape 364">
                  <a:extLst>
                    <a:ext uri="{FF2B5EF4-FFF2-40B4-BE49-F238E27FC236}">
                      <a16:creationId xmlns:a16="http://schemas.microsoft.com/office/drawing/2014/main" id="{64F362C9-3CBA-504B-95A3-38E06F0678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375" name="Rectangle 365">
                <a:extLst>
                  <a:ext uri="{FF2B5EF4-FFF2-40B4-BE49-F238E27FC236}">
                    <a16:creationId xmlns:a16="http://schemas.microsoft.com/office/drawing/2014/main" id="{94D546CA-749A-BC48-B20F-57C5A8077E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376" name="Group 366">
                <a:extLst>
                  <a:ext uri="{FF2B5EF4-FFF2-40B4-BE49-F238E27FC236}">
                    <a16:creationId xmlns:a16="http://schemas.microsoft.com/office/drawing/2014/main" id="{1812EEBE-2662-1E46-B90F-2E97DD6FED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97" name="AutoShape 367">
                  <a:extLst>
                    <a:ext uri="{FF2B5EF4-FFF2-40B4-BE49-F238E27FC236}">
                      <a16:creationId xmlns:a16="http://schemas.microsoft.com/office/drawing/2014/main" id="{5354875B-2A6A-B040-9309-A4A5A50F3B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98" name="AutoShape 368">
                  <a:extLst>
                    <a:ext uri="{FF2B5EF4-FFF2-40B4-BE49-F238E27FC236}">
                      <a16:creationId xmlns:a16="http://schemas.microsoft.com/office/drawing/2014/main" id="{7085F58B-EEE8-BE46-B008-54CF97C607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377" name="Rectangle 369">
                <a:extLst>
                  <a:ext uri="{FF2B5EF4-FFF2-40B4-BE49-F238E27FC236}">
                    <a16:creationId xmlns:a16="http://schemas.microsoft.com/office/drawing/2014/main" id="{AB889316-958A-3944-8776-456DA75AA7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8" name="Rectangle 370">
                <a:extLst>
                  <a:ext uri="{FF2B5EF4-FFF2-40B4-BE49-F238E27FC236}">
                    <a16:creationId xmlns:a16="http://schemas.microsoft.com/office/drawing/2014/main" id="{28A61210-9BA6-1B42-99F0-0AA0631371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379" name="Group 371">
                <a:extLst>
                  <a:ext uri="{FF2B5EF4-FFF2-40B4-BE49-F238E27FC236}">
                    <a16:creationId xmlns:a16="http://schemas.microsoft.com/office/drawing/2014/main" id="{2D18D821-27B1-1C41-BCE9-F6BAA81749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95" name="AutoShape 372">
                  <a:extLst>
                    <a:ext uri="{FF2B5EF4-FFF2-40B4-BE49-F238E27FC236}">
                      <a16:creationId xmlns:a16="http://schemas.microsoft.com/office/drawing/2014/main" id="{B58EE831-7F05-9245-A127-DD8BBE0CAE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96" name="AutoShape 373">
                  <a:extLst>
                    <a:ext uri="{FF2B5EF4-FFF2-40B4-BE49-F238E27FC236}">
                      <a16:creationId xmlns:a16="http://schemas.microsoft.com/office/drawing/2014/main" id="{85C001D1-A6CB-AF4D-AEBE-CA0F781AAC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380" name="Freeform 374">
                <a:extLst>
                  <a:ext uri="{FF2B5EF4-FFF2-40B4-BE49-F238E27FC236}">
                    <a16:creationId xmlns:a16="http://schemas.microsoft.com/office/drawing/2014/main" id="{B8F2D608-6D10-E648-961C-502BF52F29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381" name="Group 375">
                <a:extLst>
                  <a:ext uri="{FF2B5EF4-FFF2-40B4-BE49-F238E27FC236}">
                    <a16:creationId xmlns:a16="http://schemas.microsoft.com/office/drawing/2014/main" id="{EA90B984-0232-2446-8671-DE7D838676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93" name="AutoShape 376">
                  <a:extLst>
                    <a:ext uri="{FF2B5EF4-FFF2-40B4-BE49-F238E27FC236}">
                      <a16:creationId xmlns:a16="http://schemas.microsoft.com/office/drawing/2014/main" id="{6EB17013-082B-8046-B555-12F5A15CDD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94" name="AutoShape 377">
                  <a:extLst>
                    <a:ext uri="{FF2B5EF4-FFF2-40B4-BE49-F238E27FC236}">
                      <a16:creationId xmlns:a16="http://schemas.microsoft.com/office/drawing/2014/main" id="{A70DD0EF-6EE9-E241-AB7E-EB4BDADA2E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382" name="Rectangle 378">
                <a:extLst>
                  <a:ext uri="{FF2B5EF4-FFF2-40B4-BE49-F238E27FC236}">
                    <a16:creationId xmlns:a16="http://schemas.microsoft.com/office/drawing/2014/main" id="{06B18518-E7AE-2941-AC96-4C9A6B0F0A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3" name="Freeform 379">
                <a:extLst>
                  <a:ext uri="{FF2B5EF4-FFF2-40B4-BE49-F238E27FC236}">
                    <a16:creationId xmlns:a16="http://schemas.microsoft.com/office/drawing/2014/main" id="{C884ECAB-FBB2-1146-9BA8-9234C10762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4" name="Freeform 380">
                <a:extLst>
                  <a:ext uri="{FF2B5EF4-FFF2-40B4-BE49-F238E27FC236}">
                    <a16:creationId xmlns:a16="http://schemas.microsoft.com/office/drawing/2014/main" id="{86ACC5C0-75DC-D644-9593-987029E24B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5" name="Oval 381">
                <a:extLst>
                  <a:ext uri="{FF2B5EF4-FFF2-40B4-BE49-F238E27FC236}">
                    <a16:creationId xmlns:a16="http://schemas.microsoft.com/office/drawing/2014/main" id="{8F3063A0-8C29-3F4C-BBB6-E5C3DB2046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6" name="Freeform 382">
                <a:extLst>
                  <a:ext uri="{FF2B5EF4-FFF2-40B4-BE49-F238E27FC236}">
                    <a16:creationId xmlns:a16="http://schemas.microsoft.com/office/drawing/2014/main" id="{458BBF01-F7B3-7C4A-9F9B-C150FEACFE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7" name="AutoShape 383">
                <a:extLst>
                  <a:ext uri="{FF2B5EF4-FFF2-40B4-BE49-F238E27FC236}">
                    <a16:creationId xmlns:a16="http://schemas.microsoft.com/office/drawing/2014/main" id="{F09EBB6E-D725-9948-A7CD-454E0B2D09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8" name="AutoShape 384">
                <a:extLst>
                  <a:ext uri="{FF2B5EF4-FFF2-40B4-BE49-F238E27FC236}">
                    <a16:creationId xmlns:a16="http://schemas.microsoft.com/office/drawing/2014/main" id="{02BBEBA8-A2A8-6940-9840-37361C65A6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9" name="Oval 385">
                <a:extLst>
                  <a:ext uri="{FF2B5EF4-FFF2-40B4-BE49-F238E27FC236}">
                    <a16:creationId xmlns:a16="http://schemas.microsoft.com/office/drawing/2014/main" id="{6CD76452-9A37-284A-AC19-94EAEBD638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0" name="Oval 386">
                <a:extLst>
                  <a:ext uri="{FF2B5EF4-FFF2-40B4-BE49-F238E27FC236}">
                    <a16:creationId xmlns:a16="http://schemas.microsoft.com/office/drawing/2014/main" id="{1E726A08-C3CF-E243-B6EC-2B48F6CD7C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91" name="Oval 387">
                <a:extLst>
                  <a:ext uri="{FF2B5EF4-FFF2-40B4-BE49-F238E27FC236}">
                    <a16:creationId xmlns:a16="http://schemas.microsoft.com/office/drawing/2014/main" id="{EA8C927A-FBE1-A045-983E-D27E291B72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2" name="Rectangle 388">
                <a:extLst>
                  <a:ext uri="{FF2B5EF4-FFF2-40B4-BE49-F238E27FC236}">
                    <a16:creationId xmlns:a16="http://schemas.microsoft.com/office/drawing/2014/main" id="{C8D6AC43-68AF-D54D-86AA-6781530920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40" name="Group 320">
              <a:extLst>
                <a:ext uri="{FF2B5EF4-FFF2-40B4-BE49-F238E27FC236}">
                  <a16:creationId xmlns:a16="http://schemas.microsoft.com/office/drawing/2014/main" id="{BCA856A3-13D3-2047-A080-FFDA86B41E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05" y="1159"/>
              <a:ext cx="301" cy="451"/>
              <a:chOff x="4140" y="429"/>
              <a:chExt cx="1425" cy="2396"/>
            </a:xfrm>
          </p:grpSpPr>
          <p:sp>
            <p:nvSpPr>
              <p:cNvPr id="337" name="Freeform 321">
                <a:extLst>
                  <a:ext uri="{FF2B5EF4-FFF2-40B4-BE49-F238E27FC236}">
                    <a16:creationId xmlns:a16="http://schemas.microsoft.com/office/drawing/2014/main" id="{E9C36205-9E0D-2941-8A7D-957488780F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8" name="Rectangle 322">
                <a:extLst>
                  <a:ext uri="{FF2B5EF4-FFF2-40B4-BE49-F238E27FC236}">
                    <a16:creationId xmlns:a16="http://schemas.microsoft.com/office/drawing/2014/main" id="{DC6B3BB4-B3F9-6649-8059-F6509EF98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9" name="Freeform 323">
                <a:extLst>
                  <a:ext uri="{FF2B5EF4-FFF2-40B4-BE49-F238E27FC236}">
                    <a16:creationId xmlns:a16="http://schemas.microsoft.com/office/drawing/2014/main" id="{95CD3C72-5158-C545-A42A-E0769B6870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40" name="Freeform 324">
                <a:extLst>
                  <a:ext uri="{FF2B5EF4-FFF2-40B4-BE49-F238E27FC236}">
                    <a16:creationId xmlns:a16="http://schemas.microsoft.com/office/drawing/2014/main" id="{1090F3E0-60AF-444E-8E42-17F66B71A6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41" name="Rectangle 325">
                <a:extLst>
                  <a:ext uri="{FF2B5EF4-FFF2-40B4-BE49-F238E27FC236}">
                    <a16:creationId xmlns:a16="http://schemas.microsoft.com/office/drawing/2014/main" id="{3E522ADC-77DE-624F-87AA-FAECC92070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342" name="Group 326">
                <a:extLst>
                  <a:ext uri="{FF2B5EF4-FFF2-40B4-BE49-F238E27FC236}">
                    <a16:creationId xmlns:a16="http://schemas.microsoft.com/office/drawing/2014/main" id="{9A881071-53C4-854C-B41F-14CD734AB8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67" name="AutoShape 327">
                  <a:extLst>
                    <a:ext uri="{FF2B5EF4-FFF2-40B4-BE49-F238E27FC236}">
                      <a16:creationId xmlns:a16="http://schemas.microsoft.com/office/drawing/2014/main" id="{5EC42EDF-C001-704E-BAAE-2375ABBC88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68" name="AutoShape 328">
                  <a:extLst>
                    <a:ext uri="{FF2B5EF4-FFF2-40B4-BE49-F238E27FC236}">
                      <a16:creationId xmlns:a16="http://schemas.microsoft.com/office/drawing/2014/main" id="{D887905D-58B1-9A4E-A16A-32F0BF16C0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343" name="Rectangle 329">
                <a:extLst>
                  <a:ext uri="{FF2B5EF4-FFF2-40B4-BE49-F238E27FC236}">
                    <a16:creationId xmlns:a16="http://schemas.microsoft.com/office/drawing/2014/main" id="{36A11B0A-F86E-BE46-B4B2-5F605E896F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344" name="Group 330">
                <a:extLst>
                  <a:ext uri="{FF2B5EF4-FFF2-40B4-BE49-F238E27FC236}">
                    <a16:creationId xmlns:a16="http://schemas.microsoft.com/office/drawing/2014/main" id="{0D898D3E-53D5-FA42-B3ED-1A902F5545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65" name="AutoShape 331">
                  <a:extLst>
                    <a:ext uri="{FF2B5EF4-FFF2-40B4-BE49-F238E27FC236}">
                      <a16:creationId xmlns:a16="http://schemas.microsoft.com/office/drawing/2014/main" id="{140CF4C1-2936-734F-BC64-690AD15BC6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66" name="AutoShape 332">
                  <a:extLst>
                    <a:ext uri="{FF2B5EF4-FFF2-40B4-BE49-F238E27FC236}">
                      <a16:creationId xmlns:a16="http://schemas.microsoft.com/office/drawing/2014/main" id="{25379ADE-E4A2-3644-A2E3-CEB92CF3E1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345" name="Rectangle 333">
                <a:extLst>
                  <a:ext uri="{FF2B5EF4-FFF2-40B4-BE49-F238E27FC236}">
                    <a16:creationId xmlns:a16="http://schemas.microsoft.com/office/drawing/2014/main" id="{58B982F1-2C06-C64E-8596-9111059744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46" name="Rectangle 334">
                <a:extLst>
                  <a:ext uri="{FF2B5EF4-FFF2-40B4-BE49-F238E27FC236}">
                    <a16:creationId xmlns:a16="http://schemas.microsoft.com/office/drawing/2014/main" id="{EC5379D6-711E-1046-B80F-16F89DE4F0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347" name="Group 335">
                <a:extLst>
                  <a:ext uri="{FF2B5EF4-FFF2-40B4-BE49-F238E27FC236}">
                    <a16:creationId xmlns:a16="http://schemas.microsoft.com/office/drawing/2014/main" id="{62B6A9C1-9ECF-E740-8210-537B54075D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63" name="AutoShape 336">
                  <a:extLst>
                    <a:ext uri="{FF2B5EF4-FFF2-40B4-BE49-F238E27FC236}">
                      <a16:creationId xmlns:a16="http://schemas.microsoft.com/office/drawing/2014/main" id="{9D8FBAA6-1137-6844-B6C0-8AE8A997B6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64" name="AutoShape 337">
                  <a:extLst>
                    <a:ext uri="{FF2B5EF4-FFF2-40B4-BE49-F238E27FC236}">
                      <a16:creationId xmlns:a16="http://schemas.microsoft.com/office/drawing/2014/main" id="{69F4B76F-7829-E94B-BEA3-FD8D128BDF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348" name="Freeform 338">
                <a:extLst>
                  <a:ext uri="{FF2B5EF4-FFF2-40B4-BE49-F238E27FC236}">
                    <a16:creationId xmlns:a16="http://schemas.microsoft.com/office/drawing/2014/main" id="{22A5C20A-B311-014E-A689-CAD61456A3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349" name="Group 339">
                <a:extLst>
                  <a:ext uri="{FF2B5EF4-FFF2-40B4-BE49-F238E27FC236}">
                    <a16:creationId xmlns:a16="http://schemas.microsoft.com/office/drawing/2014/main" id="{925CE1AB-BA57-3848-BF71-4F28A97B45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61" name="AutoShape 340">
                  <a:extLst>
                    <a:ext uri="{FF2B5EF4-FFF2-40B4-BE49-F238E27FC236}">
                      <a16:creationId xmlns:a16="http://schemas.microsoft.com/office/drawing/2014/main" id="{B07E1427-3B3F-6340-A5C6-DEFB2FDEA8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62" name="AutoShape 341">
                  <a:extLst>
                    <a:ext uri="{FF2B5EF4-FFF2-40B4-BE49-F238E27FC236}">
                      <a16:creationId xmlns:a16="http://schemas.microsoft.com/office/drawing/2014/main" id="{E9341EDB-352E-324A-895B-0C91268DFA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350" name="Rectangle 342">
                <a:extLst>
                  <a:ext uri="{FF2B5EF4-FFF2-40B4-BE49-F238E27FC236}">
                    <a16:creationId xmlns:a16="http://schemas.microsoft.com/office/drawing/2014/main" id="{11D2D091-BAD4-0641-8566-710F8617E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1" name="Freeform 343">
                <a:extLst>
                  <a:ext uri="{FF2B5EF4-FFF2-40B4-BE49-F238E27FC236}">
                    <a16:creationId xmlns:a16="http://schemas.microsoft.com/office/drawing/2014/main" id="{3E9A5AE3-2D61-1346-98F1-082A92E96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2" name="Freeform 344">
                <a:extLst>
                  <a:ext uri="{FF2B5EF4-FFF2-40B4-BE49-F238E27FC236}">
                    <a16:creationId xmlns:a16="http://schemas.microsoft.com/office/drawing/2014/main" id="{C88A9B02-44A8-734D-A285-32FD607BA8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3" name="Oval 345">
                <a:extLst>
                  <a:ext uri="{FF2B5EF4-FFF2-40B4-BE49-F238E27FC236}">
                    <a16:creationId xmlns:a16="http://schemas.microsoft.com/office/drawing/2014/main" id="{F7E578EC-80CB-5240-8CD1-30DCB3549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4" name="Freeform 346">
                <a:extLst>
                  <a:ext uri="{FF2B5EF4-FFF2-40B4-BE49-F238E27FC236}">
                    <a16:creationId xmlns:a16="http://schemas.microsoft.com/office/drawing/2014/main" id="{01251E70-248C-C54E-995F-050E4B38D1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5" name="AutoShape 347">
                <a:extLst>
                  <a:ext uri="{FF2B5EF4-FFF2-40B4-BE49-F238E27FC236}">
                    <a16:creationId xmlns:a16="http://schemas.microsoft.com/office/drawing/2014/main" id="{8EDCF461-339C-BE45-B223-F7FF2FF530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6" name="AutoShape 348">
                <a:extLst>
                  <a:ext uri="{FF2B5EF4-FFF2-40B4-BE49-F238E27FC236}">
                    <a16:creationId xmlns:a16="http://schemas.microsoft.com/office/drawing/2014/main" id="{41BCC026-3C31-E047-BE6D-95F125EFBE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7" name="Oval 349">
                <a:extLst>
                  <a:ext uri="{FF2B5EF4-FFF2-40B4-BE49-F238E27FC236}">
                    <a16:creationId xmlns:a16="http://schemas.microsoft.com/office/drawing/2014/main" id="{BDE395A6-533C-B447-98EC-373FD11B49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8" name="Oval 350">
                <a:extLst>
                  <a:ext uri="{FF2B5EF4-FFF2-40B4-BE49-F238E27FC236}">
                    <a16:creationId xmlns:a16="http://schemas.microsoft.com/office/drawing/2014/main" id="{B4DADC3A-2C8C-F346-B8B8-136C0D22C4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59" name="Oval 351">
                <a:extLst>
                  <a:ext uri="{FF2B5EF4-FFF2-40B4-BE49-F238E27FC236}">
                    <a16:creationId xmlns:a16="http://schemas.microsoft.com/office/drawing/2014/main" id="{38987EEB-88F2-1244-9E1C-2C362707F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0" name="Rectangle 352">
                <a:extLst>
                  <a:ext uri="{FF2B5EF4-FFF2-40B4-BE49-F238E27FC236}">
                    <a16:creationId xmlns:a16="http://schemas.microsoft.com/office/drawing/2014/main" id="{AAD9CA5F-C3CC-4E40-B45E-D06325400A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1" name="Line 9">
              <a:extLst>
                <a:ext uri="{FF2B5EF4-FFF2-40B4-BE49-F238E27FC236}">
                  <a16:creationId xmlns:a16="http://schemas.microsoft.com/office/drawing/2014/main" id="{9E3D4712-7ACE-524B-B065-8A439F0D26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4" y="1642"/>
              <a:ext cx="708" cy="49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2" name="Group 19">
              <a:extLst>
                <a:ext uri="{FF2B5EF4-FFF2-40B4-BE49-F238E27FC236}">
                  <a16:creationId xmlns:a16="http://schemas.microsoft.com/office/drawing/2014/main" id="{B7732DA7-70D9-1240-BF36-777385ECC6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6" y="1881"/>
              <a:ext cx="510" cy="661"/>
              <a:chOff x="4296" y="2627"/>
              <a:chExt cx="510" cy="661"/>
            </a:xfrm>
          </p:grpSpPr>
          <p:sp>
            <p:nvSpPr>
              <p:cNvPr id="322" name="Rectangle 20">
                <a:extLst>
                  <a:ext uri="{FF2B5EF4-FFF2-40B4-BE49-F238E27FC236}">
                    <a16:creationId xmlns:a16="http://schemas.microsoft.com/office/drawing/2014/main" id="{7EF39355-B61B-E84C-B3EA-87B8386C9C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3" name="Text Box 21">
                <a:extLst>
                  <a:ext uri="{FF2B5EF4-FFF2-40B4-BE49-F238E27FC236}">
                    <a16:creationId xmlns:a16="http://schemas.microsoft.com/office/drawing/2014/main" id="{26712A7D-44B8-304E-A5C8-D984194E69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mail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server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4" name="Rectangle 22">
                <a:extLst>
                  <a:ext uri="{FF2B5EF4-FFF2-40B4-BE49-F238E27FC236}">
                    <a16:creationId xmlns:a16="http://schemas.microsoft.com/office/drawing/2014/main" id="{7D10463C-95E2-7A40-B36D-B52E7D083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5" name="Line 23">
                <a:extLst>
                  <a:ext uri="{FF2B5EF4-FFF2-40B4-BE49-F238E27FC236}">
                    <a16:creationId xmlns:a16="http://schemas.microsoft.com/office/drawing/2014/main" id="{68F9A836-2CFD-7B42-A92E-BE9292B82A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6" name="Line 24">
                <a:extLst>
                  <a:ext uri="{FF2B5EF4-FFF2-40B4-BE49-F238E27FC236}">
                    <a16:creationId xmlns:a16="http://schemas.microsoft.com/office/drawing/2014/main" id="{1779996E-0F2D-8442-BDA2-3F87ED9983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7" name="Line 25">
                <a:extLst>
                  <a:ext uri="{FF2B5EF4-FFF2-40B4-BE49-F238E27FC236}">
                    <a16:creationId xmlns:a16="http://schemas.microsoft.com/office/drawing/2014/main" id="{40E69C7B-2F1A-5E44-95A1-0FA6ED8558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8" name="Line 26">
                <a:extLst>
                  <a:ext uri="{FF2B5EF4-FFF2-40B4-BE49-F238E27FC236}">
                    <a16:creationId xmlns:a16="http://schemas.microsoft.com/office/drawing/2014/main" id="{CFC35C20-DD29-644F-933D-922B8557DB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9" name="Line 27">
                <a:extLst>
                  <a:ext uri="{FF2B5EF4-FFF2-40B4-BE49-F238E27FC236}">
                    <a16:creationId xmlns:a16="http://schemas.microsoft.com/office/drawing/2014/main" id="{43DE343D-639B-8043-A638-7551BBFABD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0" name="Line 28">
                <a:extLst>
                  <a:ext uri="{FF2B5EF4-FFF2-40B4-BE49-F238E27FC236}">
                    <a16:creationId xmlns:a16="http://schemas.microsoft.com/office/drawing/2014/main" id="{73CAB6AE-7763-9144-9C11-A01FC53341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1" name="Line 29">
                <a:extLst>
                  <a:ext uri="{FF2B5EF4-FFF2-40B4-BE49-F238E27FC236}">
                    <a16:creationId xmlns:a16="http://schemas.microsoft.com/office/drawing/2014/main" id="{04D1B335-C850-7F4C-B4D0-A23B2568D0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2" name="Rectangle 30">
                <a:extLst>
                  <a:ext uri="{FF2B5EF4-FFF2-40B4-BE49-F238E27FC236}">
                    <a16:creationId xmlns:a16="http://schemas.microsoft.com/office/drawing/2014/main" id="{D75BC7AF-5CB3-C249-8C45-6520E20D06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3" name="Rectangle 31">
                <a:extLst>
                  <a:ext uri="{FF2B5EF4-FFF2-40B4-BE49-F238E27FC236}">
                    <a16:creationId xmlns:a16="http://schemas.microsoft.com/office/drawing/2014/main" id="{74DAAAB9-27DF-DA4B-872B-8B29FE6DD3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4" name="Rectangle 32">
                <a:extLst>
                  <a:ext uri="{FF2B5EF4-FFF2-40B4-BE49-F238E27FC236}">
                    <a16:creationId xmlns:a16="http://schemas.microsoft.com/office/drawing/2014/main" id="{5F99C941-D513-9148-ABE9-3B9B588B29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5" name="Rectangle 33">
                <a:extLst>
                  <a:ext uri="{FF2B5EF4-FFF2-40B4-BE49-F238E27FC236}">
                    <a16:creationId xmlns:a16="http://schemas.microsoft.com/office/drawing/2014/main" id="{3651F20B-728B-344C-B4AD-749B1DEAC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6" name="Rectangle 34">
                <a:extLst>
                  <a:ext uri="{FF2B5EF4-FFF2-40B4-BE49-F238E27FC236}">
                    <a16:creationId xmlns:a16="http://schemas.microsoft.com/office/drawing/2014/main" id="{7164AE9B-5D5E-3949-A3F4-DED08F720F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43" name="Group 60">
              <a:extLst>
                <a:ext uri="{FF2B5EF4-FFF2-40B4-BE49-F238E27FC236}">
                  <a16:creationId xmlns:a16="http://schemas.microsoft.com/office/drawing/2014/main" id="{5A333144-1730-0C4F-A832-56ED7E3B8D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6" y="2763"/>
              <a:ext cx="510" cy="661"/>
              <a:chOff x="4296" y="2627"/>
              <a:chExt cx="510" cy="661"/>
            </a:xfrm>
          </p:grpSpPr>
          <p:sp>
            <p:nvSpPr>
              <p:cNvPr id="307" name="Rectangle 61">
                <a:extLst>
                  <a:ext uri="{FF2B5EF4-FFF2-40B4-BE49-F238E27FC236}">
                    <a16:creationId xmlns:a16="http://schemas.microsoft.com/office/drawing/2014/main" id="{9395864E-A9B4-5342-82A1-DE3B8AFE92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8" name="Text Box 62">
                <a:extLst>
                  <a:ext uri="{FF2B5EF4-FFF2-40B4-BE49-F238E27FC236}">
                    <a16:creationId xmlns:a16="http://schemas.microsoft.com/office/drawing/2014/main" id="{5AACD721-3312-0F4C-BAF3-B6F1B5616C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mail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server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9" name="Rectangle 63">
                <a:extLst>
                  <a:ext uri="{FF2B5EF4-FFF2-40B4-BE49-F238E27FC236}">
                    <a16:creationId xmlns:a16="http://schemas.microsoft.com/office/drawing/2014/main" id="{93B2530E-F2E5-1041-B7D2-9465CE4EAD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0" name="Line 64">
                <a:extLst>
                  <a:ext uri="{FF2B5EF4-FFF2-40B4-BE49-F238E27FC236}">
                    <a16:creationId xmlns:a16="http://schemas.microsoft.com/office/drawing/2014/main" id="{894E865A-3431-FD4B-96A5-C97DAAC7A6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1" name="Line 65">
                <a:extLst>
                  <a:ext uri="{FF2B5EF4-FFF2-40B4-BE49-F238E27FC236}">
                    <a16:creationId xmlns:a16="http://schemas.microsoft.com/office/drawing/2014/main" id="{3CA43AF7-D356-4142-A618-06DCB23282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2" name="Line 66">
                <a:extLst>
                  <a:ext uri="{FF2B5EF4-FFF2-40B4-BE49-F238E27FC236}">
                    <a16:creationId xmlns:a16="http://schemas.microsoft.com/office/drawing/2014/main" id="{4F8E4FC5-0A2A-4849-97E6-425A5D2E6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3" name="Line 67">
                <a:extLst>
                  <a:ext uri="{FF2B5EF4-FFF2-40B4-BE49-F238E27FC236}">
                    <a16:creationId xmlns:a16="http://schemas.microsoft.com/office/drawing/2014/main" id="{343125A4-6A3A-F943-89E3-12B16C09D2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4" name="Line 68">
                <a:extLst>
                  <a:ext uri="{FF2B5EF4-FFF2-40B4-BE49-F238E27FC236}">
                    <a16:creationId xmlns:a16="http://schemas.microsoft.com/office/drawing/2014/main" id="{D4CB6017-5831-FA48-815B-BE92970244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5" name="Line 69">
                <a:extLst>
                  <a:ext uri="{FF2B5EF4-FFF2-40B4-BE49-F238E27FC236}">
                    <a16:creationId xmlns:a16="http://schemas.microsoft.com/office/drawing/2014/main" id="{E4754EF7-D910-814B-8B41-2FD2BAA878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6" name="Line 70">
                <a:extLst>
                  <a:ext uri="{FF2B5EF4-FFF2-40B4-BE49-F238E27FC236}">
                    <a16:creationId xmlns:a16="http://schemas.microsoft.com/office/drawing/2014/main" id="{F137C288-EF55-D540-A997-85FA917D73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7" name="Rectangle 71">
                <a:extLst>
                  <a:ext uri="{FF2B5EF4-FFF2-40B4-BE49-F238E27FC236}">
                    <a16:creationId xmlns:a16="http://schemas.microsoft.com/office/drawing/2014/main" id="{F56FC77C-FB59-7F4E-B825-2A488EF8C8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8" name="Rectangle 72">
                <a:extLst>
                  <a:ext uri="{FF2B5EF4-FFF2-40B4-BE49-F238E27FC236}">
                    <a16:creationId xmlns:a16="http://schemas.microsoft.com/office/drawing/2014/main" id="{F41D8631-6A74-BA42-8A05-01D02E0EA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9" name="Rectangle 73">
                <a:extLst>
                  <a:ext uri="{FF2B5EF4-FFF2-40B4-BE49-F238E27FC236}">
                    <a16:creationId xmlns:a16="http://schemas.microsoft.com/office/drawing/2014/main" id="{C73BF6A9-3054-FB43-A0C0-EB576EBF15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0" name="Rectangle 74">
                <a:extLst>
                  <a:ext uri="{FF2B5EF4-FFF2-40B4-BE49-F238E27FC236}">
                    <a16:creationId xmlns:a16="http://schemas.microsoft.com/office/drawing/2014/main" id="{944FDC84-5A12-CC42-9A23-A92DDF6AE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1" name="Rectangle 75">
                <a:extLst>
                  <a:ext uri="{FF2B5EF4-FFF2-40B4-BE49-F238E27FC236}">
                    <a16:creationId xmlns:a16="http://schemas.microsoft.com/office/drawing/2014/main" id="{88D6DBF9-99B2-4544-BF6D-329E89DCB6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44" name="Group 96">
              <a:extLst>
                <a:ext uri="{FF2B5EF4-FFF2-40B4-BE49-F238E27FC236}">
                  <a16:creationId xmlns:a16="http://schemas.microsoft.com/office/drawing/2014/main" id="{57000094-DC40-484B-A0CA-146FA733FE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6" y="1347"/>
              <a:ext cx="510" cy="661"/>
              <a:chOff x="4296" y="2627"/>
              <a:chExt cx="510" cy="661"/>
            </a:xfrm>
          </p:grpSpPr>
          <p:sp>
            <p:nvSpPr>
              <p:cNvPr id="292" name="Rectangle 97">
                <a:extLst>
                  <a:ext uri="{FF2B5EF4-FFF2-40B4-BE49-F238E27FC236}">
                    <a16:creationId xmlns:a16="http://schemas.microsoft.com/office/drawing/2014/main" id="{23688015-1451-B649-A136-19DFE598C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3" name="Text Box 98">
                <a:extLst>
                  <a:ext uri="{FF2B5EF4-FFF2-40B4-BE49-F238E27FC236}">
                    <a16:creationId xmlns:a16="http://schemas.microsoft.com/office/drawing/2014/main" id="{8D2FAA41-802D-714B-9684-49001E0C16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mail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server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4" name="Rectangle 99">
                <a:extLst>
                  <a:ext uri="{FF2B5EF4-FFF2-40B4-BE49-F238E27FC236}">
                    <a16:creationId xmlns:a16="http://schemas.microsoft.com/office/drawing/2014/main" id="{A4CCD107-61E7-3242-85D1-3EAFC1B479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5" name="Line 100">
                <a:extLst>
                  <a:ext uri="{FF2B5EF4-FFF2-40B4-BE49-F238E27FC236}">
                    <a16:creationId xmlns:a16="http://schemas.microsoft.com/office/drawing/2014/main" id="{2743033E-E6A8-F646-99FA-C57B67EFD0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6" name="Line 101">
                <a:extLst>
                  <a:ext uri="{FF2B5EF4-FFF2-40B4-BE49-F238E27FC236}">
                    <a16:creationId xmlns:a16="http://schemas.microsoft.com/office/drawing/2014/main" id="{2C5C87C8-3EB9-C345-8455-9601CC8BF2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7" name="Line 102">
                <a:extLst>
                  <a:ext uri="{FF2B5EF4-FFF2-40B4-BE49-F238E27FC236}">
                    <a16:creationId xmlns:a16="http://schemas.microsoft.com/office/drawing/2014/main" id="{61F561F5-A8AF-F046-8A1B-EB72756DC9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8" name="Line 103">
                <a:extLst>
                  <a:ext uri="{FF2B5EF4-FFF2-40B4-BE49-F238E27FC236}">
                    <a16:creationId xmlns:a16="http://schemas.microsoft.com/office/drawing/2014/main" id="{189B5DCD-C8CD-4049-BF55-784B4932C7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9" name="Line 104">
                <a:extLst>
                  <a:ext uri="{FF2B5EF4-FFF2-40B4-BE49-F238E27FC236}">
                    <a16:creationId xmlns:a16="http://schemas.microsoft.com/office/drawing/2014/main" id="{51E021BF-BE11-C748-8956-6CE4588C2A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0" name="Line 105">
                <a:extLst>
                  <a:ext uri="{FF2B5EF4-FFF2-40B4-BE49-F238E27FC236}">
                    <a16:creationId xmlns:a16="http://schemas.microsoft.com/office/drawing/2014/main" id="{4B929A3B-B815-E441-922D-EA14E8C14C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1" name="Line 106">
                <a:extLst>
                  <a:ext uri="{FF2B5EF4-FFF2-40B4-BE49-F238E27FC236}">
                    <a16:creationId xmlns:a16="http://schemas.microsoft.com/office/drawing/2014/main" id="{5A282BD2-5338-3E4D-8636-9D489C73E7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2" name="Rectangle 107">
                <a:extLst>
                  <a:ext uri="{FF2B5EF4-FFF2-40B4-BE49-F238E27FC236}">
                    <a16:creationId xmlns:a16="http://schemas.microsoft.com/office/drawing/2014/main" id="{8E194D1F-5621-4E4F-9797-A2C32D688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3" name="Rectangle 108">
                <a:extLst>
                  <a:ext uri="{FF2B5EF4-FFF2-40B4-BE49-F238E27FC236}">
                    <a16:creationId xmlns:a16="http://schemas.microsoft.com/office/drawing/2014/main" id="{AD50D80A-F8D2-514C-87E9-4ACA4207A6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4" name="Rectangle 109">
                <a:extLst>
                  <a:ext uri="{FF2B5EF4-FFF2-40B4-BE49-F238E27FC236}">
                    <a16:creationId xmlns:a16="http://schemas.microsoft.com/office/drawing/2014/main" id="{2275F6D3-E63F-C04C-A0DE-16B4A4842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5" name="Rectangle 110">
                <a:extLst>
                  <a:ext uri="{FF2B5EF4-FFF2-40B4-BE49-F238E27FC236}">
                    <a16:creationId xmlns:a16="http://schemas.microsoft.com/office/drawing/2014/main" id="{48706195-34DD-A541-88E3-15F1D1F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6" name="Rectangle 111">
                <a:extLst>
                  <a:ext uri="{FF2B5EF4-FFF2-40B4-BE49-F238E27FC236}">
                    <a16:creationId xmlns:a16="http://schemas.microsoft.com/office/drawing/2014/main" id="{3F644955-990A-3D46-8B8D-8C68D095DA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5" name="Line 117">
              <a:extLst>
                <a:ext uri="{FF2B5EF4-FFF2-40B4-BE49-F238E27FC236}">
                  <a16:creationId xmlns:a16="http://schemas.microsoft.com/office/drawing/2014/main" id="{14A97E77-F498-9E42-8702-8B7F5D1AC5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4" y="2350"/>
              <a:ext cx="708" cy="684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6" name="Line 118">
              <a:extLst>
                <a:ext uri="{FF2B5EF4-FFF2-40B4-BE49-F238E27FC236}">
                  <a16:creationId xmlns:a16="http://schemas.microsoft.com/office/drawing/2014/main" id="{32DA8ECF-6761-E64E-A313-7489BEF95F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66" y="2020"/>
              <a:ext cx="0" cy="78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7" name="Group 119">
              <a:extLst>
                <a:ext uri="{FF2B5EF4-FFF2-40B4-BE49-F238E27FC236}">
                  <a16:creationId xmlns:a16="http://schemas.microsoft.com/office/drawing/2014/main" id="{BA52A921-FC7C-6043-901B-3544177346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9" y="2535"/>
              <a:ext cx="641" cy="330"/>
              <a:chOff x="3749" y="2537"/>
              <a:chExt cx="641" cy="330"/>
            </a:xfrm>
          </p:grpSpPr>
          <p:sp>
            <p:nvSpPr>
              <p:cNvPr id="290" name="Rectangle 120">
                <a:extLst>
                  <a:ext uri="{FF2B5EF4-FFF2-40B4-BE49-F238E27FC236}">
                    <a16:creationId xmlns:a16="http://schemas.microsoft.com/office/drawing/2014/main" id="{0C8E9259-98F2-604F-A4C6-3A7F488FCC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1" name="Text Box 121">
                <a:extLst>
                  <a:ext uri="{FF2B5EF4-FFF2-40B4-BE49-F238E27FC236}">
                    <a16:creationId xmlns:a16="http://schemas.microsoft.com/office/drawing/2014/main" id="{211C72D2-CB25-324F-AB81-6EE0282F0E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9" y="2537"/>
                <a:ext cx="64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SMTP</a:t>
                </a:r>
              </a:p>
            </p:txBody>
          </p:sp>
        </p:grpSp>
        <p:grpSp>
          <p:nvGrpSpPr>
            <p:cNvPr id="248" name="Group 122">
              <a:extLst>
                <a:ext uri="{FF2B5EF4-FFF2-40B4-BE49-F238E27FC236}">
                  <a16:creationId xmlns:a16="http://schemas.microsoft.com/office/drawing/2014/main" id="{0C8CF91C-30A4-724C-9B71-2A06A29487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5" y="1743"/>
              <a:ext cx="641" cy="330"/>
              <a:chOff x="3749" y="2537"/>
              <a:chExt cx="641" cy="330"/>
            </a:xfrm>
          </p:grpSpPr>
          <p:sp>
            <p:nvSpPr>
              <p:cNvPr id="288" name="Rectangle 123">
                <a:extLst>
                  <a:ext uri="{FF2B5EF4-FFF2-40B4-BE49-F238E27FC236}">
                    <a16:creationId xmlns:a16="http://schemas.microsoft.com/office/drawing/2014/main" id="{FCECD58F-F77F-CE4B-B35E-A96DEDC7E6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9" name="Text Box 124">
                <a:extLst>
                  <a:ext uri="{FF2B5EF4-FFF2-40B4-BE49-F238E27FC236}">
                    <a16:creationId xmlns:a16="http://schemas.microsoft.com/office/drawing/2014/main" id="{AF84BA8D-FF6F-3247-901E-8E6B18720F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9" y="2537"/>
                <a:ext cx="64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SMTP</a:t>
                </a:r>
              </a:p>
            </p:txBody>
          </p:sp>
        </p:grpSp>
        <p:grpSp>
          <p:nvGrpSpPr>
            <p:cNvPr id="249" name="Group 125">
              <a:extLst>
                <a:ext uri="{FF2B5EF4-FFF2-40B4-BE49-F238E27FC236}">
                  <a16:creationId xmlns:a16="http://schemas.microsoft.com/office/drawing/2014/main" id="{58DC277B-7AA7-2E40-B727-BF4769AC13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62" y="2151"/>
              <a:ext cx="641" cy="330"/>
              <a:chOff x="3770" y="2495"/>
              <a:chExt cx="641" cy="330"/>
            </a:xfrm>
          </p:grpSpPr>
          <p:sp>
            <p:nvSpPr>
              <p:cNvPr id="286" name="Rectangle 126">
                <a:extLst>
                  <a:ext uri="{FF2B5EF4-FFF2-40B4-BE49-F238E27FC236}">
                    <a16:creationId xmlns:a16="http://schemas.microsoft.com/office/drawing/2014/main" id="{2816DCBF-A1AF-E048-B956-3F1809C0D7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7" name="Text Box 127">
                <a:extLst>
                  <a:ext uri="{FF2B5EF4-FFF2-40B4-BE49-F238E27FC236}">
                    <a16:creationId xmlns:a16="http://schemas.microsoft.com/office/drawing/2014/main" id="{63B15CD0-9983-6A4B-9279-804A5439A9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0" y="2495"/>
                <a:ext cx="64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SMTP</a:t>
                </a:r>
              </a:p>
            </p:txBody>
          </p:sp>
        </p:grpSp>
        <p:grpSp>
          <p:nvGrpSpPr>
            <p:cNvPr id="250" name="Group 423">
              <a:extLst>
                <a:ext uri="{FF2B5EF4-FFF2-40B4-BE49-F238E27FC236}">
                  <a16:creationId xmlns:a16="http://schemas.microsoft.com/office/drawing/2014/main" id="{30BA0251-F53A-8C4F-97BA-8DC51407C8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9" y="886"/>
              <a:ext cx="583" cy="664"/>
              <a:chOff x="3566" y="550"/>
              <a:chExt cx="583" cy="664"/>
            </a:xfrm>
          </p:grpSpPr>
          <p:grpSp>
            <p:nvGrpSpPr>
              <p:cNvPr id="281" name="Group 353">
                <a:extLst>
                  <a:ext uri="{FF2B5EF4-FFF2-40B4-BE49-F238E27FC236}">
                    <a16:creationId xmlns:a16="http://schemas.microsoft.com/office/drawing/2014/main" id="{08E25960-F839-D945-AEB0-EBA43385ED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84" name="Picture 354" descr="desktop_computer_stylized_medium">
                  <a:extLst>
                    <a:ext uri="{FF2B5EF4-FFF2-40B4-BE49-F238E27FC236}">
                      <a16:creationId xmlns:a16="http://schemas.microsoft.com/office/drawing/2014/main" id="{A8E24158-A20D-2643-9568-7E2B6A9A8F7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85" name="Freeform 355">
                  <a:extLst>
                    <a:ext uri="{FF2B5EF4-FFF2-40B4-BE49-F238E27FC236}">
                      <a16:creationId xmlns:a16="http://schemas.microsoft.com/office/drawing/2014/main" id="{7C66E8C3-2156-B443-A62B-AB5FE62DD4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82" name="Rectangle 115">
                <a:extLst>
                  <a:ext uri="{FF2B5EF4-FFF2-40B4-BE49-F238E27FC236}">
                    <a16:creationId xmlns:a16="http://schemas.microsoft.com/office/drawing/2014/main" id="{A8808CF7-A20F-6048-A5C3-5948802EC1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3" name="Text Box 116">
                <a:extLst>
                  <a:ext uri="{FF2B5EF4-FFF2-40B4-BE49-F238E27FC236}">
                    <a16:creationId xmlns:a16="http://schemas.microsoft.com/office/drawing/2014/main" id="{3615B133-7ADF-B149-A5EF-D48A09950B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51" name="Group 424">
              <a:extLst>
                <a:ext uri="{FF2B5EF4-FFF2-40B4-BE49-F238E27FC236}">
                  <a16:creationId xmlns:a16="http://schemas.microsoft.com/office/drawing/2014/main" id="{45EE4567-07D2-9B44-B152-A79DBA1430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2" y="1400"/>
              <a:ext cx="583" cy="664"/>
              <a:chOff x="3566" y="550"/>
              <a:chExt cx="583" cy="664"/>
            </a:xfrm>
          </p:grpSpPr>
          <p:grpSp>
            <p:nvGrpSpPr>
              <p:cNvPr id="276" name="Group 425">
                <a:extLst>
                  <a:ext uri="{FF2B5EF4-FFF2-40B4-BE49-F238E27FC236}">
                    <a16:creationId xmlns:a16="http://schemas.microsoft.com/office/drawing/2014/main" id="{E722A2E6-A5F4-6C41-B802-1B3176A542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79" name="Picture 426" descr="desktop_computer_stylized_medium">
                  <a:extLst>
                    <a:ext uri="{FF2B5EF4-FFF2-40B4-BE49-F238E27FC236}">
                      <a16:creationId xmlns:a16="http://schemas.microsoft.com/office/drawing/2014/main" id="{8B6EAA10-F9D8-724F-94C8-D4E4B57A04F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80" name="Freeform 427">
                  <a:extLst>
                    <a:ext uri="{FF2B5EF4-FFF2-40B4-BE49-F238E27FC236}">
                      <a16:creationId xmlns:a16="http://schemas.microsoft.com/office/drawing/2014/main" id="{1E93A55D-6DF6-C544-9512-0E02D9C496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77" name="Rectangle 115">
                <a:extLst>
                  <a:ext uri="{FF2B5EF4-FFF2-40B4-BE49-F238E27FC236}">
                    <a16:creationId xmlns:a16="http://schemas.microsoft.com/office/drawing/2014/main" id="{1B535841-0794-1B43-AB50-A8A2B89E46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8" name="Text Box 116">
                <a:extLst>
                  <a:ext uri="{FF2B5EF4-FFF2-40B4-BE49-F238E27FC236}">
                    <a16:creationId xmlns:a16="http://schemas.microsoft.com/office/drawing/2014/main" id="{08BD580D-BB58-674F-BF51-73AD02F8ED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52" name="Group 430">
              <a:extLst>
                <a:ext uri="{FF2B5EF4-FFF2-40B4-BE49-F238E27FC236}">
                  <a16:creationId xmlns:a16="http://schemas.microsoft.com/office/drawing/2014/main" id="{34A2D0BA-C196-4942-B7CA-678581CB51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74" y="1880"/>
              <a:ext cx="583" cy="664"/>
              <a:chOff x="3566" y="550"/>
              <a:chExt cx="583" cy="664"/>
            </a:xfrm>
          </p:grpSpPr>
          <p:grpSp>
            <p:nvGrpSpPr>
              <p:cNvPr id="271" name="Group 431">
                <a:extLst>
                  <a:ext uri="{FF2B5EF4-FFF2-40B4-BE49-F238E27FC236}">
                    <a16:creationId xmlns:a16="http://schemas.microsoft.com/office/drawing/2014/main" id="{BE03D0A5-F5D7-9948-B7EA-FA5E6ADA2B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74" name="Picture 432" descr="desktop_computer_stylized_medium">
                  <a:extLst>
                    <a:ext uri="{FF2B5EF4-FFF2-40B4-BE49-F238E27FC236}">
                      <a16:creationId xmlns:a16="http://schemas.microsoft.com/office/drawing/2014/main" id="{CE464295-B889-1B47-A8D7-3556B2AAAD0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75" name="Freeform 433">
                  <a:extLst>
                    <a:ext uri="{FF2B5EF4-FFF2-40B4-BE49-F238E27FC236}">
                      <a16:creationId xmlns:a16="http://schemas.microsoft.com/office/drawing/2014/main" id="{C77332B6-93C9-A042-A591-13DCD23AA5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72" name="Rectangle 115">
                <a:extLst>
                  <a:ext uri="{FF2B5EF4-FFF2-40B4-BE49-F238E27FC236}">
                    <a16:creationId xmlns:a16="http://schemas.microsoft.com/office/drawing/2014/main" id="{F6E9263B-5B99-914A-B779-F129D9C756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3" name="Text Box 116">
                <a:extLst>
                  <a:ext uri="{FF2B5EF4-FFF2-40B4-BE49-F238E27FC236}">
                    <a16:creationId xmlns:a16="http://schemas.microsoft.com/office/drawing/2014/main" id="{E6ADB34B-0590-DF41-A12D-070F82E8AE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53" name="Group 436">
              <a:extLst>
                <a:ext uri="{FF2B5EF4-FFF2-40B4-BE49-F238E27FC236}">
                  <a16:creationId xmlns:a16="http://schemas.microsoft.com/office/drawing/2014/main" id="{1E0B8E86-E363-7347-AAB0-795D10C2D2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1" y="2540"/>
              <a:ext cx="583" cy="664"/>
              <a:chOff x="3566" y="550"/>
              <a:chExt cx="583" cy="664"/>
            </a:xfrm>
          </p:grpSpPr>
          <p:grpSp>
            <p:nvGrpSpPr>
              <p:cNvPr id="266" name="Group 437">
                <a:extLst>
                  <a:ext uri="{FF2B5EF4-FFF2-40B4-BE49-F238E27FC236}">
                    <a16:creationId xmlns:a16="http://schemas.microsoft.com/office/drawing/2014/main" id="{AC5F831C-0C35-C549-B51D-4296B8B8B9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69" name="Picture 438" descr="desktop_computer_stylized_medium">
                  <a:extLst>
                    <a:ext uri="{FF2B5EF4-FFF2-40B4-BE49-F238E27FC236}">
                      <a16:creationId xmlns:a16="http://schemas.microsoft.com/office/drawing/2014/main" id="{AD14A203-3912-324B-BE4F-9D6A4285CEC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70" name="Freeform 439">
                  <a:extLst>
                    <a:ext uri="{FF2B5EF4-FFF2-40B4-BE49-F238E27FC236}">
                      <a16:creationId xmlns:a16="http://schemas.microsoft.com/office/drawing/2014/main" id="{9E88436B-4E0D-D149-A214-D937D45DEA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67" name="Rectangle 115">
                <a:extLst>
                  <a:ext uri="{FF2B5EF4-FFF2-40B4-BE49-F238E27FC236}">
                    <a16:creationId xmlns:a16="http://schemas.microsoft.com/office/drawing/2014/main" id="{0DEA31A9-2C76-564E-B16F-DBD697177E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8" name="Text Box 116">
                <a:extLst>
                  <a:ext uri="{FF2B5EF4-FFF2-40B4-BE49-F238E27FC236}">
                    <a16:creationId xmlns:a16="http://schemas.microsoft.com/office/drawing/2014/main" id="{7655A215-ADF5-8C47-8D04-DDBF56AFD7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54" name="Group 442">
              <a:extLst>
                <a:ext uri="{FF2B5EF4-FFF2-40B4-BE49-F238E27FC236}">
                  <a16:creationId xmlns:a16="http://schemas.microsoft.com/office/drawing/2014/main" id="{30600299-25CF-4A4E-8A3B-15590AC954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6" y="3446"/>
              <a:ext cx="583" cy="664"/>
              <a:chOff x="3566" y="550"/>
              <a:chExt cx="583" cy="664"/>
            </a:xfrm>
          </p:grpSpPr>
          <p:grpSp>
            <p:nvGrpSpPr>
              <p:cNvPr id="261" name="Group 443">
                <a:extLst>
                  <a:ext uri="{FF2B5EF4-FFF2-40B4-BE49-F238E27FC236}">
                    <a16:creationId xmlns:a16="http://schemas.microsoft.com/office/drawing/2014/main" id="{116521D6-39B6-ED4D-BF9D-4EDC84BB43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64" name="Picture 444" descr="desktop_computer_stylized_medium">
                  <a:extLst>
                    <a:ext uri="{FF2B5EF4-FFF2-40B4-BE49-F238E27FC236}">
                      <a16:creationId xmlns:a16="http://schemas.microsoft.com/office/drawing/2014/main" id="{B764D5A2-AAF9-6F4A-AD12-7AF1E69A921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65" name="Freeform 445">
                  <a:extLst>
                    <a:ext uri="{FF2B5EF4-FFF2-40B4-BE49-F238E27FC236}">
                      <a16:creationId xmlns:a16="http://schemas.microsoft.com/office/drawing/2014/main" id="{1CF12910-951A-5444-81F3-DDC16C9510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62" name="Rectangle 115">
                <a:extLst>
                  <a:ext uri="{FF2B5EF4-FFF2-40B4-BE49-F238E27FC236}">
                    <a16:creationId xmlns:a16="http://schemas.microsoft.com/office/drawing/2014/main" id="{E6B060FF-D007-3348-A6C9-A56534FB0E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3" name="Text Box 116">
                <a:extLst>
                  <a:ext uri="{FF2B5EF4-FFF2-40B4-BE49-F238E27FC236}">
                    <a16:creationId xmlns:a16="http://schemas.microsoft.com/office/drawing/2014/main" id="{D67C13D0-AC42-8E4B-9B42-5CEAC13028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55" name="Group 448">
              <a:extLst>
                <a:ext uri="{FF2B5EF4-FFF2-40B4-BE49-F238E27FC236}">
                  <a16:creationId xmlns:a16="http://schemas.microsoft.com/office/drawing/2014/main" id="{8E0DD129-7A33-3E4A-8455-FC51B1CF67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5" y="3056"/>
              <a:ext cx="583" cy="664"/>
              <a:chOff x="3566" y="550"/>
              <a:chExt cx="583" cy="664"/>
            </a:xfrm>
          </p:grpSpPr>
          <p:grpSp>
            <p:nvGrpSpPr>
              <p:cNvPr id="256" name="Group 449">
                <a:extLst>
                  <a:ext uri="{FF2B5EF4-FFF2-40B4-BE49-F238E27FC236}">
                    <a16:creationId xmlns:a16="http://schemas.microsoft.com/office/drawing/2014/main" id="{90AB032A-A3B7-3748-9489-8C4F915581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59" name="Picture 450" descr="desktop_computer_stylized_medium">
                  <a:extLst>
                    <a:ext uri="{FF2B5EF4-FFF2-40B4-BE49-F238E27FC236}">
                      <a16:creationId xmlns:a16="http://schemas.microsoft.com/office/drawing/2014/main" id="{DE476DC9-0E4F-314D-82DF-D6027FE6D11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60" name="Freeform 451">
                  <a:extLst>
                    <a:ext uri="{FF2B5EF4-FFF2-40B4-BE49-F238E27FC236}">
                      <a16:creationId xmlns:a16="http://schemas.microsoft.com/office/drawing/2014/main" id="{234ABE2F-A8B4-8542-94E8-78DDE67E3E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57" name="Rectangle 115">
                <a:extLst>
                  <a:ext uri="{FF2B5EF4-FFF2-40B4-BE49-F238E27FC236}">
                    <a16:creationId xmlns:a16="http://schemas.microsoft.com/office/drawing/2014/main" id="{B0E02959-4482-944E-9351-976262974C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58" name="Text Box 116">
                <a:extLst>
                  <a:ext uri="{FF2B5EF4-FFF2-40B4-BE49-F238E27FC236}">
                    <a16:creationId xmlns:a16="http://schemas.microsoft.com/office/drawing/2014/main" id="{53D455CA-494C-3941-B909-EFE07A9B71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216" name="Rectangle 3">
            <a:extLst>
              <a:ext uri="{FF2B5EF4-FFF2-40B4-BE49-F238E27FC236}">
                <a16:creationId xmlns:a16="http://schemas.microsoft.com/office/drawing/2014/main" id="{D5E2CE3F-09DC-EA40-ABE5-ED6ACF8FB8D5}"/>
              </a:ext>
            </a:extLst>
          </p:cNvPr>
          <p:cNvSpPr txBox="1">
            <a:spLocks noChangeArrowheads="1"/>
          </p:cNvSpPr>
          <p:nvPr/>
        </p:nvSpPr>
        <p:spPr>
          <a:xfrm>
            <a:off x="660265" y="1387147"/>
            <a:ext cx="5674033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mail servers: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mailbox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contains incoming messages for user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message queue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of outgoing (to be sent) mail messages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 protocol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between mail servers to send email messages</a:t>
            </a:r>
          </a:p>
          <a:p>
            <a:pPr marL="411163" marR="0" lvl="0" indent="-2301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sending mail server</a:t>
            </a:r>
          </a:p>
          <a:p>
            <a:pPr marL="411163" marR="0" lvl="0" indent="-2301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“server”: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receiving mail server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35D9358-DFF3-6B4F-B793-C73142424C20}"/>
              </a:ext>
            </a:extLst>
          </p:cNvPr>
          <p:cNvGrpSpPr/>
          <p:nvPr/>
        </p:nvGrpSpPr>
        <p:grpSpPr>
          <a:xfrm>
            <a:off x="7171111" y="1995054"/>
            <a:ext cx="3710247" cy="3732412"/>
            <a:chOff x="7171111" y="1995054"/>
            <a:chExt cx="3710247" cy="373241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BE430A9-6EC8-E04E-AC1F-E5B6080D4994}"/>
                </a:ext>
              </a:extLst>
            </p:cNvPr>
            <p:cNvSpPr/>
            <p:nvPr/>
          </p:nvSpPr>
          <p:spPr>
            <a:xfrm>
              <a:off x="7215447" y="1995054"/>
              <a:ext cx="1230284" cy="432262"/>
            </a:xfrm>
            <a:prstGeom prst="ellipse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7240D5A6-234E-E146-AB2C-E5F301108500}"/>
                </a:ext>
              </a:extLst>
            </p:cNvPr>
            <p:cNvSpPr/>
            <p:nvPr/>
          </p:nvSpPr>
          <p:spPr>
            <a:xfrm>
              <a:off x="9213272" y="2862348"/>
              <a:ext cx="1230284" cy="432262"/>
            </a:xfrm>
            <a:prstGeom prst="ellipse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BD61EF7B-A2A1-9B4E-A736-BF8BBEA6BDD9}"/>
                </a:ext>
              </a:extLst>
            </p:cNvPr>
            <p:cNvSpPr/>
            <p:nvPr/>
          </p:nvSpPr>
          <p:spPr>
            <a:xfrm>
              <a:off x="7171111" y="4261656"/>
              <a:ext cx="1230284" cy="432262"/>
            </a:xfrm>
            <a:prstGeom prst="ellipse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8259EEA6-9689-C04D-BD3F-CF04D4B88165}"/>
                </a:ext>
              </a:extLst>
            </p:cNvPr>
            <p:cNvSpPr/>
            <p:nvPr/>
          </p:nvSpPr>
          <p:spPr>
            <a:xfrm>
              <a:off x="9651074" y="5295204"/>
              <a:ext cx="1230284" cy="432262"/>
            </a:xfrm>
            <a:prstGeom prst="ellipse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F01800ED-B4E3-D244-99D3-D843C53AC930}"/>
              </a:ext>
            </a:extLst>
          </p:cNvPr>
          <p:cNvGrpSpPr/>
          <p:nvPr/>
        </p:nvGrpSpPr>
        <p:grpSpPr>
          <a:xfrm>
            <a:off x="7223758" y="2263832"/>
            <a:ext cx="3272445" cy="4031670"/>
            <a:chOff x="7171111" y="1995054"/>
            <a:chExt cx="3272445" cy="4031670"/>
          </a:xfrm>
        </p:grpSpPr>
        <p:sp>
          <p:nvSpPr>
            <p:cNvPr id="433" name="Oval 432">
              <a:extLst>
                <a:ext uri="{FF2B5EF4-FFF2-40B4-BE49-F238E27FC236}">
                  <a16:creationId xmlns:a16="http://schemas.microsoft.com/office/drawing/2014/main" id="{1AE66534-1742-4D4D-A771-2684958A7DEB}"/>
                </a:ext>
              </a:extLst>
            </p:cNvPr>
            <p:cNvSpPr/>
            <p:nvPr/>
          </p:nvSpPr>
          <p:spPr>
            <a:xfrm>
              <a:off x="7215447" y="1995054"/>
              <a:ext cx="1230284" cy="432262"/>
            </a:xfrm>
            <a:prstGeom prst="ellipse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" name="Oval 433">
              <a:extLst>
                <a:ext uri="{FF2B5EF4-FFF2-40B4-BE49-F238E27FC236}">
                  <a16:creationId xmlns:a16="http://schemas.microsoft.com/office/drawing/2014/main" id="{89210E69-0F0D-A54E-BE3D-5898333A054A}"/>
                </a:ext>
              </a:extLst>
            </p:cNvPr>
            <p:cNvSpPr/>
            <p:nvPr/>
          </p:nvSpPr>
          <p:spPr>
            <a:xfrm>
              <a:off x="9213272" y="2862348"/>
              <a:ext cx="1230284" cy="432262"/>
            </a:xfrm>
            <a:prstGeom prst="ellipse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" name="Oval 434">
              <a:extLst>
                <a:ext uri="{FF2B5EF4-FFF2-40B4-BE49-F238E27FC236}">
                  <a16:creationId xmlns:a16="http://schemas.microsoft.com/office/drawing/2014/main" id="{D90FA906-1714-D741-9807-A174108A555D}"/>
                </a:ext>
              </a:extLst>
            </p:cNvPr>
            <p:cNvSpPr/>
            <p:nvPr/>
          </p:nvSpPr>
          <p:spPr>
            <a:xfrm>
              <a:off x="7171111" y="4261656"/>
              <a:ext cx="1230284" cy="432262"/>
            </a:xfrm>
            <a:prstGeom prst="ellipse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" name="Oval 435">
              <a:extLst>
                <a:ext uri="{FF2B5EF4-FFF2-40B4-BE49-F238E27FC236}">
                  <a16:creationId xmlns:a16="http://schemas.microsoft.com/office/drawing/2014/main" id="{FC5F6C4F-12A6-3249-823E-31B999516BF6}"/>
                </a:ext>
              </a:extLst>
            </p:cNvPr>
            <p:cNvSpPr/>
            <p:nvPr/>
          </p:nvSpPr>
          <p:spPr>
            <a:xfrm>
              <a:off x="9590116" y="5594462"/>
              <a:ext cx="759227" cy="432262"/>
            </a:xfrm>
            <a:prstGeom prst="ellipse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E7737B7-4792-4C4D-ADC2-1233AEC89C9C}"/>
              </a:ext>
            </a:extLst>
          </p:cNvPr>
          <p:cNvGrpSpPr/>
          <p:nvPr/>
        </p:nvGrpSpPr>
        <p:grpSpPr>
          <a:xfrm>
            <a:off x="6988233" y="2128058"/>
            <a:ext cx="2391295" cy="1864822"/>
            <a:chOff x="6988233" y="2128058"/>
            <a:chExt cx="2391295" cy="186482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9B212E0-3D25-5C48-91EF-9330F70E0B9C}"/>
                </a:ext>
              </a:extLst>
            </p:cNvPr>
            <p:cNvSpPr/>
            <p:nvPr/>
          </p:nvSpPr>
          <p:spPr>
            <a:xfrm>
              <a:off x="8262851" y="2128058"/>
              <a:ext cx="1080655" cy="615142"/>
            </a:xfrm>
            <a:prstGeom prst="ellipse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" name="Oval 436">
              <a:extLst>
                <a:ext uri="{FF2B5EF4-FFF2-40B4-BE49-F238E27FC236}">
                  <a16:creationId xmlns:a16="http://schemas.microsoft.com/office/drawing/2014/main" id="{E403B798-6196-3C4A-B374-5D484B4CC8E5}"/>
                </a:ext>
              </a:extLst>
            </p:cNvPr>
            <p:cNvSpPr/>
            <p:nvPr/>
          </p:nvSpPr>
          <p:spPr>
            <a:xfrm>
              <a:off x="8298873" y="3377738"/>
              <a:ext cx="1080655" cy="615142"/>
            </a:xfrm>
            <a:prstGeom prst="ellipse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C60CAC5E-6F7C-8B4C-90CB-74107EEAC9E4}"/>
                </a:ext>
              </a:extLst>
            </p:cNvPr>
            <p:cNvSpPr/>
            <p:nvPr/>
          </p:nvSpPr>
          <p:spPr>
            <a:xfrm>
              <a:off x="6988233" y="2781993"/>
              <a:ext cx="1080655" cy="615142"/>
            </a:xfrm>
            <a:prstGeom prst="ellipse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39" name="Slide Number Placeholder 2">
            <a:extLst>
              <a:ext uri="{FF2B5EF4-FFF2-40B4-BE49-F238E27FC236}">
                <a16:creationId xmlns:a16="http://schemas.microsoft.com/office/drawing/2014/main" id="{01EA6896-ADAC-0A4A-9F59-CC5D8AE36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06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SMTP RFC </a:t>
            </a:r>
            <a:r>
              <a:rPr lang="en-US" altLang="en-US" sz="3200" dirty="0">
                <a:cs typeface="Calibri" panose="020F0502020204030204" pitchFamily="34" charset="0"/>
              </a:rPr>
              <a:t>(5321)</a:t>
            </a:r>
            <a:endParaRPr lang="en-US" sz="4400" dirty="0"/>
          </a:p>
        </p:txBody>
      </p:sp>
      <p:sp>
        <p:nvSpPr>
          <p:cNvPr id="215" name="Rectangle 3">
            <a:extLst>
              <a:ext uri="{FF2B5EF4-FFF2-40B4-BE49-F238E27FC236}">
                <a16:creationId xmlns:a16="http://schemas.microsoft.com/office/drawing/2014/main" id="{38D73E7D-6683-3B49-B9F1-F60777D45BFB}"/>
              </a:ext>
            </a:extLst>
          </p:cNvPr>
          <p:cNvSpPr txBox="1">
            <a:spLocks noChangeArrowheads="1"/>
          </p:cNvSpPr>
          <p:nvPr/>
        </p:nvSpPr>
        <p:spPr>
          <a:xfrm>
            <a:off x="693827" y="1364343"/>
            <a:ext cx="6887380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uses TCP to reliably transfer email message from client (mail server initiating connection) to server, port 25</a:t>
            </a:r>
          </a:p>
          <a:p>
            <a:pPr marL="695325" marR="0" lvl="1" indent="-2222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direct transfer: sending server (acting like client) to receiving server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three phases of transfer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 handshaking (greeting)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 transfer of messages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 closure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command/response interaction (like HTTP)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commands: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ASCII text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response: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status code and phrase</a:t>
            </a:r>
          </a:p>
        </p:txBody>
      </p:sp>
      <p:sp>
        <p:nvSpPr>
          <p:cNvPr id="5" name="Line 15">
            <a:extLst>
              <a:ext uri="{FF2B5EF4-FFF2-40B4-BE49-F238E27FC236}">
                <a16:creationId xmlns:a16="http://schemas.microsoft.com/office/drawing/2014/main" id="{9DD85366-88DE-C542-88D9-20C49121DBDB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9590" y="1806759"/>
            <a:ext cx="0" cy="4494287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Line 16">
            <a:extLst>
              <a:ext uri="{FF2B5EF4-FFF2-40B4-BE49-F238E27FC236}">
                <a16:creationId xmlns:a16="http://schemas.microsoft.com/office/drawing/2014/main" id="{7FC5AA52-7805-5447-B85E-FDF51CDDE3E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50277" y="1800409"/>
            <a:ext cx="0" cy="4450761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Line 17">
            <a:extLst>
              <a:ext uri="{FF2B5EF4-FFF2-40B4-BE49-F238E27FC236}">
                <a16:creationId xmlns:a16="http://schemas.microsoft.com/office/drawing/2014/main" id="{35C19D9B-6414-7C40-AE68-D886427A018E}"/>
              </a:ext>
            </a:extLst>
          </p:cNvPr>
          <p:cNvSpPr>
            <a:spLocks noChangeShapeType="1"/>
          </p:cNvSpPr>
          <p:nvPr/>
        </p:nvSpPr>
        <p:spPr bwMode="auto">
          <a:xfrm>
            <a:off x="9773877" y="2038535"/>
            <a:ext cx="1684338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Line 18">
            <a:extLst>
              <a:ext uri="{FF2B5EF4-FFF2-40B4-BE49-F238E27FC236}">
                <a16:creationId xmlns:a16="http://schemas.microsoft.com/office/drawing/2014/main" id="{07450D17-7F6B-0642-8980-25D2524CF9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76216" y="2443434"/>
            <a:ext cx="1673225" cy="403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Line 19">
            <a:extLst>
              <a:ext uri="{FF2B5EF4-FFF2-40B4-BE49-F238E27FC236}">
                <a16:creationId xmlns:a16="http://schemas.microsoft.com/office/drawing/2014/main" id="{0BF8BD6C-738E-9C48-AE64-45C8CCA0DADB}"/>
              </a:ext>
            </a:extLst>
          </p:cNvPr>
          <p:cNvSpPr>
            <a:spLocks noChangeShapeType="1"/>
          </p:cNvSpPr>
          <p:nvPr/>
        </p:nvSpPr>
        <p:spPr bwMode="auto">
          <a:xfrm>
            <a:off x="9784153" y="2951434"/>
            <a:ext cx="1684338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Line 23">
            <a:extLst>
              <a:ext uri="{FF2B5EF4-FFF2-40B4-BE49-F238E27FC236}">
                <a16:creationId xmlns:a16="http://schemas.microsoft.com/office/drawing/2014/main" id="{7FDF6CF0-39AA-704E-A46D-6894CBE86170}"/>
              </a:ext>
            </a:extLst>
          </p:cNvPr>
          <p:cNvSpPr>
            <a:spLocks noChangeShapeType="1"/>
          </p:cNvSpPr>
          <p:nvPr/>
        </p:nvSpPr>
        <p:spPr bwMode="auto">
          <a:xfrm>
            <a:off x="9369065" y="2013135"/>
            <a:ext cx="3905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Box 24">
            <a:extLst>
              <a:ext uri="{FF2B5EF4-FFF2-40B4-BE49-F238E27FC236}">
                <a16:creationId xmlns:a16="http://schemas.microsoft.com/office/drawing/2014/main" id="{0D81911D-90C6-0740-89E6-FCC1C8669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9576" y="1681861"/>
            <a:ext cx="1363707" cy="617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initiate TCP</a:t>
            </a:r>
          </a:p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connection</a:t>
            </a:r>
          </a:p>
        </p:txBody>
      </p:sp>
      <p:sp>
        <p:nvSpPr>
          <p:cNvPr id="15" name="AutoShape 25">
            <a:extLst>
              <a:ext uri="{FF2B5EF4-FFF2-40B4-BE49-F238E27FC236}">
                <a16:creationId xmlns:a16="http://schemas.microsoft.com/office/drawing/2014/main" id="{D39D69F5-CE1C-8841-A745-AB48B82D86C3}"/>
              </a:ext>
            </a:extLst>
          </p:cNvPr>
          <p:cNvSpPr>
            <a:spLocks/>
          </p:cNvSpPr>
          <p:nvPr/>
        </p:nvSpPr>
        <p:spPr bwMode="auto">
          <a:xfrm>
            <a:off x="9504002" y="2063935"/>
            <a:ext cx="128588" cy="803275"/>
          </a:xfrm>
          <a:prstGeom prst="leftBrace">
            <a:avLst>
              <a:gd name="adj1" fmla="val 520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" name="Text Box 26">
            <a:extLst>
              <a:ext uri="{FF2B5EF4-FFF2-40B4-BE49-F238E27FC236}">
                <a16:creationId xmlns:a16="http://schemas.microsoft.com/office/drawing/2014/main" id="{22E819B2-D05E-114A-A16B-079A0196AE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8028" y="2241821"/>
            <a:ext cx="575222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RTT</a:t>
            </a:r>
          </a:p>
        </p:txBody>
      </p:sp>
      <p:sp>
        <p:nvSpPr>
          <p:cNvPr id="17" name="Line 27">
            <a:extLst>
              <a:ext uri="{FF2B5EF4-FFF2-40B4-BE49-F238E27FC236}">
                <a16:creationId xmlns:a16="http://schemas.microsoft.com/office/drawing/2014/main" id="{DED47AD4-A4E5-D643-BEC4-36C82849822C}"/>
              </a:ext>
            </a:extLst>
          </p:cNvPr>
          <p:cNvSpPr>
            <a:spLocks noChangeShapeType="1"/>
          </p:cNvSpPr>
          <p:nvPr/>
        </p:nvSpPr>
        <p:spPr bwMode="auto">
          <a:xfrm>
            <a:off x="9434903" y="2884759"/>
            <a:ext cx="3540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Box 37">
            <a:extLst>
              <a:ext uri="{FF2B5EF4-FFF2-40B4-BE49-F238E27FC236}">
                <a16:creationId xmlns:a16="http://schemas.microsoft.com/office/drawing/2014/main" id="{F2867BB2-60F5-864A-8E27-42D477CE11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3670" y="5983183"/>
            <a:ext cx="663964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grpSp>
        <p:nvGrpSpPr>
          <p:cNvPr id="25" name="Group 43">
            <a:extLst>
              <a:ext uri="{FF2B5EF4-FFF2-40B4-BE49-F238E27FC236}">
                <a16:creationId xmlns:a16="http://schemas.microsoft.com/office/drawing/2014/main" id="{3D5C236C-8782-D645-9D62-5F8367661898}"/>
              </a:ext>
            </a:extLst>
          </p:cNvPr>
          <p:cNvGrpSpPr>
            <a:grpSpLocks/>
          </p:cNvGrpSpPr>
          <p:nvPr/>
        </p:nvGrpSpPr>
        <p:grpSpPr bwMode="auto">
          <a:xfrm>
            <a:off x="11321502" y="1113906"/>
            <a:ext cx="302736" cy="620580"/>
            <a:chOff x="4140" y="429"/>
            <a:chExt cx="1425" cy="2396"/>
          </a:xfrm>
        </p:grpSpPr>
        <p:sp>
          <p:nvSpPr>
            <p:cNvPr id="26" name="Freeform 44">
              <a:extLst>
                <a:ext uri="{FF2B5EF4-FFF2-40B4-BE49-F238E27FC236}">
                  <a16:creationId xmlns:a16="http://schemas.microsoft.com/office/drawing/2014/main" id="{3D7FD269-66F0-3A46-BC26-B1B48C1EC0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Rectangle 45">
              <a:extLst>
                <a:ext uri="{FF2B5EF4-FFF2-40B4-BE49-F238E27FC236}">
                  <a16:creationId xmlns:a16="http://schemas.microsoft.com/office/drawing/2014/main" id="{499BD07C-348D-EE47-8262-97587EBC3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" name="Freeform 46">
              <a:extLst>
                <a:ext uri="{FF2B5EF4-FFF2-40B4-BE49-F238E27FC236}">
                  <a16:creationId xmlns:a16="http://schemas.microsoft.com/office/drawing/2014/main" id="{6ADDA8D7-383A-D440-BC8C-29623DD196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47">
              <a:extLst>
                <a:ext uri="{FF2B5EF4-FFF2-40B4-BE49-F238E27FC236}">
                  <a16:creationId xmlns:a16="http://schemas.microsoft.com/office/drawing/2014/main" id="{221B896F-4BCD-BC48-AD88-C33440B17F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 48">
              <a:extLst>
                <a:ext uri="{FF2B5EF4-FFF2-40B4-BE49-F238E27FC236}">
                  <a16:creationId xmlns:a16="http://schemas.microsoft.com/office/drawing/2014/main" id="{4E3B542B-3515-614D-AC0F-5446B64285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" name="Group 49">
              <a:extLst>
                <a:ext uri="{FF2B5EF4-FFF2-40B4-BE49-F238E27FC236}">
                  <a16:creationId xmlns:a16="http://schemas.microsoft.com/office/drawing/2014/main" id="{3F1A063C-0F0D-D342-925F-8A37EF918A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6" name="AutoShape 50">
                <a:extLst>
                  <a:ext uri="{FF2B5EF4-FFF2-40B4-BE49-F238E27FC236}">
                    <a16:creationId xmlns:a16="http://schemas.microsoft.com/office/drawing/2014/main" id="{365C2571-C0AC-DD4F-8C0B-E0135B6B3B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7" name="AutoShape 51">
                <a:extLst>
                  <a:ext uri="{FF2B5EF4-FFF2-40B4-BE49-F238E27FC236}">
                    <a16:creationId xmlns:a16="http://schemas.microsoft.com/office/drawing/2014/main" id="{2E2E375F-F5BB-7048-98A7-F20398811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2" name="Rectangle 52">
              <a:extLst>
                <a:ext uri="{FF2B5EF4-FFF2-40B4-BE49-F238E27FC236}">
                  <a16:creationId xmlns:a16="http://schemas.microsoft.com/office/drawing/2014/main" id="{599276A5-9097-4F48-BD66-F55248A53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" name="Group 53">
              <a:extLst>
                <a:ext uri="{FF2B5EF4-FFF2-40B4-BE49-F238E27FC236}">
                  <a16:creationId xmlns:a16="http://schemas.microsoft.com/office/drawing/2014/main" id="{E8493614-E5BF-3C4B-A69C-B0D2B204F3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4" name="AutoShape 54">
                <a:extLst>
                  <a:ext uri="{FF2B5EF4-FFF2-40B4-BE49-F238E27FC236}">
                    <a16:creationId xmlns:a16="http://schemas.microsoft.com/office/drawing/2014/main" id="{53114F52-1575-9749-8952-D2DCC610E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5" name="AutoShape 55">
                <a:extLst>
                  <a:ext uri="{FF2B5EF4-FFF2-40B4-BE49-F238E27FC236}">
                    <a16:creationId xmlns:a16="http://schemas.microsoft.com/office/drawing/2014/main" id="{DB62F37B-A7AE-8743-A129-954FFFE620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" name="Rectangle 56">
              <a:extLst>
                <a:ext uri="{FF2B5EF4-FFF2-40B4-BE49-F238E27FC236}">
                  <a16:creationId xmlns:a16="http://schemas.microsoft.com/office/drawing/2014/main" id="{2D963FA1-A98D-9146-9517-70D64C4EA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" name="Rectangle 57">
              <a:extLst>
                <a:ext uri="{FF2B5EF4-FFF2-40B4-BE49-F238E27FC236}">
                  <a16:creationId xmlns:a16="http://schemas.microsoft.com/office/drawing/2014/main" id="{7B009C8F-02A4-8847-B0EA-D16645DBB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" name="Group 58">
              <a:extLst>
                <a:ext uri="{FF2B5EF4-FFF2-40B4-BE49-F238E27FC236}">
                  <a16:creationId xmlns:a16="http://schemas.microsoft.com/office/drawing/2014/main" id="{B1F1EC6C-CC95-F941-9E85-C17672F094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2" name="AutoShape 59">
                <a:extLst>
                  <a:ext uri="{FF2B5EF4-FFF2-40B4-BE49-F238E27FC236}">
                    <a16:creationId xmlns:a16="http://schemas.microsoft.com/office/drawing/2014/main" id="{7CAD6A00-FCBF-E349-9263-787D789260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" name="AutoShape 60">
                <a:extLst>
                  <a:ext uri="{FF2B5EF4-FFF2-40B4-BE49-F238E27FC236}">
                    <a16:creationId xmlns:a16="http://schemas.microsoft.com/office/drawing/2014/main" id="{8338FE16-5897-AD45-8114-892D80B4C0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" name="Freeform 61">
              <a:extLst>
                <a:ext uri="{FF2B5EF4-FFF2-40B4-BE49-F238E27FC236}">
                  <a16:creationId xmlns:a16="http://schemas.microsoft.com/office/drawing/2014/main" id="{3BECD43D-8173-6E4A-B0C1-C8A765BA3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8" name="Group 62">
              <a:extLst>
                <a:ext uri="{FF2B5EF4-FFF2-40B4-BE49-F238E27FC236}">
                  <a16:creationId xmlns:a16="http://schemas.microsoft.com/office/drawing/2014/main" id="{75BFA42A-D868-E642-8EE5-F73001FC89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0" name="AutoShape 63">
                <a:extLst>
                  <a:ext uri="{FF2B5EF4-FFF2-40B4-BE49-F238E27FC236}">
                    <a16:creationId xmlns:a16="http://schemas.microsoft.com/office/drawing/2014/main" id="{76ACB339-3800-EF48-8BAE-12EDC0FAB2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1" name="AutoShape 64">
                <a:extLst>
                  <a:ext uri="{FF2B5EF4-FFF2-40B4-BE49-F238E27FC236}">
                    <a16:creationId xmlns:a16="http://schemas.microsoft.com/office/drawing/2014/main" id="{8E15701E-130D-7A4D-939B-7886ED0C9F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9" name="Rectangle 65">
              <a:extLst>
                <a:ext uri="{FF2B5EF4-FFF2-40B4-BE49-F238E27FC236}">
                  <a16:creationId xmlns:a16="http://schemas.microsoft.com/office/drawing/2014/main" id="{6CCE6F19-24CA-4043-A2B7-7D60C738C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" name="Freeform 66">
              <a:extLst>
                <a:ext uri="{FF2B5EF4-FFF2-40B4-BE49-F238E27FC236}">
                  <a16:creationId xmlns:a16="http://schemas.microsoft.com/office/drawing/2014/main" id="{2A28341F-5DEB-B44C-88F8-74F23A6359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Freeform 67">
              <a:extLst>
                <a:ext uri="{FF2B5EF4-FFF2-40B4-BE49-F238E27FC236}">
                  <a16:creationId xmlns:a16="http://schemas.microsoft.com/office/drawing/2014/main" id="{EDFA6B41-9630-9F47-ABC3-C73882883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Oval 68">
              <a:extLst>
                <a:ext uri="{FF2B5EF4-FFF2-40B4-BE49-F238E27FC236}">
                  <a16:creationId xmlns:a16="http://schemas.microsoft.com/office/drawing/2014/main" id="{1C7176F1-ECE1-E74E-B7C8-7797741E6F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" name="Freeform 69">
              <a:extLst>
                <a:ext uri="{FF2B5EF4-FFF2-40B4-BE49-F238E27FC236}">
                  <a16:creationId xmlns:a16="http://schemas.microsoft.com/office/drawing/2014/main" id="{D66AA0EC-BC6B-344B-B4D6-64442E95A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AutoShape 70">
              <a:extLst>
                <a:ext uri="{FF2B5EF4-FFF2-40B4-BE49-F238E27FC236}">
                  <a16:creationId xmlns:a16="http://schemas.microsoft.com/office/drawing/2014/main" id="{832E4567-4C68-074B-AEA6-ACB828E35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" name="AutoShape 71">
              <a:extLst>
                <a:ext uri="{FF2B5EF4-FFF2-40B4-BE49-F238E27FC236}">
                  <a16:creationId xmlns:a16="http://schemas.microsoft.com/office/drawing/2014/main" id="{67F8A755-B9EC-9F49-95FB-E4F398021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" name="Oval 72">
              <a:extLst>
                <a:ext uri="{FF2B5EF4-FFF2-40B4-BE49-F238E27FC236}">
                  <a16:creationId xmlns:a16="http://schemas.microsoft.com/office/drawing/2014/main" id="{5906629E-4506-1E4E-9123-6965F605C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" name="Oval 73">
              <a:extLst>
                <a:ext uri="{FF2B5EF4-FFF2-40B4-BE49-F238E27FC236}">
                  <a16:creationId xmlns:a16="http://schemas.microsoft.com/office/drawing/2014/main" id="{83F45A09-1088-1D46-AED8-76F1B32CD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8" name="Oval 74">
              <a:extLst>
                <a:ext uri="{FF2B5EF4-FFF2-40B4-BE49-F238E27FC236}">
                  <a16:creationId xmlns:a16="http://schemas.microsoft.com/office/drawing/2014/main" id="{D16667B0-47FC-D643-9889-1EEC853A4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" name="Rectangle 75">
              <a:extLst>
                <a:ext uri="{FF2B5EF4-FFF2-40B4-BE49-F238E27FC236}">
                  <a16:creationId xmlns:a16="http://schemas.microsoft.com/office/drawing/2014/main" id="{22A86370-93A8-014B-BBD6-F67C8EED8E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3" name="Group 43">
            <a:extLst>
              <a:ext uri="{FF2B5EF4-FFF2-40B4-BE49-F238E27FC236}">
                <a16:creationId xmlns:a16="http://schemas.microsoft.com/office/drawing/2014/main" id="{36A665F7-DA44-AD4B-B7B6-65FA291092CF}"/>
              </a:ext>
            </a:extLst>
          </p:cNvPr>
          <p:cNvGrpSpPr>
            <a:grpSpLocks/>
          </p:cNvGrpSpPr>
          <p:nvPr/>
        </p:nvGrpSpPr>
        <p:grpSpPr bwMode="auto">
          <a:xfrm>
            <a:off x="9628476" y="1133303"/>
            <a:ext cx="302736" cy="620580"/>
            <a:chOff x="4140" y="429"/>
            <a:chExt cx="1425" cy="2396"/>
          </a:xfrm>
        </p:grpSpPr>
        <p:sp>
          <p:nvSpPr>
            <p:cNvPr id="64" name="Freeform 44">
              <a:extLst>
                <a:ext uri="{FF2B5EF4-FFF2-40B4-BE49-F238E27FC236}">
                  <a16:creationId xmlns:a16="http://schemas.microsoft.com/office/drawing/2014/main" id="{720EF6ED-B248-674A-99A4-96E903A62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Rectangle 45">
              <a:extLst>
                <a:ext uri="{FF2B5EF4-FFF2-40B4-BE49-F238E27FC236}">
                  <a16:creationId xmlns:a16="http://schemas.microsoft.com/office/drawing/2014/main" id="{38AB1A91-FBEE-3141-9930-02B3EF189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6" name="Freeform 46">
              <a:extLst>
                <a:ext uri="{FF2B5EF4-FFF2-40B4-BE49-F238E27FC236}">
                  <a16:creationId xmlns:a16="http://schemas.microsoft.com/office/drawing/2014/main" id="{413C4E64-9257-904B-843E-0AFF647C2E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Freeform 47">
              <a:extLst>
                <a:ext uri="{FF2B5EF4-FFF2-40B4-BE49-F238E27FC236}">
                  <a16:creationId xmlns:a16="http://schemas.microsoft.com/office/drawing/2014/main" id="{7FC7B94F-54BF-D841-ADBC-E458F9F0F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Rectangle 48">
              <a:extLst>
                <a:ext uri="{FF2B5EF4-FFF2-40B4-BE49-F238E27FC236}">
                  <a16:creationId xmlns:a16="http://schemas.microsoft.com/office/drawing/2014/main" id="{EB1624E1-0701-0F40-AE26-BDCD5DCEA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69" name="Group 49">
              <a:extLst>
                <a:ext uri="{FF2B5EF4-FFF2-40B4-BE49-F238E27FC236}">
                  <a16:creationId xmlns:a16="http://schemas.microsoft.com/office/drawing/2014/main" id="{CAC021DC-E11F-DC42-9412-BD2C0C399B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4" name="AutoShape 50">
                <a:extLst>
                  <a:ext uri="{FF2B5EF4-FFF2-40B4-BE49-F238E27FC236}">
                    <a16:creationId xmlns:a16="http://schemas.microsoft.com/office/drawing/2014/main" id="{8D780C67-4BAA-7E49-96F5-16CC585637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5" name="AutoShape 51">
                <a:extLst>
                  <a:ext uri="{FF2B5EF4-FFF2-40B4-BE49-F238E27FC236}">
                    <a16:creationId xmlns:a16="http://schemas.microsoft.com/office/drawing/2014/main" id="{78C123FD-3471-EF45-B37D-E382083481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0" name="Rectangle 52">
              <a:extLst>
                <a:ext uri="{FF2B5EF4-FFF2-40B4-BE49-F238E27FC236}">
                  <a16:creationId xmlns:a16="http://schemas.microsoft.com/office/drawing/2014/main" id="{5A2221CB-BA38-7749-9467-FA3B7AED94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1" name="Group 53">
              <a:extLst>
                <a:ext uri="{FF2B5EF4-FFF2-40B4-BE49-F238E27FC236}">
                  <a16:creationId xmlns:a16="http://schemas.microsoft.com/office/drawing/2014/main" id="{6065AE00-0D61-7C4C-900C-0CFE2BE0D0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2" name="AutoShape 54">
                <a:extLst>
                  <a:ext uri="{FF2B5EF4-FFF2-40B4-BE49-F238E27FC236}">
                    <a16:creationId xmlns:a16="http://schemas.microsoft.com/office/drawing/2014/main" id="{4A448B66-F817-A745-8EA1-C03EF50CFD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3" name="AutoShape 55">
                <a:extLst>
                  <a:ext uri="{FF2B5EF4-FFF2-40B4-BE49-F238E27FC236}">
                    <a16:creationId xmlns:a16="http://schemas.microsoft.com/office/drawing/2014/main" id="{A620699C-DAD6-F445-AAE7-28E005A0DF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2" name="Rectangle 56">
              <a:extLst>
                <a:ext uri="{FF2B5EF4-FFF2-40B4-BE49-F238E27FC236}">
                  <a16:creationId xmlns:a16="http://schemas.microsoft.com/office/drawing/2014/main" id="{4670FC57-F525-D849-A249-FF7598EB7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3" name="Rectangle 57">
              <a:extLst>
                <a:ext uri="{FF2B5EF4-FFF2-40B4-BE49-F238E27FC236}">
                  <a16:creationId xmlns:a16="http://schemas.microsoft.com/office/drawing/2014/main" id="{23434908-EF71-6241-8890-49973F488C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4" name="Group 58">
              <a:extLst>
                <a:ext uri="{FF2B5EF4-FFF2-40B4-BE49-F238E27FC236}">
                  <a16:creationId xmlns:a16="http://schemas.microsoft.com/office/drawing/2014/main" id="{0BEED104-A0C2-604F-ADB7-7A0CC2B521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0" name="AutoShape 59">
                <a:extLst>
                  <a:ext uri="{FF2B5EF4-FFF2-40B4-BE49-F238E27FC236}">
                    <a16:creationId xmlns:a16="http://schemas.microsoft.com/office/drawing/2014/main" id="{0BC08FA1-E25B-8D4E-A5C0-77901B325B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1" name="AutoShape 60">
                <a:extLst>
                  <a:ext uri="{FF2B5EF4-FFF2-40B4-BE49-F238E27FC236}">
                    <a16:creationId xmlns:a16="http://schemas.microsoft.com/office/drawing/2014/main" id="{C4D23A96-8BA2-7D4B-81E9-EC31FC87ED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5" name="Freeform 61">
              <a:extLst>
                <a:ext uri="{FF2B5EF4-FFF2-40B4-BE49-F238E27FC236}">
                  <a16:creationId xmlns:a16="http://schemas.microsoft.com/office/drawing/2014/main" id="{B18E03CB-6F6A-3E47-B686-EC972ED9F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6" name="Group 62">
              <a:extLst>
                <a:ext uri="{FF2B5EF4-FFF2-40B4-BE49-F238E27FC236}">
                  <a16:creationId xmlns:a16="http://schemas.microsoft.com/office/drawing/2014/main" id="{EF110DE7-64A5-1A4C-8A85-F37C7799C5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8" name="AutoShape 63">
                <a:extLst>
                  <a:ext uri="{FF2B5EF4-FFF2-40B4-BE49-F238E27FC236}">
                    <a16:creationId xmlns:a16="http://schemas.microsoft.com/office/drawing/2014/main" id="{327C23D1-08FF-2743-89A8-0F6315DB84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9" name="AutoShape 64">
                <a:extLst>
                  <a:ext uri="{FF2B5EF4-FFF2-40B4-BE49-F238E27FC236}">
                    <a16:creationId xmlns:a16="http://schemas.microsoft.com/office/drawing/2014/main" id="{8687BE83-72B1-2948-9845-040B8B4B0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7" name="Rectangle 65">
              <a:extLst>
                <a:ext uri="{FF2B5EF4-FFF2-40B4-BE49-F238E27FC236}">
                  <a16:creationId xmlns:a16="http://schemas.microsoft.com/office/drawing/2014/main" id="{F776310D-3544-D142-97B4-F2F00A1AC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Freeform 66">
              <a:extLst>
                <a:ext uri="{FF2B5EF4-FFF2-40B4-BE49-F238E27FC236}">
                  <a16:creationId xmlns:a16="http://schemas.microsoft.com/office/drawing/2014/main" id="{4C033668-E94B-0E4E-BBCE-069F172D33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reeform 67">
              <a:extLst>
                <a:ext uri="{FF2B5EF4-FFF2-40B4-BE49-F238E27FC236}">
                  <a16:creationId xmlns:a16="http://schemas.microsoft.com/office/drawing/2014/main" id="{DC0B0478-C1D9-0046-A23B-D886AB632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Oval 68">
              <a:extLst>
                <a:ext uri="{FF2B5EF4-FFF2-40B4-BE49-F238E27FC236}">
                  <a16:creationId xmlns:a16="http://schemas.microsoft.com/office/drawing/2014/main" id="{A32BD7FF-72FE-6443-8650-0A6A33496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1" name="Freeform 69">
              <a:extLst>
                <a:ext uri="{FF2B5EF4-FFF2-40B4-BE49-F238E27FC236}">
                  <a16:creationId xmlns:a16="http://schemas.microsoft.com/office/drawing/2014/main" id="{6050B46A-99D7-BE45-AF3A-D5364444A6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AutoShape 70">
              <a:extLst>
                <a:ext uri="{FF2B5EF4-FFF2-40B4-BE49-F238E27FC236}">
                  <a16:creationId xmlns:a16="http://schemas.microsoft.com/office/drawing/2014/main" id="{D23062E1-60FC-864E-A235-B0A1E921D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3" name="AutoShape 71">
              <a:extLst>
                <a:ext uri="{FF2B5EF4-FFF2-40B4-BE49-F238E27FC236}">
                  <a16:creationId xmlns:a16="http://schemas.microsoft.com/office/drawing/2014/main" id="{E5263FDE-E525-C044-8987-248993FDEF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Oval 72">
              <a:extLst>
                <a:ext uri="{FF2B5EF4-FFF2-40B4-BE49-F238E27FC236}">
                  <a16:creationId xmlns:a16="http://schemas.microsoft.com/office/drawing/2014/main" id="{2DA10128-E8BC-314D-954C-8A0197A01B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Oval 73">
              <a:extLst>
                <a:ext uri="{FF2B5EF4-FFF2-40B4-BE49-F238E27FC236}">
                  <a16:creationId xmlns:a16="http://schemas.microsoft.com/office/drawing/2014/main" id="{3407F73C-E949-224D-965B-E440F97DD1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86" name="Oval 74">
              <a:extLst>
                <a:ext uri="{FF2B5EF4-FFF2-40B4-BE49-F238E27FC236}">
                  <a16:creationId xmlns:a16="http://schemas.microsoft.com/office/drawing/2014/main" id="{B3E6374F-2478-844C-8FAE-082D84F4A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" name="Rectangle 75">
              <a:extLst>
                <a:ext uri="{FF2B5EF4-FFF2-40B4-BE49-F238E27FC236}">
                  <a16:creationId xmlns:a16="http://schemas.microsoft.com/office/drawing/2014/main" id="{6045DF2A-0FBD-094E-8F87-4233397900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BAA52C1-A711-F843-BEA2-9AB59FD36A9E}"/>
              </a:ext>
            </a:extLst>
          </p:cNvPr>
          <p:cNvGrpSpPr/>
          <p:nvPr/>
        </p:nvGrpSpPr>
        <p:grpSpPr>
          <a:xfrm>
            <a:off x="7963592" y="3346866"/>
            <a:ext cx="3507671" cy="1391389"/>
            <a:chOff x="7963592" y="3346866"/>
            <a:chExt cx="3507671" cy="1391389"/>
          </a:xfrm>
        </p:grpSpPr>
        <p:sp>
          <p:nvSpPr>
            <p:cNvPr id="96" name="Line 18">
              <a:extLst>
                <a:ext uri="{FF2B5EF4-FFF2-40B4-BE49-F238E27FC236}">
                  <a16:creationId xmlns:a16="http://schemas.microsoft.com/office/drawing/2014/main" id="{DAFB71B0-CADE-A94E-B910-CA1B2F9838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78988" y="3377229"/>
              <a:ext cx="1673225" cy="403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Line 19">
              <a:extLst>
                <a:ext uri="{FF2B5EF4-FFF2-40B4-BE49-F238E27FC236}">
                  <a16:creationId xmlns:a16="http://schemas.microsoft.com/office/drawing/2014/main" id="{01CE800B-0C3C-BD45-ADD9-6BD2CA9B1D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86925" y="3835354"/>
              <a:ext cx="1684338" cy="390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" name="Line 18">
              <a:extLst>
                <a:ext uri="{FF2B5EF4-FFF2-40B4-BE49-F238E27FC236}">
                  <a16:creationId xmlns:a16="http://schemas.microsoft.com/office/drawing/2014/main" id="{56583440-860C-5248-899B-B6C0BD12C6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81759" y="4294399"/>
              <a:ext cx="1673225" cy="403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0D6B51D-F16D-C648-9B06-B18E393A7937}"/>
                </a:ext>
              </a:extLst>
            </p:cNvPr>
            <p:cNvSpPr txBox="1"/>
            <p:nvPr/>
          </p:nvSpPr>
          <p:spPr>
            <a:xfrm>
              <a:off x="10274100" y="3374969"/>
              <a:ext cx="54863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220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281B67B0-9202-3141-BB17-579825F0D8DB}"/>
                </a:ext>
              </a:extLst>
            </p:cNvPr>
            <p:cNvSpPr txBox="1"/>
            <p:nvPr/>
          </p:nvSpPr>
          <p:spPr>
            <a:xfrm>
              <a:off x="10110616" y="4358640"/>
              <a:ext cx="112775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250 Hello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1166F236-B330-B049-81C5-C27349358BA0}"/>
                </a:ext>
              </a:extLst>
            </p:cNvPr>
            <p:cNvSpPr txBox="1"/>
            <p:nvPr/>
          </p:nvSpPr>
          <p:spPr>
            <a:xfrm>
              <a:off x="10293496" y="3859879"/>
              <a:ext cx="69549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HELO</a:t>
              </a:r>
            </a:p>
          </p:txBody>
        </p:sp>
        <p:sp>
          <p:nvSpPr>
            <p:cNvPr id="109" name="AutoShape 25">
              <a:extLst>
                <a:ext uri="{FF2B5EF4-FFF2-40B4-BE49-F238E27FC236}">
                  <a16:creationId xmlns:a16="http://schemas.microsoft.com/office/drawing/2014/main" id="{B3532E9F-B52F-EE40-916E-F3743036B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9589901" y="3346866"/>
              <a:ext cx="152184" cy="1391389"/>
            </a:xfrm>
            <a:prstGeom prst="leftBrace">
              <a:avLst>
                <a:gd name="adj1" fmla="val 5205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0" name="Text Box 26">
              <a:extLst>
                <a:ext uri="{FF2B5EF4-FFF2-40B4-BE49-F238E27FC236}">
                  <a16:creationId xmlns:a16="http://schemas.microsoft.com/office/drawing/2014/main" id="{3B861658-DE9B-9046-ACBD-7560EACF06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3592" y="3757509"/>
              <a:ext cx="1662545" cy="6178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SMTP handshaking</a:t>
              </a:r>
            </a:p>
          </p:txBody>
        </p:sp>
      </p:grpSp>
      <p:sp>
        <p:nvSpPr>
          <p:cNvPr id="111" name="Text Box 24">
            <a:extLst>
              <a:ext uri="{FF2B5EF4-FFF2-40B4-BE49-F238E27FC236}">
                <a16:creationId xmlns:a16="http://schemas.microsoft.com/office/drawing/2014/main" id="{1AB225C5-3897-CE47-9E7A-F5B2FC51E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9837" y="2515905"/>
            <a:ext cx="2192308" cy="617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 connection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initiated</a:t>
            </a:r>
          </a:p>
        </p:txBody>
      </p:sp>
      <p:sp>
        <p:nvSpPr>
          <p:cNvPr id="112" name="Text Box 37">
            <a:extLst>
              <a:ext uri="{FF2B5EF4-FFF2-40B4-BE49-F238E27FC236}">
                <a16:creationId xmlns:a16="http://schemas.microsoft.com/office/drawing/2014/main" id="{40F2207E-339D-D64D-83CD-4CF07C6412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9284" y="482929"/>
            <a:ext cx="1548694" cy="617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“client”</a:t>
            </a:r>
          </a:p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SMTP server</a:t>
            </a:r>
          </a:p>
        </p:txBody>
      </p:sp>
      <p:sp>
        <p:nvSpPr>
          <p:cNvPr id="113" name="Text Box 37">
            <a:extLst>
              <a:ext uri="{FF2B5EF4-FFF2-40B4-BE49-F238E27FC236}">
                <a16:creationId xmlns:a16="http://schemas.microsoft.com/office/drawing/2014/main" id="{59390DD3-9B16-EC4B-86FC-6D12AD88A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4050" y="485700"/>
            <a:ext cx="1548694" cy="617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“server”</a:t>
            </a:r>
          </a:p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SMTP server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A69C7318-30FE-6549-B28A-E671678A3F17}"/>
              </a:ext>
            </a:extLst>
          </p:cNvPr>
          <p:cNvGrpSpPr/>
          <p:nvPr/>
        </p:nvGrpSpPr>
        <p:grpSpPr>
          <a:xfrm>
            <a:off x="7966363" y="4829303"/>
            <a:ext cx="1745242" cy="1391389"/>
            <a:chOff x="7966363" y="4829303"/>
            <a:chExt cx="1745242" cy="1391389"/>
          </a:xfrm>
        </p:grpSpPr>
        <p:sp>
          <p:nvSpPr>
            <p:cNvPr id="114" name="AutoShape 25">
              <a:extLst>
                <a:ext uri="{FF2B5EF4-FFF2-40B4-BE49-F238E27FC236}">
                  <a16:creationId xmlns:a16="http://schemas.microsoft.com/office/drawing/2014/main" id="{E945F49C-1ED9-E94C-A6C5-EB45DB3BD901}"/>
                </a:ext>
              </a:extLst>
            </p:cNvPr>
            <p:cNvSpPr>
              <a:spLocks/>
            </p:cNvSpPr>
            <p:nvPr/>
          </p:nvSpPr>
          <p:spPr bwMode="auto">
            <a:xfrm>
              <a:off x="9559421" y="4829303"/>
              <a:ext cx="152184" cy="1391389"/>
            </a:xfrm>
            <a:prstGeom prst="leftBrace">
              <a:avLst>
                <a:gd name="adj1" fmla="val 5205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5" name="Text Box 26">
              <a:extLst>
                <a:ext uri="{FF2B5EF4-FFF2-40B4-BE49-F238E27FC236}">
                  <a16:creationId xmlns:a16="http://schemas.microsoft.com/office/drawing/2014/main" id="{8FEE0406-B0E9-A947-A9BE-28C6837804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6363" y="5223320"/>
              <a:ext cx="1662545" cy="6178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SMTP transfers</a:t>
              </a:r>
            </a:p>
          </p:txBody>
        </p:sp>
      </p:grpSp>
      <p:sp>
        <p:nvSpPr>
          <p:cNvPr id="98" name="Slide Number Placeholder 2">
            <a:extLst>
              <a:ext uri="{FF2B5EF4-FFF2-40B4-BE49-F238E27FC236}">
                <a16:creationId xmlns:a16="http://schemas.microsoft.com/office/drawing/2014/main" id="{D42AF363-59AE-A349-BD98-DB00532A00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CF7D95B1-9CA4-50EA-C76F-05C42E30F446}"/>
              </a:ext>
            </a:extLst>
          </p:cNvPr>
          <p:cNvSpPr/>
          <p:nvPr/>
        </p:nvSpPr>
        <p:spPr>
          <a:xfrm>
            <a:off x="11759877" y="2951434"/>
            <a:ext cx="1399299" cy="612648"/>
          </a:xfrm>
          <a:prstGeom prst="wedgeRoundRectCallout">
            <a:avLst>
              <a:gd name="adj1" fmla="val -121908"/>
              <a:gd name="adj2" fmla="val 5688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err="1"/>
              <a:t>Service</a:t>
            </a:r>
            <a:r>
              <a:rPr lang="vi-VN" dirty="0"/>
              <a:t> </a:t>
            </a:r>
            <a:r>
              <a:rPr lang="vi-VN" dirty="0" err="1"/>
              <a:t>ready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6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Scenario: Alice sends e-mail to Bob</a:t>
            </a:r>
            <a:endParaRPr lang="en-US" sz="4400" dirty="0"/>
          </a:p>
        </p:txBody>
      </p:sp>
      <p:sp>
        <p:nvSpPr>
          <p:cNvPr id="78" name="Rectangle 3">
            <a:extLst>
              <a:ext uri="{FF2B5EF4-FFF2-40B4-BE49-F238E27FC236}">
                <a16:creationId xmlns:a16="http://schemas.microsoft.com/office/drawing/2014/main" id="{2933C95F-5827-EE44-BCBB-0C3F4EACA630}"/>
              </a:ext>
            </a:extLst>
          </p:cNvPr>
          <p:cNvSpPr txBox="1">
            <a:spLocks noChangeArrowheads="1"/>
          </p:cNvSpPr>
          <p:nvPr/>
        </p:nvSpPr>
        <p:spPr>
          <a:xfrm>
            <a:off x="707567" y="1371600"/>
            <a:ext cx="5071156" cy="115388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1) Alice uses UA to compose e-mail message “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to” bob@someschool.edu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9" name="Rectangle 4">
            <a:extLst>
              <a:ext uri="{FF2B5EF4-FFF2-40B4-BE49-F238E27FC236}">
                <a16:creationId xmlns:a16="http://schemas.microsoft.com/office/drawing/2014/main" id="{00C4C8B9-B23B-0F45-80BC-6C453604E658}"/>
              </a:ext>
            </a:extLst>
          </p:cNvPr>
          <p:cNvSpPr txBox="1">
            <a:spLocks noChangeArrowheads="1"/>
          </p:cNvSpPr>
          <p:nvPr/>
        </p:nvSpPr>
        <p:spPr>
          <a:xfrm>
            <a:off x="6638017" y="1329168"/>
            <a:ext cx="5071155" cy="94639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4) SMTP client sends Alice’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message over the TCP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Calibri" panose="020F0502020204030204" pitchFamily="34" charset="0"/>
              </a:rPr>
              <a:t>connection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55" name="Group 163">
            <a:extLst>
              <a:ext uri="{FF2B5EF4-FFF2-40B4-BE49-F238E27FC236}">
                <a16:creationId xmlns:a16="http://schemas.microsoft.com/office/drawing/2014/main" id="{08B09F9F-6FE5-BF42-B610-1A1E41F8BEC8}"/>
              </a:ext>
            </a:extLst>
          </p:cNvPr>
          <p:cNvGrpSpPr>
            <a:grpSpLocks/>
          </p:cNvGrpSpPr>
          <p:nvPr/>
        </p:nvGrpSpPr>
        <p:grpSpPr bwMode="auto">
          <a:xfrm>
            <a:off x="2304142" y="4981175"/>
            <a:ext cx="912813" cy="1054100"/>
            <a:chOff x="3574" y="550"/>
            <a:chExt cx="575" cy="664"/>
          </a:xfrm>
        </p:grpSpPr>
        <p:grpSp>
          <p:nvGrpSpPr>
            <p:cNvPr id="256" name="Group 164">
              <a:extLst>
                <a:ext uri="{FF2B5EF4-FFF2-40B4-BE49-F238E27FC236}">
                  <a16:creationId xmlns:a16="http://schemas.microsoft.com/office/drawing/2014/main" id="{CD93400A-6D0D-684A-BBBD-FEAE608B92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259" name="Picture 165" descr="desktop_computer_stylized_medium">
                <a:extLst>
                  <a:ext uri="{FF2B5EF4-FFF2-40B4-BE49-F238E27FC236}">
                    <a16:creationId xmlns:a16="http://schemas.microsoft.com/office/drawing/2014/main" id="{1D1523A8-A1B8-B44C-A152-2078AE01C6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60" name="Freeform 166">
                <a:extLst>
                  <a:ext uri="{FF2B5EF4-FFF2-40B4-BE49-F238E27FC236}">
                    <a16:creationId xmlns:a16="http://schemas.microsoft.com/office/drawing/2014/main" id="{A1C82B36-BF01-F24C-877C-0E2759BF1A5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57" name="Rectangle 115">
              <a:extLst>
                <a:ext uri="{FF2B5EF4-FFF2-40B4-BE49-F238E27FC236}">
                  <a16:creationId xmlns:a16="http://schemas.microsoft.com/office/drawing/2014/main" id="{D073CDC3-856E-F34F-AD4D-EDC68C2D2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Text Box 116">
              <a:extLst>
                <a:ext uri="{FF2B5EF4-FFF2-40B4-BE49-F238E27FC236}">
                  <a16:creationId xmlns:a16="http://schemas.microsoft.com/office/drawing/2014/main" id="{4645B38D-9175-AD49-B83F-C3999FDDBD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user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agent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1" name="Group 130">
            <a:extLst>
              <a:ext uri="{FF2B5EF4-FFF2-40B4-BE49-F238E27FC236}">
                <a16:creationId xmlns:a16="http://schemas.microsoft.com/office/drawing/2014/main" id="{13EDFF6E-21A5-9348-B003-C5417A1E00C5}"/>
              </a:ext>
            </a:extLst>
          </p:cNvPr>
          <p:cNvGrpSpPr>
            <a:grpSpLocks/>
          </p:cNvGrpSpPr>
          <p:nvPr/>
        </p:nvGrpSpPr>
        <p:grpSpPr bwMode="auto">
          <a:xfrm>
            <a:off x="6014130" y="4712887"/>
            <a:ext cx="511175" cy="693738"/>
            <a:chOff x="4140" y="429"/>
            <a:chExt cx="1425" cy="2396"/>
          </a:xfrm>
        </p:grpSpPr>
        <p:sp>
          <p:nvSpPr>
            <p:cNvPr id="262" name="Freeform 131">
              <a:extLst>
                <a:ext uri="{FF2B5EF4-FFF2-40B4-BE49-F238E27FC236}">
                  <a16:creationId xmlns:a16="http://schemas.microsoft.com/office/drawing/2014/main" id="{61FD7F4A-FEC8-9A47-901F-32CC32BCA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3" name="Rectangle 132">
              <a:extLst>
                <a:ext uri="{FF2B5EF4-FFF2-40B4-BE49-F238E27FC236}">
                  <a16:creationId xmlns:a16="http://schemas.microsoft.com/office/drawing/2014/main" id="{EB17B35A-AE03-6345-8385-2A3ECEF18F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4" name="Freeform 133">
              <a:extLst>
                <a:ext uri="{FF2B5EF4-FFF2-40B4-BE49-F238E27FC236}">
                  <a16:creationId xmlns:a16="http://schemas.microsoft.com/office/drawing/2014/main" id="{C8ABAA8F-E55F-F847-A050-27D27A3D3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5" name="Freeform 134">
              <a:extLst>
                <a:ext uri="{FF2B5EF4-FFF2-40B4-BE49-F238E27FC236}">
                  <a16:creationId xmlns:a16="http://schemas.microsoft.com/office/drawing/2014/main" id="{CB3506B1-1B76-2B4F-92ED-0581496CD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6" name="Rectangle 135">
              <a:extLst>
                <a:ext uri="{FF2B5EF4-FFF2-40B4-BE49-F238E27FC236}">
                  <a16:creationId xmlns:a16="http://schemas.microsoft.com/office/drawing/2014/main" id="{C29141DC-E1CD-CA47-AA6E-3F36A18F8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67" name="Group 136">
              <a:extLst>
                <a:ext uri="{FF2B5EF4-FFF2-40B4-BE49-F238E27FC236}">
                  <a16:creationId xmlns:a16="http://schemas.microsoft.com/office/drawing/2014/main" id="{EAB3ACB3-470F-C840-AA24-17BBD7FD58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92" name="AutoShape 137">
                <a:extLst>
                  <a:ext uri="{FF2B5EF4-FFF2-40B4-BE49-F238E27FC236}">
                    <a16:creationId xmlns:a16="http://schemas.microsoft.com/office/drawing/2014/main" id="{C020859C-D00D-7B45-962D-E8E3647B9B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3" name="AutoShape 138">
                <a:extLst>
                  <a:ext uri="{FF2B5EF4-FFF2-40B4-BE49-F238E27FC236}">
                    <a16:creationId xmlns:a16="http://schemas.microsoft.com/office/drawing/2014/main" id="{60E64D16-745C-7C42-81A9-0C7B93AE07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68" name="Rectangle 139">
              <a:extLst>
                <a:ext uri="{FF2B5EF4-FFF2-40B4-BE49-F238E27FC236}">
                  <a16:creationId xmlns:a16="http://schemas.microsoft.com/office/drawing/2014/main" id="{F1D855D2-71AC-984F-9A72-50E8ABC1B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69" name="Group 140">
              <a:extLst>
                <a:ext uri="{FF2B5EF4-FFF2-40B4-BE49-F238E27FC236}">
                  <a16:creationId xmlns:a16="http://schemas.microsoft.com/office/drawing/2014/main" id="{20BB9E40-6067-8049-AD58-FBE8FE00A7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90" name="AutoShape 141">
                <a:extLst>
                  <a:ext uri="{FF2B5EF4-FFF2-40B4-BE49-F238E27FC236}">
                    <a16:creationId xmlns:a16="http://schemas.microsoft.com/office/drawing/2014/main" id="{2B68BE35-A43A-9149-A03B-07B187ED18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1" name="AutoShape 142">
                <a:extLst>
                  <a:ext uri="{FF2B5EF4-FFF2-40B4-BE49-F238E27FC236}">
                    <a16:creationId xmlns:a16="http://schemas.microsoft.com/office/drawing/2014/main" id="{43D29C0B-DA7B-C74E-A16B-88D6DA5FC3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0" name="Rectangle 143">
              <a:extLst>
                <a:ext uri="{FF2B5EF4-FFF2-40B4-BE49-F238E27FC236}">
                  <a16:creationId xmlns:a16="http://schemas.microsoft.com/office/drawing/2014/main" id="{0F5C4F7B-5FAA-1840-9009-D9D57F79D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1" name="Rectangle 144">
              <a:extLst>
                <a:ext uri="{FF2B5EF4-FFF2-40B4-BE49-F238E27FC236}">
                  <a16:creationId xmlns:a16="http://schemas.microsoft.com/office/drawing/2014/main" id="{BF7A105A-0D0F-D945-913B-9DE9C972C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2" name="Group 145">
              <a:extLst>
                <a:ext uri="{FF2B5EF4-FFF2-40B4-BE49-F238E27FC236}">
                  <a16:creationId xmlns:a16="http://schemas.microsoft.com/office/drawing/2014/main" id="{10CBB227-95A4-914B-BF9A-A9635D613B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88" name="AutoShape 146">
                <a:extLst>
                  <a:ext uri="{FF2B5EF4-FFF2-40B4-BE49-F238E27FC236}">
                    <a16:creationId xmlns:a16="http://schemas.microsoft.com/office/drawing/2014/main" id="{DB5D7EB6-D073-2D4B-B3BB-04D89CC597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9" name="AutoShape 147">
                <a:extLst>
                  <a:ext uri="{FF2B5EF4-FFF2-40B4-BE49-F238E27FC236}">
                    <a16:creationId xmlns:a16="http://schemas.microsoft.com/office/drawing/2014/main" id="{A0CFD582-078B-8445-A2D9-CF20F92CDD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3" name="Freeform 148">
              <a:extLst>
                <a:ext uri="{FF2B5EF4-FFF2-40B4-BE49-F238E27FC236}">
                  <a16:creationId xmlns:a16="http://schemas.microsoft.com/office/drawing/2014/main" id="{947FD5AC-F03D-0B44-BCDE-4549BC612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4" name="Group 149">
              <a:extLst>
                <a:ext uri="{FF2B5EF4-FFF2-40B4-BE49-F238E27FC236}">
                  <a16:creationId xmlns:a16="http://schemas.microsoft.com/office/drawing/2014/main" id="{9B44B04A-F8ED-0347-ADCB-1B8E61433E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86" name="AutoShape 150">
                <a:extLst>
                  <a:ext uri="{FF2B5EF4-FFF2-40B4-BE49-F238E27FC236}">
                    <a16:creationId xmlns:a16="http://schemas.microsoft.com/office/drawing/2014/main" id="{636BD840-6281-2248-803C-E55A27601C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7" name="AutoShape 151">
                <a:extLst>
                  <a:ext uri="{FF2B5EF4-FFF2-40B4-BE49-F238E27FC236}">
                    <a16:creationId xmlns:a16="http://schemas.microsoft.com/office/drawing/2014/main" id="{03A123BA-E3B3-1D47-9672-817DDBA916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5" name="Rectangle 152">
              <a:extLst>
                <a:ext uri="{FF2B5EF4-FFF2-40B4-BE49-F238E27FC236}">
                  <a16:creationId xmlns:a16="http://schemas.microsoft.com/office/drawing/2014/main" id="{4D20038F-2D96-1F44-8783-5BAADC6A31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6" name="Freeform 153">
              <a:extLst>
                <a:ext uri="{FF2B5EF4-FFF2-40B4-BE49-F238E27FC236}">
                  <a16:creationId xmlns:a16="http://schemas.microsoft.com/office/drawing/2014/main" id="{ACF47485-E420-FE49-A587-FD7E91369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Freeform 154">
              <a:extLst>
                <a:ext uri="{FF2B5EF4-FFF2-40B4-BE49-F238E27FC236}">
                  <a16:creationId xmlns:a16="http://schemas.microsoft.com/office/drawing/2014/main" id="{28316736-14D9-7F43-A8EA-196B798633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8" name="Oval 155">
              <a:extLst>
                <a:ext uri="{FF2B5EF4-FFF2-40B4-BE49-F238E27FC236}">
                  <a16:creationId xmlns:a16="http://schemas.microsoft.com/office/drawing/2014/main" id="{2722AD07-821C-CB4C-9B0B-DAF52F981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9" name="Freeform 156">
              <a:extLst>
                <a:ext uri="{FF2B5EF4-FFF2-40B4-BE49-F238E27FC236}">
                  <a16:creationId xmlns:a16="http://schemas.microsoft.com/office/drawing/2014/main" id="{AB77166F-9EFA-304A-B417-50C6912B7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0" name="AutoShape 157">
              <a:extLst>
                <a:ext uri="{FF2B5EF4-FFF2-40B4-BE49-F238E27FC236}">
                  <a16:creationId xmlns:a16="http://schemas.microsoft.com/office/drawing/2014/main" id="{D3E26CDB-2B77-8541-94DF-35B22CFF7E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1" name="AutoShape 158">
              <a:extLst>
                <a:ext uri="{FF2B5EF4-FFF2-40B4-BE49-F238E27FC236}">
                  <a16:creationId xmlns:a16="http://schemas.microsoft.com/office/drawing/2014/main" id="{FF893C65-60BF-8948-93D4-F47C74AAB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2" name="Oval 159">
              <a:extLst>
                <a:ext uri="{FF2B5EF4-FFF2-40B4-BE49-F238E27FC236}">
                  <a16:creationId xmlns:a16="http://schemas.microsoft.com/office/drawing/2014/main" id="{DD307CA4-5E6F-9742-9FA0-4ABF90FAE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3" name="Oval 160">
              <a:extLst>
                <a:ext uri="{FF2B5EF4-FFF2-40B4-BE49-F238E27FC236}">
                  <a16:creationId xmlns:a16="http://schemas.microsoft.com/office/drawing/2014/main" id="{3A77FE5B-B51A-4746-8BEB-840D217B5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84" name="Oval 161">
              <a:extLst>
                <a:ext uri="{FF2B5EF4-FFF2-40B4-BE49-F238E27FC236}">
                  <a16:creationId xmlns:a16="http://schemas.microsoft.com/office/drawing/2014/main" id="{B7459A07-79C7-4A4E-8631-AD543B812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5" name="Rectangle 162">
              <a:extLst>
                <a:ext uri="{FF2B5EF4-FFF2-40B4-BE49-F238E27FC236}">
                  <a16:creationId xmlns:a16="http://schemas.microsoft.com/office/drawing/2014/main" id="{D905B9A3-8633-4345-B7CC-84D2E540F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94" name="Group 97">
            <a:extLst>
              <a:ext uri="{FF2B5EF4-FFF2-40B4-BE49-F238E27FC236}">
                <a16:creationId xmlns:a16="http://schemas.microsoft.com/office/drawing/2014/main" id="{ADB3DE3D-4165-3B46-BB9B-5858B8FFA369}"/>
              </a:ext>
            </a:extLst>
          </p:cNvPr>
          <p:cNvGrpSpPr>
            <a:grpSpLocks/>
          </p:cNvGrpSpPr>
          <p:nvPr/>
        </p:nvGrpSpPr>
        <p:grpSpPr bwMode="auto">
          <a:xfrm>
            <a:off x="3836080" y="4768450"/>
            <a:ext cx="511175" cy="693737"/>
            <a:chOff x="4140" y="429"/>
            <a:chExt cx="1425" cy="2396"/>
          </a:xfrm>
        </p:grpSpPr>
        <p:sp>
          <p:nvSpPr>
            <p:cNvPr id="295" name="Freeform 98">
              <a:extLst>
                <a:ext uri="{FF2B5EF4-FFF2-40B4-BE49-F238E27FC236}">
                  <a16:creationId xmlns:a16="http://schemas.microsoft.com/office/drawing/2014/main" id="{03202765-8544-C841-9C63-3A1DA333E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6" name="Rectangle 99">
              <a:extLst>
                <a:ext uri="{FF2B5EF4-FFF2-40B4-BE49-F238E27FC236}">
                  <a16:creationId xmlns:a16="http://schemas.microsoft.com/office/drawing/2014/main" id="{CAE8C355-09FA-4C47-BBAF-D5EDAD329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7" name="Freeform 100">
              <a:extLst>
                <a:ext uri="{FF2B5EF4-FFF2-40B4-BE49-F238E27FC236}">
                  <a16:creationId xmlns:a16="http://schemas.microsoft.com/office/drawing/2014/main" id="{1813AF87-1962-CC41-9EA2-E9AAF9C15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8" name="Freeform 101">
              <a:extLst>
                <a:ext uri="{FF2B5EF4-FFF2-40B4-BE49-F238E27FC236}">
                  <a16:creationId xmlns:a16="http://schemas.microsoft.com/office/drawing/2014/main" id="{635DA424-468C-B74D-A71E-8D5238607F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9" name="Rectangle 102">
              <a:extLst>
                <a:ext uri="{FF2B5EF4-FFF2-40B4-BE49-F238E27FC236}">
                  <a16:creationId xmlns:a16="http://schemas.microsoft.com/office/drawing/2014/main" id="{D1116DD3-4725-3F42-9140-A650EBC88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0" name="Group 103">
              <a:extLst>
                <a:ext uri="{FF2B5EF4-FFF2-40B4-BE49-F238E27FC236}">
                  <a16:creationId xmlns:a16="http://schemas.microsoft.com/office/drawing/2014/main" id="{96E3F381-15B8-1B49-A258-044D4112E7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25" name="AutoShape 104">
                <a:extLst>
                  <a:ext uri="{FF2B5EF4-FFF2-40B4-BE49-F238E27FC236}">
                    <a16:creationId xmlns:a16="http://schemas.microsoft.com/office/drawing/2014/main" id="{D6B0BF9E-9CBE-1549-B2D8-839D9B2C5B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6" name="AutoShape 105">
                <a:extLst>
                  <a:ext uri="{FF2B5EF4-FFF2-40B4-BE49-F238E27FC236}">
                    <a16:creationId xmlns:a16="http://schemas.microsoft.com/office/drawing/2014/main" id="{A0661E37-0B6D-1049-81DE-EB828721F1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1" name="Rectangle 106">
              <a:extLst>
                <a:ext uri="{FF2B5EF4-FFF2-40B4-BE49-F238E27FC236}">
                  <a16:creationId xmlns:a16="http://schemas.microsoft.com/office/drawing/2014/main" id="{BAB9B843-66F5-2248-A3E2-DF01D3325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2" name="Group 107">
              <a:extLst>
                <a:ext uri="{FF2B5EF4-FFF2-40B4-BE49-F238E27FC236}">
                  <a16:creationId xmlns:a16="http://schemas.microsoft.com/office/drawing/2014/main" id="{6518B94D-305C-3E4D-8DCB-3FC99FAF96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3" name="AutoShape 108">
                <a:extLst>
                  <a:ext uri="{FF2B5EF4-FFF2-40B4-BE49-F238E27FC236}">
                    <a16:creationId xmlns:a16="http://schemas.microsoft.com/office/drawing/2014/main" id="{515F809F-C8CD-E74B-A09F-05D4DAD5C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4" name="AutoShape 109">
                <a:extLst>
                  <a:ext uri="{FF2B5EF4-FFF2-40B4-BE49-F238E27FC236}">
                    <a16:creationId xmlns:a16="http://schemas.microsoft.com/office/drawing/2014/main" id="{1541720E-86CE-9D4E-B90E-2C12EBF7C8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3" name="Rectangle 110">
              <a:extLst>
                <a:ext uri="{FF2B5EF4-FFF2-40B4-BE49-F238E27FC236}">
                  <a16:creationId xmlns:a16="http://schemas.microsoft.com/office/drawing/2014/main" id="{F81C1D2B-CFBB-FE4E-BEAF-3C01C171C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4" name="Rectangle 111">
              <a:extLst>
                <a:ext uri="{FF2B5EF4-FFF2-40B4-BE49-F238E27FC236}">
                  <a16:creationId xmlns:a16="http://schemas.microsoft.com/office/drawing/2014/main" id="{7BD2FBC8-D08A-B246-BE8D-016678697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5" name="Group 112">
              <a:extLst>
                <a:ext uri="{FF2B5EF4-FFF2-40B4-BE49-F238E27FC236}">
                  <a16:creationId xmlns:a16="http://schemas.microsoft.com/office/drawing/2014/main" id="{D3D80363-2E2A-2849-972A-EE8ED7BFA4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21" name="AutoShape 113">
                <a:extLst>
                  <a:ext uri="{FF2B5EF4-FFF2-40B4-BE49-F238E27FC236}">
                    <a16:creationId xmlns:a16="http://schemas.microsoft.com/office/drawing/2014/main" id="{0BD3B318-134A-A84C-96F2-1BDB9863DC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2" name="AutoShape 114">
                <a:extLst>
                  <a:ext uri="{FF2B5EF4-FFF2-40B4-BE49-F238E27FC236}">
                    <a16:creationId xmlns:a16="http://schemas.microsoft.com/office/drawing/2014/main" id="{27120C70-DCE9-2E4D-B0C9-DD055D0981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6" name="Freeform 115">
              <a:extLst>
                <a:ext uri="{FF2B5EF4-FFF2-40B4-BE49-F238E27FC236}">
                  <a16:creationId xmlns:a16="http://schemas.microsoft.com/office/drawing/2014/main" id="{32116D06-1E4E-6E40-B6AE-33AC5758366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7" name="Group 116">
              <a:extLst>
                <a:ext uri="{FF2B5EF4-FFF2-40B4-BE49-F238E27FC236}">
                  <a16:creationId xmlns:a16="http://schemas.microsoft.com/office/drawing/2014/main" id="{5BCFC18E-7FE4-8B45-A160-7D7B86F88D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9" name="AutoShape 117">
                <a:extLst>
                  <a:ext uri="{FF2B5EF4-FFF2-40B4-BE49-F238E27FC236}">
                    <a16:creationId xmlns:a16="http://schemas.microsoft.com/office/drawing/2014/main" id="{A5FD1A90-49C4-2948-9007-9990A218BE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0" name="AutoShape 118">
                <a:extLst>
                  <a:ext uri="{FF2B5EF4-FFF2-40B4-BE49-F238E27FC236}">
                    <a16:creationId xmlns:a16="http://schemas.microsoft.com/office/drawing/2014/main" id="{AD5A551B-E827-BE40-871C-2FE9EA42BC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8" name="Rectangle 119">
              <a:extLst>
                <a:ext uri="{FF2B5EF4-FFF2-40B4-BE49-F238E27FC236}">
                  <a16:creationId xmlns:a16="http://schemas.microsoft.com/office/drawing/2014/main" id="{9E89F03E-4741-2E45-BBF4-F9CEAC095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9" name="Freeform 120">
              <a:extLst>
                <a:ext uri="{FF2B5EF4-FFF2-40B4-BE49-F238E27FC236}">
                  <a16:creationId xmlns:a16="http://schemas.microsoft.com/office/drawing/2014/main" id="{5B36F789-D673-924A-B6E2-89FF2E71B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Freeform 121">
              <a:extLst>
                <a:ext uri="{FF2B5EF4-FFF2-40B4-BE49-F238E27FC236}">
                  <a16:creationId xmlns:a16="http://schemas.microsoft.com/office/drawing/2014/main" id="{575FFFE5-59E8-454D-8E1B-8661926F3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1" name="Oval 122">
              <a:extLst>
                <a:ext uri="{FF2B5EF4-FFF2-40B4-BE49-F238E27FC236}">
                  <a16:creationId xmlns:a16="http://schemas.microsoft.com/office/drawing/2014/main" id="{01273880-520A-0D47-94ED-5792308AEE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2" name="Freeform 123">
              <a:extLst>
                <a:ext uri="{FF2B5EF4-FFF2-40B4-BE49-F238E27FC236}">
                  <a16:creationId xmlns:a16="http://schemas.microsoft.com/office/drawing/2014/main" id="{20B4A8A9-719B-B94A-84E0-FEDC33E21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AutoShape 124">
              <a:extLst>
                <a:ext uri="{FF2B5EF4-FFF2-40B4-BE49-F238E27FC236}">
                  <a16:creationId xmlns:a16="http://schemas.microsoft.com/office/drawing/2014/main" id="{E2C42425-B3EE-8146-91D1-2DD406A09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AutoShape 125">
              <a:extLst>
                <a:ext uri="{FF2B5EF4-FFF2-40B4-BE49-F238E27FC236}">
                  <a16:creationId xmlns:a16="http://schemas.microsoft.com/office/drawing/2014/main" id="{4F76F24A-FC5D-6A4F-9463-E77748FD5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5" name="Oval 126">
              <a:extLst>
                <a:ext uri="{FF2B5EF4-FFF2-40B4-BE49-F238E27FC236}">
                  <a16:creationId xmlns:a16="http://schemas.microsoft.com/office/drawing/2014/main" id="{1D9B7E36-CAB9-0E4B-B681-F76708058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Oval 127">
              <a:extLst>
                <a:ext uri="{FF2B5EF4-FFF2-40B4-BE49-F238E27FC236}">
                  <a16:creationId xmlns:a16="http://schemas.microsoft.com/office/drawing/2014/main" id="{E3545956-0C42-C345-87E7-B325418ED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17" name="Oval 128">
              <a:extLst>
                <a:ext uri="{FF2B5EF4-FFF2-40B4-BE49-F238E27FC236}">
                  <a16:creationId xmlns:a16="http://schemas.microsoft.com/office/drawing/2014/main" id="{E67EEB31-8E9F-7949-9AEE-953592735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8" name="Rectangle 129">
              <a:extLst>
                <a:ext uri="{FF2B5EF4-FFF2-40B4-BE49-F238E27FC236}">
                  <a16:creationId xmlns:a16="http://schemas.microsoft.com/office/drawing/2014/main" id="{5E38596A-D6EE-8A43-B103-6CC1A20DB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7" name="Group 20">
            <a:extLst>
              <a:ext uri="{FF2B5EF4-FFF2-40B4-BE49-F238E27FC236}">
                <a16:creationId xmlns:a16="http://schemas.microsoft.com/office/drawing/2014/main" id="{6B376882-67D1-6642-B577-EE5384FDD0DA}"/>
              </a:ext>
            </a:extLst>
          </p:cNvPr>
          <p:cNvGrpSpPr>
            <a:grpSpLocks/>
          </p:cNvGrpSpPr>
          <p:nvPr/>
        </p:nvGrpSpPr>
        <p:grpSpPr bwMode="auto">
          <a:xfrm>
            <a:off x="3969430" y="5055787"/>
            <a:ext cx="809625" cy="1049338"/>
            <a:chOff x="4296" y="2627"/>
            <a:chExt cx="510" cy="661"/>
          </a:xfrm>
        </p:grpSpPr>
        <p:sp>
          <p:nvSpPr>
            <p:cNvPr id="328" name="Rectangle 21">
              <a:extLst>
                <a:ext uri="{FF2B5EF4-FFF2-40B4-BE49-F238E27FC236}">
                  <a16:creationId xmlns:a16="http://schemas.microsoft.com/office/drawing/2014/main" id="{CC5D394C-77F3-944C-B991-14BF75531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9" name="Text Box 22">
              <a:extLst>
                <a:ext uri="{FF2B5EF4-FFF2-40B4-BE49-F238E27FC236}">
                  <a16:creationId xmlns:a16="http://schemas.microsoft.com/office/drawing/2014/main" id="{EE677E13-F5D8-F64B-8BF4-7DF73BB03D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mail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23">
              <a:extLst>
                <a:ext uri="{FF2B5EF4-FFF2-40B4-BE49-F238E27FC236}">
                  <a16:creationId xmlns:a16="http://schemas.microsoft.com/office/drawing/2014/main" id="{7D15F646-E03A-774B-A508-1EF0B3C4C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Line 24">
              <a:extLst>
                <a:ext uri="{FF2B5EF4-FFF2-40B4-BE49-F238E27FC236}">
                  <a16:creationId xmlns:a16="http://schemas.microsoft.com/office/drawing/2014/main" id="{AE3EF45E-8540-9B48-AAEF-B5B93F92C2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Line 25">
              <a:extLst>
                <a:ext uri="{FF2B5EF4-FFF2-40B4-BE49-F238E27FC236}">
                  <a16:creationId xmlns:a16="http://schemas.microsoft.com/office/drawing/2014/main" id="{9A3B4EF6-63F2-0947-B7B6-7FADC44E64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Line 26">
              <a:extLst>
                <a:ext uri="{FF2B5EF4-FFF2-40B4-BE49-F238E27FC236}">
                  <a16:creationId xmlns:a16="http://schemas.microsoft.com/office/drawing/2014/main" id="{28713178-2168-3342-8EA0-1EFAEB77CF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4" name="Line 27">
              <a:extLst>
                <a:ext uri="{FF2B5EF4-FFF2-40B4-BE49-F238E27FC236}">
                  <a16:creationId xmlns:a16="http://schemas.microsoft.com/office/drawing/2014/main" id="{7F512291-0783-2C4D-A8BC-E711760A29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5" name="Line 28">
              <a:extLst>
                <a:ext uri="{FF2B5EF4-FFF2-40B4-BE49-F238E27FC236}">
                  <a16:creationId xmlns:a16="http://schemas.microsoft.com/office/drawing/2014/main" id="{C7F7AFBC-09B9-1A4A-B167-5E31466A0B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6" name="Line 29">
              <a:extLst>
                <a:ext uri="{FF2B5EF4-FFF2-40B4-BE49-F238E27FC236}">
                  <a16:creationId xmlns:a16="http://schemas.microsoft.com/office/drawing/2014/main" id="{36AD3A7A-6001-B248-909D-97FF4FEC88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7" name="Line 30">
              <a:extLst>
                <a:ext uri="{FF2B5EF4-FFF2-40B4-BE49-F238E27FC236}">
                  <a16:creationId xmlns:a16="http://schemas.microsoft.com/office/drawing/2014/main" id="{AAD9F1B0-F0AE-1E4A-9E8B-7B0411EAF1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31">
              <a:extLst>
                <a:ext uri="{FF2B5EF4-FFF2-40B4-BE49-F238E27FC236}">
                  <a16:creationId xmlns:a16="http://schemas.microsoft.com/office/drawing/2014/main" id="{3F9EB85C-0662-2944-B53C-B5C5F284A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9" name="Rectangle 32">
              <a:extLst>
                <a:ext uri="{FF2B5EF4-FFF2-40B4-BE49-F238E27FC236}">
                  <a16:creationId xmlns:a16="http://schemas.microsoft.com/office/drawing/2014/main" id="{E9D294E7-8C79-5A40-B5A2-9B0D1E8C6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0" name="Rectangle 33">
              <a:extLst>
                <a:ext uri="{FF2B5EF4-FFF2-40B4-BE49-F238E27FC236}">
                  <a16:creationId xmlns:a16="http://schemas.microsoft.com/office/drawing/2014/main" id="{1ECAEAF4-8B77-874F-AE38-AF22ED262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1" name="Rectangle 34">
              <a:extLst>
                <a:ext uri="{FF2B5EF4-FFF2-40B4-BE49-F238E27FC236}">
                  <a16:creationId xmlns:a16="http://schemas.microsoft.com/office/drawing/2014/main" id="{DA0B2421-1373-8547-9A4B-4EF52BDE0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2" name="Rectangle 35">
              <a:extLst>
                <a:ext uri="{FF2B5EF4-FFF2-40B4-BE49-F238E27FC236}">
                  <a16:creationId xmlns:a16="http://schemas.microsoft.com/office/drawing/2014/main" id="{7C2F1B41-189C-4A43-BEF6-C6BE6D5D3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pic>
        <p:nvPicPr>
          <p:cNvPr id="343" name="Picture 36" descr="Alice">
            <a:extLst>
              <a:ext uri="{FF2B5EF4-FFF2-40B4-BE49-F238E27FC236}">
                <a16:creationId xmlns:a16="http://schemas.microsoft.com/office/drawing/2014/main" id="{63AFF8CB-097F-3846-84FD-E89880F62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367" y="5220887"/>
            <a:ext cx="561975" cy="69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4" name="Picture 37" descr="Bob">
            <a:extLst>
              <a:ext uri="{FF2B5EF4-FFF2-40B4-BE49-F238E27FC236}">
                <a16:creationId xmlns:a16="http://schemas.microsoft.com/office/drawing/2014/main" id="{67A94867-6C86-964D-8B53-832FD2915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4180" y="5125637"/>
            <a:ext cx="6762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45" name="Group 48">
            <a:extLst>
              <a:ext uri="{FF2B5EF4-FFF2-40B4-BE49-F238E27FC236}">
                <a16:creationId xmlns:a16="http://schemas.microsoft.com/office/drawing/2014/main" id="{EEADEB4C-0DE5-7A47-B0C1-F7A8830D9591}"/>
              </a:ext>
            </a:extLst>
          </p:cNvPr>
          <p:cNvGrpSpPr>
            <a:grpSpLocks/>
          </p:cNvGrpSpPr>
          <p:nvPr/>
        </p:nvGrpSpPr>
        <p:grpSpPr bwMode="auto">
          <a:xfrm>
            <a:off x="6160180" y="5001812"/>
            <a:ext cx="809625" cy="1049338"/>
            <a:chOff x="4296" y="2627"/>
            <a:chExt cx="510" cy="661"/>
          </a:xfrm>
        </p:grpSpPr>
        <p:sp>
          <p:nvSpPr>
            <p:cNvPr id="346" name="Rectangle 49">
              <a:extLst>
                <a:ext uri="{FF2B5EF4-FFF2-40B4-BE49-F238E27FC236}">
                  <a16:creationId xmlns:a16="http://schemas.microsoft.com/office/drawing/2014/main" id="{4564DF36-9849-6946-BAA4-346D46ED3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Text Box 50">
              <a:extLst>
                <a:ext uri="{FF2B5EF4-FFF2-40B4-BE49-F238E27FC236}">
                  <a16:creationId xmlns:a16="http://schemas.microsoft.com/office/drawing/2014/main" id="{95B494F8-B148-1E44-ABE8-6EC09DFF7F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mail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Rectangle 51">
              <a:extLst>
                <a:ext uri="{FF2B5EF4-FFF2-40B4-BE49-F238E27FC236}">
                  <a16:creationId xmlns:a16="http://schemas.microsoft.com/office/drawing/2014/main" id="{1B9214B0-3A96-5243-BB24-2F3F43E20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Line 52">
              <a:extLst>
                <a:ext uri="{FF2B5EF4-FFF2-40B4-BE49-F238E27FC236}">
                  <a16:creationId xmlns:a16="http://schemas.microsoft.com/office/drawing/2014/main" id="{D4C180E7-B105-D24F-9DB1-1A50C299AE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0" name="Line 53">
              <a:extLst>
                <a:ext uri="{FF2B5EF4-FFF2-40B4-BE49-F238E27FC236}">
                  <a16:creationId xmlns:a16="http://schemas.microsoft.com/office/drawing/2014/main" id="{165FB39B-14E6-9043-A51D-266CB4D4D8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1" name="Line 54">
              <a:extLst>
                <a:ext uri="{FF2B5EF4-FFF2-40B4-BE49-F238E27FC236}">
                  <a16:creationId xmlns:a16="http://schemas.microsoft.com/office/drawing/2014/main" id="{B0C3A7D7-CF8F-CD41-B9DD-E546D2C03D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Line 55">
              <a:extLst>
                <a:ext uri="{FF2B5EF4-FFF2-40B4-BE49-F238E27FC236}">
                  <a16:creationId xmlns:a16="http://schemas.microsoft.com/office/drawing/2014/main" id="{079A54A6-69B3-6245-A536-821615DFA1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3" name="Line 56">
              <a:extLst>
                <a:ext uri="{FF2B5EF4-FFF2-40B4-BE49-F238E27FC236}">
                  <a16:creationId xmlns:a16="http://schemas.microsoft.com/office/drawing/2014/main" id="{50C02768-BE49-0E48-AB58-3ED05EA97C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4" name="Line 57">
              <a:extLst>
                <a:ext uri="{FF2B5EF4-FFF2-40B4-BE49-F238E27FC236}">
                  <a16:creationId xmlns:a16="http://schemas.microsoft.com/office/drawing/2014/main" id="{5765AB2A-57FC-9647-A5F1-3A42797BED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5" name="Line 58">
              <a:extLst>
                <a:ext uri="{FF2B5EF4-FFF2-40B4-BE49-F238E27FC236}">
                  <a16:creationId xmlns:a16="http://schemas.microsoft.com/office/drawing/2014/main" id="{1D662A5A-250B-5C43-A940-153B333F97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6" name="Rectangle 59">
              <a:extLst>
                <a:ext uri="{FF2B5EF4-FFF2-40B4-BE49-F238E27FC236}">
                  <a16:creationId xmlns:a16="http://schemas.microsoft.com/office/drawing/2014/main" id="{C467817D-72BB-304A-907C-15078ACB98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7" name="Rectangle 60">
              <a:extLst>
                <a:ext uri="{FF2B5EF4-FFF2-40B4-BE49-F238E27FC236}">
                  <a16:creationId xmlns:a16="http://schemas.microsoft.com/office/drawing/2014/main" id="{C8B9E0B3-EA63-0E42-BAC5-67850547E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8" name="Rectangle 61">
              <a:extLst>
                <a:ext uri="{FF2B5EF4-FFF2-40B4-BE49-F238E27FC236}">
                  <a16:creationId xmlns:a16="http://schemas.microsoft.com/office/drawing/2014/main" id="{43E44E4D-C23B-D34F-9AD2-5DFAD5B508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9" name="Rectangle 62">
              <a:extLst>
                <a:ext uri="{FF2B5EF4-FFF2-40B4-BE49-F238E27FC236}">
                  <a16:creationId xmlns:a16="http://schemas.microsoft.com/office/drawing/2014/main" id="{34AACE8E-FCF4-2846-85E1-B707176DB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0" name="Rectangle 63">
              <a:extLst>
                <a:ext uri="{FF2B5EF4-FFF2-40B4-BE49-F238E27FC236}">
                  <a16:creationId xmlns:a16="http://schemas.microsoft.com/office/drawing/2014/main" id="{C6EFAB4C-6FC0-5A44-9BD5-6EF789ED3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61" name="Line 69">
            <a:extLst>
              <a:ext uri="{FF2B5EF4-FFF2-40B4-BE49-F238E27FC236}">
                <a16:creationId xmlns:a16="http://schemas.microsoft.com/office/drawing/2014/main" id="{B12BA932-5325-874B-B19A-B088808F43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9955" y="5593950"/>
            <a:ext cx="892175" cy="146050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2" name="Line 70">
            <a:extLst>
              <a:ext uri="{FF2B5EF4-FFF2-40B4-BE49-F238E27FC236}">
                <a16:creationId xmlns:a16="http://schemas.microsoft.com/office/drawing/2014/main" id="{9B0EC571-15F5-F54A-9590-2FC0C5F8726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5880" y="5728887"/>
            <a:ext cx="1379537" cy="219075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3" name="Line 71">
            <a:extLst>
              <a:ext uri="{FF2B5EF4-FFF2-40B4-BE49-F238E27FC236}">
                <a16:creationId xmlns:a16="http://schemas.microsoft.com/office/drawing/2014/main" id="{0CC82D8C-ED1C-6E42-9BF1-DA1481F0EE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06317" y="5508225"/>
            <a:ext cx="1027113" cy="427037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4" name="Oval 72">
            <a:extLst>
              <a:ext uri="{FF2B5EF4-FFF2-40B4-BE49-F238E27FC236}">
                <a16:creationId xmlns:a16="http://schemas.microsoft.com/office/drawing/2014/main" id="{0B743518-B7A3-D649-BBB1-081C12DD5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005" y="5043087"/>
            <a:ext cx="292100" cy="2444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5" name="Oval 74">
            <a:extLst>
              <a:ext uri="{FF2B5EF4-FFF2-40B4-BE49-F238E27FC236}">
                <a16:creationId xmlns:a16="http://schemas.microsoft.com/office/drawing/2014/main" id="{DC2768BB-DD45-4E4B-BBD1-C179D968F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9667" y="5538387"/>
            <a:ext cx="292100" cy="2444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6" name="Oval 75">
            <a:extLst>
              <a:ext uri="{FF2B5EF4-FFF2-40B4-BE49-F238E27FC236}">
                <a16:creationId xmlns:a16="http://schemas.microsoft.com/office/drawing/2014/main" id="{FC69D002-21E2-4843-8E47-2D7A1DFF3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1205" y="5617762"/>
            <a:ext cx="292100" cy="2444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7" name="Oval 76">
            <a:extLst>
              <a:ext uri="{FF2B5EF4-FFF2-40B4-BE49-F238E27FC236}">
                <a16:creationId xmlns:a16="http://schemas.microsoft.com/office/drawing/2014/main" id="{81E42442-3779-D54A-9503-408605D98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2455" y="5703487"/>
            <a:ext cx="292100" cy="2444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4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8" name="Oval 77">
            <a:extLst>
              <a:ext uri="{FF2B5EF4-FFF2-40B4-BE49-F238E27FC236}">
                <a16:creationId xmlns:a16="http://schemas.microsoft.com/office/drawing/2014/main" id="{B036CC3D-838C-C54C-AC10-70245E28B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7355" y="6035275"/>
            <a:ext cx="292100" cy="2444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5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9" name="Oval 78">
            <a:extLst>
              <a:ext uri="{FF2B5EF4-FFF2-40B4-BE49-F238E27FC236}">
                <a16:creationId xmlns:a16="http://schemas.microsoft.com/office/drawing/2014/main" id="{09AB63F1-4A13-9347-B64D-46DAF636F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9692" y="5605062"/>
            <a:ext cx="292100" cy="2444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6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70" name="Text Box 95">
            <a:extLst>
              <a:ext uri="{FF2B5EF4-FFF2-40B4-BE49-F238E27FC236}">
                <a16:creationId xmlns:a16="http://schemas.microsoft.com/office/drawing/2014/main" id="{9D22DFF5-0D8D-6349-BC46-AB22D2F2B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5242" y="6168625"/>
            <a:ext cx="1819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Alice</a:t>
            </a:r>
            <a:r>
              <a:rPr kumimoji="0" lang="en-US" altLang="ja-JP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’s mail server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71" name="Text Box 96">
            <a:extLst>
              <a:ext uri="{FF2B5EF4-FFF2-40B4-BE49-F238E27FC236}">
                <a16:creationId xmlns:a16="http://schemas.microsoft.com/office/drawing/2014/main" id="{3CCDA2E2-AC99-0045-BA7F-F3C92F51C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0130" y="6232125"/>
            <a:ext cx="17414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Bob</a:t>
            </a:r>
            <a:r>
              <a:rPr kumimoji="0" lang="en-US" altLang="ja-JP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’s mail server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72" name="Group 169">
            <a:extLst>
              <a:ext uri="{FF2B5EF4-FFF2-40B4-BE49-F238E27FC236}">
                <a16:creationId xmlns:a16="http://schemas.microsoft.com/office/drawing/2014/main" id="{6766002A-66B6-B64B-AAEB-F427F3791233}"/>
              </a:ext>
            </a:extLst>
          </p:cNvPr>
          <p:cNvGrpSpPr>
            <a:grpSpLocks/>
          </p:cNvGrpSpPr>
          <p:nvPr/>
        </p:nvGrpSpPr>
        <p:grpSpPr bwMode="auto">
          <a:xfrm>
            <a:off x="7833405" y="4908150"/>
            <a:ext cx="912812" cy="1054100"/>
            <a:chOff x="3574" y="550"/>
            <a:chExt cx="575" cy="664"/>
          </a:xfrm>
        </p:grpSpPr>
        <p:grpSp>
          <p:nvGrpSpPr>
            <p:cNvPr id="373" name="Group 170">
              <a:extLst>
                <a:ext uri="{FF2B5EF4-FFF2-40B4-BE49-F238E27FC236}">
                  <a16:creationId xmlns:a16="http://schemas.microsoft.com/office/drawing/2014/main" id="{95D43423-E726-764E-8062-2A3551E095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376" name="Picture 171" descr="desktop_computer_stylized_medium">
                <a:extLst>
                  <a:ext uri="{FF2B5EF4-FFF2-40B4-BE49-F238E27FC236}">
                    <a16:creationId xmlns:a16="http://schemas.microsoft.com/office/drawing/2014/main" id="{5015A0EC-AAF7-5845-870F-AC72079C9D3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7" name="Freeform 172">
                <a:extLst>
                  <a:ext uri="{FF2B5EF4-FFF2-40B4-BE49-F238E27FC236}">
                    <a16:creationId xmlns:a16="http://schemas.microsoft.com/office/drawing/2014/main" id="{85F221FD-96E4-6C47-B178-8A95ACD6B79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4" name="Rectangle 115">
              <a:extLst>
                <a:ext uri="{FF2B5EF4-FFF2-40B4-BE49-F238E27FC236}">
                  <a16:creationId xmlns:a16="http://schemas.microsoft.com/office/drawing/2014/main" id="{3D96246A-1605-AF45-A4B0-F085DAAC3C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5" name="Text Box 116">
              <a:extLst>
                <a:ext uri="{FF2B5EF4-FFF2-40B4-BE49-F238E27FC236}">
                  <a16:creationId xmlns:a16="http://schemas.microsoft.com/office/drawing/2014/main" id="{5136D042-DF2A-484C-9882-7FBDD96447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user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agent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78" name="Rectangle 3">
            <a:extLst>
              <a:ext uri="{FF2B5EF4-FFF2-40B4-BE49-F238E27FC236}">
                <a16:creationId xmlns:a16="http://schemas.microsoft.com/office/drawing/2014/main" id="{9BFC42AA-8BB5-8E46-A741-D3C4DA9BB457}"/>
              </a:ext>
            </a:extLst>
          </p:cNvPr>
          <p:cNvSpPr txBox="1">
            <a:spLocks noChangeArrowheads="1"/>
          </p:cNvSpPr>
          <p:nvPr/>
        </p:nvSpPr>
        <p:spPr>
          <a:xfrm>
            <a:off x="728885" y="2279968"/>
            <a:ext cx="5071156" cy="110336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2) Alice’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UA sends message to her mail server using SMTP; message placed in message queue</a:t>
            </a:r>
          </a:p>
        </p:txBody>
      </p:sp>
      <p:sp>
        <p:nvSpPr>
          <p:cNvPr id="379" name="Rectangle 3">
            <a:extLst>
              <a:ext uri="{FF2B5EF4-FFF2-40B4-BE49-F238E27FC236}">
                <a16:creationId xmlns:a16="http://schemas.microsoft.com/office/drawing/2014/main" id="{F0BDE075-A22F-B64C-827B-4198952A13ED}"/>
              </a:ext>
            </a:extLst>
          </p:cNvPr>
          <p:cNvSpPr txBox="1">
            <a:spLocks noChangeArrowheads="1"/>
          </p:cNvSpPr>
          <p:nvPr/>
        </p:nvSpPr>
        <p:spPr>
          <a:xfrm>
            <a:off x="739565" y="3432318"/>
            <a:ext cx="5448733" cy="1089177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3) client side of SMTP at mail server opens TCP connection with Bob’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mail server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80" name="Rectangle 4">
            <a:extLst>
              <a:ext uri="{FF2B5EF4-FFF2-40B4-BE49-F238E27FC236}">
                <a16:creationId xmlns:a16="http://schemas.microsoft.com/office/drawing/2014/main" id="{DFD69930-AC55-F14B-9151-A849CFC023A8}"/>
              </a:ext>
            </a:extLst>
          </p:cNvPr>
          <p:cNvSpPr txBox="1">
            <a:spLocks noChangeArrowheads="1"/>
          </p:cNvSpPr>
          <p:nvPr/>
        </p:nvSpPr>
        <p:spPr>
          <a:xfrm>
            <a:off x="6633422" y="2275557"/>
            <a:ext cx="3810000" cy="8286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5) Bob’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mail server places the message in Bob’s mailbox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81" name="Rectangle 4">
            <a:extLst>
              <a:ext uri="{FF2B5EF4-FFF2-40B4-BE49-F238E27FC236}">
                <a16:creationId xmlns:a16="http://schemas.microsoft.com/office/drawing/2014/main" id="{66D50C27-F2A0-6446-B161-62594C2D18D6}"/>
              </a:ext>
            </a:extLst>
          </p:cNvPr>
          <p:cNvSpPr txBox="1">
            <a:spLocks noChangeArrowheads="1"/>
          </p:cNvSpPr>
          <p:nvPr/>
        </p:nvSpPr>
        <p:spPr>
          <a:xfrm>
            <a:off x="6630762" y="3460095"/>
            <a:ext cx="3810000" cy="8286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6) Bob invokes his user agent to read message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2" name="Slide Number Placeholder 2">
            <a:extLst>
              <a:ext uri="{FF2B5EF4-FFF2-40B4-BE49-F238E27FC236}">
                <a16:creationId xmlns:a16="http://schemas.microsoft.com/office/drawing/2014/main" id="{FB96421F-FAF9-4A47-A990-FB1764E1CE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54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361" grpId="0" animBg="1"/>
      <p:bldP spid="362" grpId="0" animBg="1"/>
      <p:bldP spid="363" grpId="0" animBg="1"/>
      <p:bldP spid="365" grpId="0" animBg="1"/>
      <p:bldP spid="366" grpId="0" animBg="1"/>
      <p:bldP spid="367" grpId="0" animBg="1"/>
      <p:bldP spid="368" grpId="0" animBg="1"/>
      <p:bldP spid="369" grpId="0" animBg="1"/>
      <p:bldP spid="378" grpId="0"/>
      <p:bldP spid="379" grpId="0"/>
      <p:bldP spid="380" grpId="0"/>
      <p:bldP spid="38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00900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Sample SMTP interaction</a:t>
            </a:r>
            <a:endParaRPr lang="en-US" sz="4400" dirty="0"/>
          </a:p>
        </p:txBody>
      </p:sp>
      <p:sp>
        <p:nvSpPr>
          <p:cNvPr id="133" name="Rectangle 3">
            <a:extLst>
              <a:ext uri="{FF2B5EF4-FFF2-40B4-BE49-F238E27FC236}">
                <a16:creationId xmlns:a16="http://schemas.microsoft.com/office/drawing/2014/main" id="{D5CD8C7F-9F1D-3848-BEE3-38D59C403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995" y="1183947"/>
            <a:ext cx="9870010" cy="517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S: 220 hamburger.edu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C: HELO crepes.fr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S: 250  Hello crepes.fr, pleased to meet you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C: MAIL FROM: &lt;alice@crepes.fr&gt;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S: 250 alice@crepes.fr... Sender ok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C: RCPT TO: &lt;bob@hamburger.edu&gt;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S: 250 bob@hamburger.edu ... Recipient ok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C: DATA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S: 354 Enter mail, end with "." on a line by itself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C: Do you like ketchup?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C: How about pickles?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C: 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S: 250 Message accepted for delivery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C: QUIT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S: 221 hamburger.edu closing connection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537EC8-F0B4-B942-8A93-7FB748DF2F45}"/>
              </a:ext>
            </a:extLst>
          </p:cNvPr>
          <p:cNvSpPr/>
          <p:nvPr/>
        </p:nvSpPr>
        <p:spPr>
          <a:xfrm>
            <a:off x="1978429" y="1587732"/>
            <a:ext cx="8994370" cy="723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194776-169D-9F43-BA8B-FB29B42EC638}"/>
              </a:ext>
            </a:extLst>
          </p:cNvPr>
          <p:cNvSpPr/>
          <p:nvPr/>
        </p:nvSpPr>
        <p:spPr>
          <a:xfrm>
            <a:off x="1981200" y="2213956"/>
            <a:ext cx="8994370" cy="761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064521-6B03-5B46-A46A-56B82F1B8EC5}"/>
              </a:ext>
            </a:extLst>
          </p:cNvPr>
          <p:cNvSpPr/>
          <p:nvPr/>
        </p:nvSpPr>
        <p:spPr>
          <a:xfrm>
            <a:off x="2000594" y="2931622"/>
            <a:ext cx="8994370" cy="648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38ED0F-A82C-EF4D-B01A-1798192BFFB8}"/>
              </a:ext>
            </a:extLst>
          </p:cNvPr>
          <p:cNvSpPr/>
          <p:nvPr/>
        </p:nvSpPr>
        <p:spPr>
          <a:xfrm>
            <a:off x="2019991" y="3566160"/>
            <a:ext cx="8994370" cy="7564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87EB37-81D8-C644-9E7C-178AB0D0876D}"/>
              </a:ext>
            </a:extLst>
          </p:cNvPr>
          <p:cNvSpPr/>
          <p:nvPr/>
        </p:nvSpPr>
        <p:spPr>
          <a:xfrm>
            <a:off x="1956261" y="4283824"/>
            <a:ext cx="8994370" cy="12690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2AB7A7-0B80-B04C-8B1E-5378A69CED06}"/>
              </a:ext>
            </a:extLst>
          </p:cNvPr>
          <p:cNvSpPr/>
          <p:nvPr/>
        </p:nvSpPr>
        <p:spPr>
          <a:xfrm>
            <a:off x="1856507" y="5469775"/>
            <a:ext cx="8994370" cy="775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01A32920-24D5-DF48-A91B-0520F9191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F6C65DE2-C010-20EA-30D0-44C96225E8DD}"/>
              </a:ext>
            </a:extLst>
          </p:cNvPr>
          <p:cNvSpPr/>
          <p:nvPr/>
        </p:nvSpPr>
        <p:spPr>
          <a:xfrm>
            <a:off x="7974957" y="983848"/>
            <a:ext cx="3339334" cy="612648"/>
          </a:xfrm>
          <a:prstGeom prst="wedgeRectCallout">
            <a:avLst>
              <a:gd name="adj1" fmla="val -120995"/>
              <a:gd name="adj2" fmla="val 2108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220 &lt;domain&gt; Service ready</a:t>
            </a:r>
          </a:p>
        </p:txBody>
      </p:sp>
    </p:spTree>
    <p:extLst>
      <p:ext uri="{BB962C8B-B14F-4D97-AF65-F5344CB8AC3E}">
        <p14:creationId xmlns:p14="http://schemas.microsoft.com/office/powerpoint/2010/main" val="4172446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SMTP: observations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677454B-F21D-4441-9BDE-50D84F4D93FA}"/>
              </a:ext>
            </a:extLst>
          </p:cNvPr>
          <p:cNvSpPr txBox="1">
            <a:spLocks noChangeArrowheads="1"/>
          </p:cNvSpPr>
          <p:nvPr/>
        </p:nvSpPr>
        <p:spPr>
          <a:xfrm>
            <a:off x="7119664" y="1518446"/>
            <a:ext cx="4194627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 uses persistent connections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 requires message (header &amp; body) to be in 7-bit ASCII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 server uses CRLF.CRLF to determine end of message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3E733DCA-2522-E341-8697-49ADE10A3FA3}"/>
              </a:ext>
            </a:extLst>
          </p:cNvPr>
          <p:cNvSpPr txBox="1">
            <a:spLocks noChangeArrowheads="1"/>
          </p:cNvSpPr>
          <p:nvPr/>
        </p:nvSpPr>
        <p:spPr>
          <a:xfrm>
            <a:off x="651330" y="1460390"/>
            <a:ext cx="6183084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comparison with HTTP:</a:t>
            </a:r>
          </a:p>
          <a:p>
            <a:pPr marL="576263" marR="0" lvl="0" indent="-31750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HTTP: client pull</a:t>
            </a:r>
          </a:p>
          <a:p>
            <a:pPr marL="576263" marR="0" lvl="0" indent="-317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5000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SMTP: client push</a:t>
            </a:r>
          </a:p>
          <a:p>
            <a:pPr marL="576263" marR="0" lvl="0" indent="-317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5000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both have ASCII command/response interaction, status codes</a:t>
            </a:r>
          </a:p>
          <a:p>
            <a:pPr marL="576263" marR="0" lvl="0" indent="-317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HTTP: each object encapsulated in its own response message</a:t>
            </a:r>
          </a:p>
          <a:p>
            <a:pPr marL="576263" marR="0" lvl="0" indent="-317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SMTP: multiple objects sent in multipart message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80E309B1-D180-4349-82CA-F509C53B0F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54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Mail message format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1957B58-E235-B248-9DD8-EB83AEA89A77}"/>
              </a:ext>
            </a:extLst>
          </p:cNvPr>
          <p:cNvSpPr txBox="1">
            <a:spLocks noChangeArrowheads="1"/>
          </p:cNvSpPr>
          <p:nvPr/>
        </p:nvSpPr>
        <p:spPr>
          <a:xfrm>
            <a:off x="819954" y="1518446"/>
            <a:ext cx="10701485" cy="1856521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SMTP: protocol for exchanging e-mail messages, defined in RFC 5321 (like RFC 7231 defines HTTP)</a:t>
            </a:r>
          </a:p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RFC 2822 defines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syntax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for e-mail message itself (like HTML defines syntax for web documents)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90AB71C4-0C4F-CA48-A7D0-41E1DC5A2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1539" y="3317071"/>
            <a:ext cx="2832100" cy="431800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header</a:t>
            </a:r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id="{CDEC6892-2B97-054E-BBD0-0613AB282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1539" y="4129871"/>
            <a:ext cx="2832100" cy="1739900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body</a:t>
            </a:r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C0E3FED1-4363-5F4D-B639-F7151E3E3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8339" y="3202771"/>
            <a:ext cx="3238500" cy="30734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" name="Line 11">
            <a:extLst>
              <a:ext uri="{FF2B5EF4-FFF2-40B4-BE49-F238E27FC236}">
                <a16:creationId xmlns:a16="http://schemas.microsoft.com/office/drawing/2014/main" id="{86B4C984-46A5-C043-8ED7-4BFCACE5EF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67314" y="5094521"/>
            <a:ext cx="6544225" cy="8127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22" name="Text Box 13">
            <a:extLst>
              <a:ext uri="{FF2B5EF4-FFF2-40B4-BE49-F238E27FC236}">
                <a16:creationId xmlns:a16="http://schemas.microsoft.com/office/drawing/2014/main" id="{C5431D6F-96A3-734C-8517-99FCE98FA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2252" y="3537734"/>
            <a:ext cx="7921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blank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line</a:t>
            </a:r>
          </a:p>
        </p:txBody>
      </p:sp>
      <p:sp>
        <p:nvSpPr>
          <p:cNvPr id="23" name="Line 14">
            <a:extLst>
              <a:ext uri="{FF2B5EF4-FFF2-40B4-BE49-F238E27FC236}">
                <a16:creationId xmlns:a16="http://schemas.microsoft.com/office/drawing/2014/main" id="{EC853BB6-31B4-4243-A729-4094617E6D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384839" y="3977471"/>
            <a:ext cx="9652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8B4D68C-13CF-8640-BB04-F138B198C88E}"/>
              </a:ext>
            </a:extLst>
          </p:cNvPr>
          <p:cNvCxnSpPr>
            <a:cxnSpLocks/>
          </p:cNvCxnSpPr>
          <p:nvPr/>
        </p:nvCxnSpPr>
        <p:spPr>
          <a:xfrm>
            <a:off x="3614057" y="3531161"/>
            <a:ext cx="4424912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3">
            <a:extLst>
              <a:ext uri="{FF2B5EF4-FFF2-40B4-BE49-F238E27FC236}">
                <a16:creationId xmlns:a16="http://schemas.microsoft.com/office/drawing/2014/main" id="{70542D48-C74E-9945-A7DE-1939CC0DD67B}"/>
              </a:ext>
            </a:extLst>
          </p:cNvPr>
          <p:cNvSpPr txBox="1">
            <a:spLocks noChangeArrowheads="1"/>
          </p:cNvSpPr>
          <p:nvPr/>
        </p:nvSpPr>
        <p:spPr>
          <a:xfrm>
            <a:off x="889227" y="3300140"/>
            <a:ext cx="6379126" cy="303415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header lines, e.g.,</a:t>
            </a:r>
          </a:p>
          <a:p>
            <a:pPr marL="635000" marR="0" lvl="1" indent="-2238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To:</a:t>
            </a:r>
          </a:p>
          <a:p>
            <a:pPr marL="635000" marR="0" lvl="1" indent="-2238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From:</a:t>
            </a:r>
          </a:p>
          <a:p>
            <a:pPr marL="635000" marR="0" lvl="1" indent="-2238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Subject:</a:t>
            </a:r>
          </a:p>
          <a:p>
            <a:pPr marL="403225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these lines, within the body of the email message area different from 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 MAIL FROM:, RCPT TO: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commands!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Body: the “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message” ,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ASCII characters only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ED161916-043B-2B40-A2CD-1EB81D817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701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1" grpId="0" animBg="1"/>
      <p:bldP spid="22" grpId="0"/>
      <p:bldP spid="23" grpId="0" animBg="1"/>
      <p:bldP spid="23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Retrieving email: mail access protocols</a:t>
            </a:r>
            <a:endParaRPr lang="en-US" sz="4400" dirty="0">
              <a:cs typeface="Calibri" panose="020F0502020204030204" pitchFamily="34" charset="0"/>
            </a:endParaRPr>
          </a:p>
        </p:txBody>
      </p:sp>
      <p:grpSp>
        <p:nvGrpSpPr>
          <p:cNvPr id="262" name="Group 133">
            <a:extLst>
              <a:ext uri="{FF2B5EF4-FFF2-40B4-BE49-F238E27FC236}">
                <a16:creationId xmlns:a16="http://schemas.microsoft.com/office/drawing/2014/main" id="{962D0EED-8EC0-D944-8706-78D65ED758FC}"/>
              </a:ext>
            </a:extLst>
          </p:cNvPr>
          <p:cNvGrpSpPr>
            <a:grpSpLocks/>
          </p:cNvGrpSpPr>
          <p:nvPr/>
        </p:nvGrpSpPr>
        <p:grpSpPr bwMode="auto">
          <a:xfrm>
            <a:off x="4451528" y="1694089"/>
            <a:ext cx="511175" cy="693738"/>
            <a:chOff x="4140" y="429"/>
            <a:chExt cx="1425" cy="2396"/>
          </a:xfrm>
        </p:grpSpPr>
        <p:sp>
          <p:nvSpPr>
            <p:cNvPr id="351" name="Freeform 134">
              <a:extLst>
                <a:ext uri="{FF2B5EF4-FFF2-40B4-BE49-F238E27FC236}">
                  <a16:creationId xmlns:a16="http://schemas.microsoft.com/office/drawing/2014/main" id="{DCB7F2F1-B08C-9D42-9A9B-C0CA8CC2D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135">
              <a:extLst>
                <a:ext uri="{FF2B5EF4-FFF2-40B4-BE49-F238E27FC236}">
                  <a16:creationId xmlns:a16="http://schemas.microsoft.com/office/drawing/2014/main" id="{E057BFF5-9E6F-4743-A805-44D1354D7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3" name="Freeform 136">
              <a:extLst>
                <a:ext uri="{FF2B5EF4-FFF2-40B4-BE49-F238E27FC236}">
                  <a16:creationId xmlns:a16="http://schemas.microsoft.com/office/drawing/2014/main" id="{794C2025-779C-7143-89C2-171CFB018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4" name="Freeform 137">
              <a:extLst>
                <a:ext uri="{FF2B5EF4-FFF2-40B4-BE49-F238E27FC236}">
                  <a16:creationId xmlns:a16="http://schemas.microsoft.com/office/drawing/2014/main" id="{A80FAE7D-8D21-BC47-907D-F96620BB90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5" name="Rectangle 138">
              <a:extLst>
                <a:ext uri="{FF2B5EF4-FFF2-40B4-BE49-F238E27FC236}">
                  <a16:creationId xmlns:a16="http://schemas.microsoft.com/office/drawing/2014/main" id="{616938A0-6228-6140-BCFA-473AB9A59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56" name="Group 139">
              <a:extLst>
                <a:ext uri="{FF2B5EF4-FFF2-40B4-BE49-F238E27FC236}">
                  <a16:creationId xmlns:a16="http://schemas.microsoft.com/office/drawing/2014/main" id="{87FBA1B9-AC0E-BF4F-A5C2-F38DA460D1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81" name="AutoShape 140">
                <a:extLst>
                  <a:ext uri="{FF2B5EF4-FFF2-40B4-BE49-F238E27FC236}">
                    <a16:creationId xmlns:a16="http://schemas.microsoft.com/office/drawing/2014/main" id="{84143FD8-E0F9-DF48-B4AF-0D12414A3C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2" name="AutoShape 141">
                <a:extLst>
                  <a:ext uri="{FF2B5EF4-FFF2-40B4-BE49-F238E27FC236}">
                    <a16:creationId xmlns:a16="http://schemas.microsoft.com/office/drawing/2014/main" id="{F75D69FA-178C-FF48-AF93-8D22328C7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57" name="Rectangle 142">
              <a:extLst>
                <a:ext uri="{FF2B5EF4-FFF2-40B4-BE49-F238E27FC236}">
                  <a16:creationId xmlns:a16="http://schemas.microsoft.com/office/drawing/2014/main" id="{79EE47BA-DDCB-AE42-849E-EAA9A961A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58" name="Group 143">
              <a:extLst>
                <a:ext uri="{FF2B5EF4-FFF2-40B4-BE49-F238E27FC236}">
                  <a16:creationId xmlns:a16="http://schemas.microsoft.com/office/drawing/2014/main" id="{52DF3659-7462-174D-BF79-583260D649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79" name="AutoShape 144">
                <a:extLst>
                  <a:ext uri="{FF2B5EF4-FFF2-40B4-BE49-F238E27FC236}">
                    <a16:creationId xmlns:a16="http://schemas.microsoft.com/office/drawing/2014/main" id="{9E1E1420-2718-EE4C-9DB5-D20E625D4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0" name="AutoShape 145">
                <a:extLst>
                  <a:ext uri="{FF2B5EF4-FFF2-40B4-BE49-F238E27FC236}">
                    <a16:creationId xmlns:a16="http://schemas.microsoft.com/office/drawing/2014/main" id="{311E1D1D-C4BA-C14B-AB5E-7D9E9CB99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59" name="Rectangle 146">
              <a:extLst>
                <a:ext uri="{FF2B5EF4-FFF2-40B4-BE49-F238E27FC236}">
                  <a16:creationId xmlns:a16="http://schemas.microsoft.com/office/drawing/2014/main" id="{A208931F-C1D7-4D44-9151-6D63CB811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0" name="Rectangle 147">
              <a:extLst>
                <a:ext uri="{FF2B5EF4-FFF2-40B4-BE49-F238E27FC236}">
                  <a16:creationId xmlns:a16="http://schemas.microsoft.com/office/drawing/2014/main" id="{85597E8B-CF6B-C244-96B8-D967A88BD6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1" name="Group 148">
              <a:extLst>
                <a:ext uri="{FF2B5EF4-FFF2-40B4-BE49-F238E27FC236}">
                  <a16:creationId xmlns:a16="http://schemas.microsoft.com/office/drawing/2014/main" id="{13DDD94F-DFC2-E744-ADF7-A896AEDA93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77" name="AutoShape 149">
                <a:extLst>
                  <a:ext uri="{FF2B5EF4-FFF2-40B4-BE49-F238E27FC236}">
                    <a16:creationId xmlns:a16="http://schemas.microsoft.com/office/drawing/2014/main" id="{3E8C962F-C7BD-B44F-978E-C803F54525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8" name="AutoShape 150">
                <a:extLst>
                  <a:ext uri="{FF2B5EF4-FFF2-40B4-BE49-F238E27FC236}">
                    <a16:creationId xmlns:a16="http://schemas.microsoft.com/office/drawing/2014/main" id="{E65F62EE-08D0-BF46-9BB6-23FEA82DDB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62" name="Freeform 151">
              <a:extLst>
                <a:ext uri="{FF2B5EF4-FFF2-40B4-BE49-F238E27FC236}">
                  <a16:creationId xmlns:a16="http://schemas.microsoft.com/office/drawing/2014/main" id="{60E83399-FCB4-324A-B4BD-B8F2365959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3" name="Group 152">
              <a:extLst>
                <a:ext uri="{FF2B5EF4-FFF2-40B4-BE49-F238E27FC236}">
                  <a16:creationId xmlns:a16="http://schemas.microsoft.com/office/drawing/2014/main" id="{87A9E3BB-3D7B-8247-845C-C0F0EBB963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75" name="AutoShape 153">
                <a:extLst>
                  <a:ext uri="{FF2B5EF4-FFF2-40B4-BE49-F238E27FC236}">
                    <a16:creationId xmlns:a16="http://schemas.microsoft.com/office/drawing/2014/main" id="{7C75A8D8-585C-B74B-A8B7-1BE5B53785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6" name="AutoShape 154">
                <a:extLst>
                  <a:ext uri="{FF2B5EF4-FFF2-40B4-BE49-F238E27FC236}">
                    <a16:creationId xmlns:a16="http://schemas.microsoft.com/office/drawing/2014/main" id="{22C9496F-6ACA-5348-BD7C-54B2C4BDD1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64" name="Rectangle 155">
              <a:extLst>
                <a:ext uri="{FF2B5EF4-FFF2-40B4-BE49-F238E27FC236}">
                  <a16:creationId xmlns:a16="http://schemas.microsoft.com/office/drawing/2014/main" id="{3A93ED27-82F2-8540-8D23-33AD2D2EE4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5" name="Freeform 156">
              <a:extLst>
                <a:ext uri="{FF2B5EF4-FFF2-40B4-BE49-F238E27FC236}">
                  <a16:creationId xmlns:a16="http://schemas.microsoft.com/office/drawing/2014/main" id="{0292C05A-662A-5445-B8CB-FAA09E805A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6" name="Freeform 157">
              <a:extLst>
                <a:ext uri="{FF2B5EF4-FFF2-40B4-BE49-F238E27FC236}">
                  <a16:creationId xmlns:a16="http://schemas.microsoft.com/office/drawing/2014/main" id="{4AA45BB6-3C27-E64E-8383-C80FAEA53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7" name="Oval 158">
              <a:extLst>
                <a:ext uri="{FF2B5EF4-FFF2-40B4-BE49-F238E27FC236}">
                  <a16:creationId xmlns:a16="http://schemas.microsoft.com/office/drawing/2014/main" id="{95B86A35-1D75-5C49-936B-687C0ACE7F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8" name="Freeform 159">
              <a:extLst>
                <a:ext uri="{FF2B5EF4-FFF2-40B4-BE49-F238E27FC236}">
                  <a16:creationId xmlns:a16="http://schemas.microsoft.com/office/drawing/2014/main" id="{1EEE46FE-29EC-9D4E-A9F0-12F15C389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9" name="AutoShape 160">
              <a:extLst>
                <a:ext uri="{FF2B5EF4-FFF2-40B4-BE49-F238E27FC236}">
                  <a16:creationId xmlns:a16="http://schemas.microsoft.com/office/drawing/2014/main" id="{77C78D76-E4BF-FC4E-85A3-25D74AAE0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0" name="AutoShape 161">
              <a:extLst>
                <a:ext uri="{FF2B5EF4-FFF2-40B4-BE49-F238E27FC236}">
                  <a16:creationId xmlns:a16="http://schemas.microsoft.com/office/drawing/2014/main" id="{1A647E10-4CD3-9C49-9E7D-932D48250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1" name="Oval 162">
              <a:extLst>
                <a:ext uri="{FF2B5EF4-FFF2-40B4-BE49-F238E27FC236}">
                  <a16:creationId xmlns:a16="http://schemas.microsoft.com/office/drawing/2014/main" id="{43EFA142-8DAD-3D46-A09E-08B75C8DF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2" name="Oval 163">
              <a:extLst>
                <a:ext uri="{FF2B5EF4-FFF2-40B4-BE49-F238E27FC236}">
                  <a16:creationId xmlns:a16="http://schemas.microsoft.com/office/drawing/2014/main" id="{A31EBF34-4197-3041-BA0D-DA86EAB8CB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73" name="Oval 164">
              <a:extLst>
                <a:ext uri="{FF2B5EF4-FFF2-40B4-BE49-F238E27FC236}">
                  <a16:creationId xmlns:a16="http://schemas.microsoft.com/office/drawing/2014/main" id="{C69F2F21-A598-194E-8061-42E20C1329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4" name="Rectangle 165">
              <a:extLst>
                <a:ext uri="{FF2B5EF4-FFF2-40B4-BE49-F238E27FC236}">
                  <a16:creationId xmlns:a16="http://schemas.microsoft.com/office/drawing/2014/main" id="{C6C7B11F-80C5-CE4C-8737-FB4903EEB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3" name="Group 100">
            <a:extLst>
              <a:ext uri="{FF2B5EF4-FFF2-40B4-BE49-F238E27FC236}">
                <a16:creationId xmlns:a16="http://schemas.microsoft.com/office/drawing/2014/main" id="{425D51F3-48C9-9A40-B992-AE005FAB2C33}"/>
              </a:ext>
            </a:extLst>
          </p:cNvPr>
          <p:cNvGrpSpPr>
            <a:grpSpLocks/>
          </p:cNvGrpSpPr>
          <p:nvPr/>
        </p:nvGrpSpPr>
        <p:grpSpPr bwMode="auto">
          <a:xfrm>
            <a:off x="6137453" y="1703614"/>
            <a:ext cx="511175" cy="693738"/>
            <a:chOff x="4140" y="429"/>
            <a:chExt cx="1425" cy="2396"/>
          </a:xfrm>
        </p:grpSpPr>
        <p:sp>
          <p:nvSpPr>
            <p:cNvPr id="319" name="Freeform 101">
              <a:extLst>
                <a:ext uri="{FF2B5EF4-FFF2-40B4-BE49-F238E27FC236}">
                  <a16:creationId xmlns:a16="http://schemas.microsoft.com/office/drawing/2014/main" id="{4DE11FE1-ABE4-5449-9F07-FF92B1203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Rectangle 102">
              <a:extLst>
                <a:ext uri="{FF2B5EF4-FFF2-40B4-BE49-F238E27FC236}">
                  <a16:creationId xmlns:a16="http://schemas.microsoft.com/office/drawing/2014/main" id="{F28617B4-246C-4142-9D1A-885008483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1" name="Freeform 103">
              <a:extLst>
                <a:ext uri="{FF2B5EF4-FFF2-40B4-BE49-F238E27FC236}">
                  <a16:creationId xmlns:a16="http://schemas.microsoft.com/office/drawing/2014/main" id="{695E4127-E30B-0140-BBC3-EE8AA864D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Freeform 104">
              <a:extLst>
                <a:ext uri="{FF2B5EF4-FFF2-40B4-BE49-F238E27FC236}">
                  <a16:creationId xmlns:a16="http://schemas.microsoft.com/office/drawing/2014/main" id="{107A5B24-681B-3348-B947-27500FBE7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3" name="Rectangle 105">
              <a:extLst>
                <a:ext uri="{FF2B5EF4-FFF2-40B4-BE49-F238E27FC236}">
                  <a16:creationId xmlns:a16="http://schemas.microsoft.com/office/drawing/2014/main" id="{3B9FBC9B-DB47-3440-A3A7-D9397DA36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24" name="Group 106">
              <a:extLst>
                <a:ext uri="{FF2B5EF4-FFF2-40B4-BE49-F238E27FC236}">
                  <a16:creationId xmlns:a16="http://schemas.microsoft.com/office/drawing/2014/main" id="{D4DB1272-AC30-B740-A818-112B7B0161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49" name="AutoShape 107">
                <a:extLst>
                  <a:ext uri="{FF2B5EF4-FFF2-40B4-BE49-F238E27FC236}">
                    <a16:creationId xmlns:a16="http://schemas.microsoft.com/office/drawing/2014/main" id="{E4E7D8BF-C451-2149-AB56-5952A4BC1E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0" name="AutoShape 108">
                <a:extLst>
                  <a:ext uri="{FF2B5EF4-FFF2-40B4-BE49-F238E27FC236}">
                    <a16:creationId xmlns:a16="http://schemas.microsoft.com/office/drawing/2014/main" id="{CA9F9DDC-D2E0-9445-8E09-E2A450486D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25" name="Rectangle 109">
              <a:extLst>
                <a:ext uri="{FF2B5EF4-FFF2-40B4-BE49-F238E27FC236}">
                  <a16:creationId xmlns:a16="http://schemas.microsoft.com/office/drawing/2014/main" id="{8B4A1DB1-B64D-E342-AC38-F13AC2BB2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26" name="Group 110">
              <a:extLst>
                <a:ext uri="{FF2B5EF4-FFF2-40B4-BE49-F238E27FC236}">
                  <a16:creationId xmlns:a16="http://schemas.microsoft.com/office/drawing/2014/main" id="{8699E1EB-58F7-EB4A-BE56-52A7A29FB7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47" name="AutoShape 111">
                <a:extLst>
                  <a:ext uri="{FF2B5EF4-FFF2-40B4-BE49-F238E27FC236}">
                    <a16:creationId xmlns:a16="http://schemas.microsoft.com/office/drawing/2014/main" id="{8755B864-D5D9-3F48-B106-5195BC4797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48" name="AutoShape 112">
                <a:extLst>
                  <a:ext uri="{FF2B5EF4-FFF2-40B4-BE49-F238E27FC236}">
                    <a16:creationId xmlns:a16="http://schemas.microsoft.com/office/drawing/2014/main" id="{5EA94929-40C1-1844-A278-8A7EB9C8F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27" name="Rectangle 113">
              <a:extLst>
                <a:ext uri="{FF2B5EF4-FFF2-40B4-BE49-F238E27FC236}">
                  <a16:creationId xmlns:a16="http://schemas.microsoft.com/office/drawing/2014/main" id="{C3CA31E7-43E9-C54B-B13E-E2E8356B1B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8" name="Rectangle 114">
              <a:extLst>
                <a:ext uri="{FF2B5EF4-FFF2-40B4-BE49-F238E27FC236}">
                  <a16:creationId xmlns:a16="http://schemas.microsoft.com/office/drawing/2014/main" id="{70DE4D48-FE2E-9C45-9782-5C8939C4A5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29" name="Group 115">
              <a:extLst>
                <a:ext uri="{FF2B5EF4-FFF2-40B4-BE49-F238E27FC236}">
                  <a16:creationId xmlns:a16="http://schemas.microsoft.com/office/drawing/2014/main" id="{BEDE8AC0-C09D-314C-9CF4-3B49C79D83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45" name="AutoShape 116">
                <a:extLst>
                  <a:ext uri="{FF2B5EF4-FFF2-40B4-BE49-F238E27FC236}">
                    <a16:creationId xmlns:a16="http://schemas.microsoft.com/office/drawing/2014/main" id="{53CFCEA6-E422-E24C-91CC-6AB2DA5B98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46" name="AutoShape 117">
                <a:extLst>
                  <a:ext uri="{FF2B5EF4-FFF2-40B4-BE49-F238E27FC236}">
                    <a16:creationId xmlns:a16="http://schemas.microsoft.com/office/drawing/2014/main" id="{FEFA7192-E9ED-D345-AC92-ED008077B3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0" name="Freeform 118">
              <a:extLst>
                <a:ext uri="{FF2B5EF4-FFF2-40B4-BE49-F238E27FC236}">
                  <a16:creationId xmlns:a16="http://schemas.microsoft.com/office/drawing/2014/main" id="{5FD6018C-4C2B-5147-9A4D-0850B214B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1" name="Group 119">
              <a:extLst>
                <a:ext uri="{FF2B5EF4-FFF2-40B4-BE49-F238E27FC236}">
                  <a16:creationId xmlns:a16="http://schemas.microsoft.com/office/drawing/2014/main" id="{0147FEBF-9B07-DB4D-80F0-28CFAFB175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43" name="AutoShape 120">
                <a:extLst>
                  <a:ext uri="{FF2B5EF4-FFF2-40B4-BE49-F238E27FC236}">
                    <a16:creationId xmlns:a16="http://schemas.microsoft.com/office/drawing/2014/main" id="{6BEC5FCB-A0E4-2B4D-99A9-AF75102E89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44" name="AutoShape 121">
                <a:extLst>
                  <a:ext uri="{FF2B5EF4-FFF2-40B4-BE49-F238E27FC236}">
                    <a16:creationId xmlns:a16="http://schemas.microsoft.com/office/drawing/2014/main" id="{DFB1EE8C-1279-5544-ADC0-B00F802A6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2" name="Rectangle 122">
              <a:extLst>
                <a:ext uri="{FF2B5EF4-FFF2-40B4-BE49-F238E27FC236}">
                  <a16:creationId xmlns:a16="http://schemas.microsoft.com/office/drawing/2014/main" id="{24E8BD47-F206-7A48-B906-69B10A9FF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Freeform 123">
              <a:extLst>
                <a:ext uri="{FF2B5EF4-FFF2-40B4-BE49-F238E27FC236}">
                  <a16:creationId xmlns:a16="http://schemas.microsoft.com/office/drawing/2014/main" id="{3A63ACAE-F7D6-334D-BAC6-EB19E7953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4" name="Freeform 124">
              <a:extLst>
                <a:ext uri="{FF2B5EF4-FFF2-40B4-BE49-F238E27FC236}">
                  <a16:creationId xmlns:a16="http://schemas.microsoft.com/office/drawing/2014/main" id="{DBB6882F-25A8-7942-8AB7-E4F1E8EF4C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5" name="Oval 125">
              <a:extLst>
                <a:ext uri="{FF2B5EF4-FFF2-40B4-BE49-F238E27FC236}">
                  <a16:creationId xmlns:a16="http://schemas.microsoft.com/office/drawing/2014/main" id="{1A751CBC-1E6B-3447-89A8-B6CA00422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6" name="Freeform 126">
              <a:extLst>
                <a:ext uri="{FF2B5EF4-FFF2-40B4-BE49-F238E27FC236}">
                  <a16:creationId xmlns:a16="http://schemas.microsoft.com/office/drawing/2014/main" id="{EC930019-7A9E-2D4F-9037-E4F5C26D89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7" name="AutoShape 127">
              <a:extLst>
                <a:ext uri="{FF2B5EF4-FFF2-40B4-BE49-F238E27FC236}">
                  <a16:creationId xmlns:a16="http://schemas.microsoft.com/office/drawing/2014/main" id="{7F4290BB-A0B2-F146-87B4-626DAAD2F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AutoShape 128">
              <a:extLst>
                <a:ext uri="{FF2B5EF4-FFF2-40B4-BE49-F238E27FC236}">
                  <a16:creationId xmlns:a16="http://schemas.microsoft.com/office/drawing/2014/main" id="{DE6D89A2-6ADB-E042-9FB2-932318D01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9" name="Oval 129">
              <a:extLst>
                <a:ext uri="{FF2B5EF4-FFF2-40B4-BE49-F238E27FC236}">
                  <a16:creationId xmlns:a16="http://schemas.microsoft.com/office/drawing/2014/main" id="{8747708C-8EE0-5C44-BC67-5ACC5185A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0" name="Oval 130">
              <a:extLst>
                <a:ext uri="{FF2B5EF4-FFF2-40B4-BE49-F238E27FC236}">
                  <a16:creationId xmlns:a16="http://schemas.microsoft.com/office/drawing/2014/main" id="{7C3FDD54-230D-8547-8BCF-E82A92842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1" name="Oval 131">
              <a:extLst>
                <a:ext uri="{FF2B5EF4-FFF2-40B4-BE49-F238E27FC236}">
                  <a16:creationId xmlns:a16="http://schemas.microsoft.com/office/drawing/2014/main" id="{42133DC7-7C21-C149-A374-F81A9E0D9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2" name="Rectangle 132">
              <a:extLst>
                <a:ext uri="{FF2B5EF4-FFF2-40B4-BE49-F238E27FC236}">
                  <a16:creationId xmlns:a16="http://schemas.microsoft.com/office/drawing/2014/main" id="{9CA18ACF-5AE2-944A-999A-0A4945D54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4" name="Group 158">
            <a:extLst>
              <a:ext uri="{FF2B5EF4-FFF2-40B4-BE49-F238E27FC236}">
                <a16:creationId xmlns:a16="http://schemas.microsoft.com/office/drawing/2014/main" id="{989EFA5C-2337-B14C-91A8-83B54EA43E37}"/>
              </a:ext>
            </a:extLst>
          </p:cNvPr>
          <p:cNvGrpSpPr>
            <a:grpSpLocks/>
          </p:cNvGrpSpPr>
          <p:nvPr/>
        </p:nvGrpSpPr>
        <p:grpSpPr bwMode="auto">
          <a:xfrm>
            <a:off x="4159429" y="2103665"/>
            <a:ext cx="1689101" cy="1133476"/>
            <a:chOff x="1716" y="1206"/>
            <a:chExt cx="1064" cy="714"/>
          </a:xfrm>
        </p:grpSpPr>
        <p:sp>
          <p:nvSpPr>
            <p:cNvPr id="303" name="Text Box 95">
              <a:extLst>
                <a:ext uri="{FF2B5EF4-FFF2-40B4-BE49-F238E27FC236}">
                  <a16:creationId xmlns:a16="http://schemas.microsoft.com/office/drawing/2014/main" id="{C009C226-FBA8-DB48-ABF5-333250A76D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6" y="1583"/>
              <a:ext cx="1064" cy="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sender</a:t>
              </a:r>
              <a:r>
                <a:rPr kumimoji="0" lang="ja-JP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’</a:t>
              </a:r>
              <a:r>
                <a:rPr kumimoji="0" lang="en-US" altLang="ja-JP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 e-mail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4" name="Group 157">
              <a:extLst>
                <a:ext uri="{FF2B5EF4-FFF2-40B4-BE49-F238E27FC236}">
                  <a16:creationId xmlns:a16="http://schemas.microsoft.com/office/drawing/2014/main" id="{619BE879-9F0A-604B-B005-9F7E471C17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2" y="1206"/>
              <a:ext cx="510" cy="354"/>
              <a:chOff x="2070" y="2004"/>
              <a:chExt cx="510" cy="354"/>
            </a:xfrm>
          </p:grpSpPr>
          <p:sp>
            <p:nvSpPr>
              <p:cNvPr id="305" name="Rectangle 94">
                <a:extLst>
                  <a:ext uri="{FF2B5EF4-FFF2-40B4-BE49-F238E27FC236}">
                    <a16:creationId xmlns:a16="http://schemas.microsoft.com/office/drawing/2014/main" id="{5B36F236-9C70-9F4F-A0BB-DDEC73A677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0" y="2004"/>
                <a:ext cx="510" cy="354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6" name="Rectangle 96">
                <a:extLst>
                  <a:ext uri="{FF2B5EF4-FFF2-40B4-BE49-F238E27FC236}">
                    <a16:creationId xmlns:a16="http://schemas.microsoft.com/office/drawing/2014/main" id="{474FF8AD-41AD-5B4D-B9AF-317E032001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4" y="207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7" name="Line 97">
                <a:extLst>
                  <a:ext uri="{FF2B5EF4-FFF2-40B4-BE49-F238E27FC236}">
                    <a16:creationId xmlns:a16="http://schemas.microsoft.com/office/drawing/2014/main" id="{A863854B-58B3-0746-BB05-4CC473ACCC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3" y="210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8" name="Line 98">
                <a:extLst>
                  <a:ext uri="{FF2B5EF4-FFF2-40B4-BE49-F238E27FC236}">
                    <a16:creationId xmlns:a16="http://schemas.microsoft.com/office/drawing/2014/main" id="{45A3AD01-9B9C-1044-8CC4-2FA6945C9D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2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9" name="Line 99">
                <a:extLst>
                  <a:ext uri="{FF2B5EF4-FFF2-40B4-BE49-F238E27FC236}">
                    <a16:creationId xmlns:a16="http://schemas.microsoft.com/office/drawing/2014/main" id="{A8A7F303-C29D-8048-8A22-5E010224F7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7" y="2105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0" name="Line 100">
                <a:extLst>
                  <a:ext uri="{FF2B5EF4-FFF2-40B4-BE49-F238E27FC236}">
                    <a16:creationId xmlns:a16="http://schemas.microsoft.com/office/drawing/2014/main" id="{7423CFF1-7D3B-404B-908C-EF2DF44B8A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4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1" name="Line 101">
                <a:extLst>
                  <a:ext uri="{FF2B5EF4-FFF2-40B4-BE49-F238E27FC236}">
                    <a16:creationId xmlns:a16="http://schemas.microsoft.com/office/drawing/2014/main" id="{9B55CC56-B162-3641-8907-ACAE4544AC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5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2" name="Line 102">
                <a:extLst>
                  <a:ext uri="{FF2B5EF4-FFF2-40B4-BE49-F238E27FC236}">
                    <a16:creationId xmlns:a16="http://schemas.microsoft.com/office/drawing/2014/main" id="{E4EF0706-3A6D-5C49-AA93-B27D0DBD3D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1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3" name="Line 103">
                <a:extLst>
                  <a:ext uri="{FF2B5EF4-FFF2-40B4-BE49-F238E27FC236}">
                    <a16:creationId xmlns:a16="http://schemas.microsoft.com/office/drawing/2014/main" id="{43AD1883-A082-A241-BB8E-52956E25AC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96" y="210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4" name="Rectangle 104">
                <a:extLst>
                  <a:ext uri="{FF2B5EF4-FFF2-40B4-BE49-F238E27FC236}">
                    <a16:creationId xmlns:a16="http://schemas.microsoft.com/office/drawing/2014/main" id="{CB654EBC-DFE6-7844-BECE-DAF45E418A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2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5" name="Rectangle 105">
                <a:extLst>
                  <a:ext uri="{FF2B5EF4-FFF2-40B4-BE49-F238E27FC236}">
                    <a16:creationId xmlns:a16="http://schemas.microsoft.com/office/drawing/2014/main" id="{43DD0923-D124-3D47-A27E-DA7522CBC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8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6" name="Rectangle 106">
                <a:extLst>
                  <a:ext uri="{FF2B5EF4-FFF2-40B4-BE49-F238E27FC236}">
                    <a16:creationId xmlns:a16="http://schemas.microsoft.com/office/drawing/2014/main" id="{0CC3197A-47DF-3249-89A6-6A5C29D7B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4" y="224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7" name="Rectangle 107">
                <a:extLst>
                  <a:ext uri="{FF2B5EF4-FFF2-40B4-BE49-F238E27FC236}">
                    <a16:creationId xmlns:a16="http://schemas.microsoft.com/office/drawing/2014/main" id="{B9DC67EE-6FEB-9E4F-91F2-78466630CE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1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8" name="Rectangle 108">
                <a:extLst>
                  <a:ext uri="{FF2B5EF4-FFF2-40B4-BE49-F238E27FC236}">
                    <a16:creationId xmlns:a16="http://schemas.microsoft.com/office/drawing/2014/main" id="{C7A7D96F-C671-7844-AFFA-9CA6B5108A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7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265" name="Text Box 121">
            <a:extLst>
              <a:ext uri="{FF2B5EF4-FFF2-40B4-BE49-F238E27FC236}">
                <a16:creationId xmlns:a16="http://schemas.microsoft.com/office/drawing/2014/main" id="{C86F78FC-21D9-8E40-B3EC-9E551DA5C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0141" y="1582964"/>
            <a:ext cx="890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SMTP</a:t>
            </a:r>
          </a:p>
        </p:txBody>
      </p:sp>
      <p:sp>
        <p:nvSpPr>
          <p:cNvPr id="266" name="Rectangle 153">
            <a:extLst>
              <a:ext uri="{FF2B5EF4-FFF2-40B4-BE49-F238E27FC236}">
                <a16:creationId xmlns:a16="http://schemas.microsoft.com/office/drawing/2014/main" id="{C9F65152-882D-5B49-B9E9-532D284A8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678" y="1573439"/>
            <a:ext cx="857250" cy="304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7" name="Text Box 154">
            <a:extLst>
              <a:ext uri="{FF2B5EF4-FFF2-40B4-BE49-F238E27FC236}">
                <a16:creationId xmlns:a16="http://schemas.microsoft.com/office/drawing/2014/main" id="{53E42ABE-038D-0049-93D4-9EC2E3234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928" y="1594077"/>
            <a:ext cx="890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SMTP</a:t>
            </a:r>
          </a:p>
        </p:txBody>
      </p:sp>
      <p:sp>
        <p:nvSpPr>
          <p:cNvPr id="269" name="Text Box 160">
            <a:extLst>
              <a:ext uri="{FF2B5EF4-FFF2-40B4-BE49-F238E27FC236}">
                <a16:creationId xmlns:a16="http://schemas.microsoft.com/office/drawing/2014/main" id="{629C8856-7516-C14B-9215-6EA637A93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4133" y="2714852"/>
            <a:ext cx="1792478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receiver</a:t>
            </a:r>
            <a:r>
              <a:rPr kumimoji="0" lang="ja-JP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’</a:t>
            </a:r>
            <a:r>
              <a:rPr kumimoji="0" lang="en-US" altLang="ja-JP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 e-mail 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70" name="Group 161">
            <a:extLst>
              <a:ext uri="{FF2B5EF4-FFF2-40B4-BE49-F238E27FC236}">
                <a16:creationId xmlns:a16="http://schemas.microsoft.com/office/drawing/2014/main" id="{D048FD00-5924-9447-B3B8-0AC35A063FA1}"/>
              </a:ext>
            </a:extLst>
          </p:cNvPr>
          <p:cNvGrpSpPr>
            <a:grpSpLocks/>
          </p:cNvGrpSpPr>
          <p:nvPr/>
        </p:nvGrpSpPr>
        <p:grpSpPr bwMode="auto">
          <a:xfrm>
            <a:off x="6289853" y="2116364"/>
            <a:ext cx="809625" cy="561975"/>
            <a:chOff x="2070" y="2004"/>
            <a:chExt cx="510" cy="354"/>
          </a:xfrm>
        </p:grpSpPr>
        <p:sp>
          <p:nvSpPr>
            <p:cNvPr id="289" name="Rectangle 162">
              <a:extLst>
                <a:ext uri="{FF2B5EF4-FFF2-40B4-BE49-F238E27FC236}">
                  <a16:creationId xmlns:a16="http://schemas.microsoft.com/office/drawing/2014/main" id="{F2A0FCDF-5941-FB4C-9E1D-DFD5B6C69C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2004"/>
              <a:ext cx="510" cy="354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0" name="Rectangle 163">
              <a:extLst>
                <a:ext uri="{FF2B5EF4-FFF2-40B4-BE49-F238E27FC236}">
                  <a16:creationId xmlns:a16="http://schemas.microsoft.com/office/drawing/2014/main" id="{A6B8C913-36F9-824E-8C78-BFC7B3CDCF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" y="207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1" name="Line 164">
              <a:extLst>
                <a:ext uri="{FF2B5EF4-FFF2-40B4-BE49-F238E27FC236}">
                  <a16:creationId xmlns:a16="http://schemas.microsoft.com/office/drawing/2014/main" id="{3013A95D-A281-0C49-810B-3C864F7A46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3" y="2104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2" name="Line 165">
              <a:extLst>
                <a:ext uri="{FF2B5EF4-FFF2-40B4-BE49-F238E27FC236}">
                  <a16:creationId xmlns:a16="http://schemas.microsoft.com/office/drawing/2014/main" id="{7277D88A-E3AC-5446-9FCD-10B5C085D7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2" y="210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3" name="Line 166">
              <a:extLst>
                <a:ext uri="{FF2B5EF4-FFF2-40B4-BE49-F238E27FC236}">
                  <a16:creationId xmlns:a16="http://schemas.microsoft.com/office/drawing/2014/main" id="{04850398-3936-B842-A3EB-78E3F18C8D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7" y="2105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4" name="Line 167">
              <a:extLst>
                <a:ext uri="{FF2B5EF4-FFF2-40B4-BE49-F238E27FC236}">
                  <a16:creationId xmlns:a16="http://schemas.microsoft.com/office/drawing/2014/main" id="{E54B2FAE-3B2C-BA4E-89DE-F17808A850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4" y="210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5" name="Line 168">
              <a:extLst>
                <a:ext uri="{FF2B5EF4-FFF2-40B4-BE49-F238E27FC236}">
                  <a16:creationId xmlns:a16="http://schemas.microsoft.com/office/drawing/2014/main" id="{0321206D-71C9-A044-BC0F-A09851EF78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5" y="210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6" name="Line 169">
              <a:extLst>
                <a:ext uri="{FF2B5EF4-FFF2-40B4-BE49-F238E27FC236}">
                  <a16:creationId xmlns:a16="http://schemas.microsoft.com/office/drawing/2014/main" id="{74EEC85C-DBEF-B746-945E-539B17DF96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1" y="210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7" name="Line 170">
              <a:extLst>
                <a:ext uri="{FF2B5EF4-FFF2-40B4-BE49-F238E27FC236}">
                  <a16:creationId xmlns:a16="http://schemas.microsoft.com/office/drawing/2014/main" id="{A1C2C0B2-5E64-FE46-9C1E-5AB91616FB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6" y="2104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8" name="Rectangle 171">
              <a:extLst>
                <a:ext uri="{FF2B5EF4-FFF2-40B4-BE49-F238E27FC236}">
                  <a16:creationId xmlns:a16="http://schemas.microsoft.com/office/drawing/2014/main" id="{18F1DECA-4FA1-D549-80DB-068E1D6FF7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2" y="224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9" name="Rectangle 172">
              <a:extLst>
                <a:ext uri="{FF2B5EF4-FFF2-40B4-BE49-F238E27FC236}">
                  <a16:creationId xmlns:a16="http://schemas.microsoft.com/office/drawing/2014/main" id="{6B4E18DF-65E1-F447-8367-4528F7700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8" y="224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0" name="Rectangle 173">
              <a:extLst>
                <a:ext uri="{FF2B5EF4-FFF2-40B4-BE49-F238E27FC236}">
                  <a16:creationId xmlns:a16="http://schemas.microsoft.com/office/drawing/2014/main" id="{BE1B5DC5-88E8-A649-93B6-EBAE42FDE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4" y="224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1" name="Rectangle 174">
              <a:extLst>
                <a:ext uri="{FF2B5EF4-FFF2-40B4-BE49-F238E27FC236}">
                  <a16:creationId xmlns:a16="http://schemas.microsoft.com/office/drawing/2014/main" id="{EEC64261-B933-2A4B-B45A-6E28963DC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1" y="224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175">
              <a:extLst>
                <a:ext uri="{FF2B5EF4-FFF2-40B4-BE49-F238E27FC236}">
                  <a16:creationId xmlns:a16="http://schemas.microsoft.com/office/drawing/2014/main" id="{EE1004C2-A311-414F-8E80-B4092CDDC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7" y="224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pic>
        <p:nvPicPr>
          <p:cNvPr id="271" name="Picture 176" descr="Alice">
            <a:extLst>
              <a:ext uri="{FF2B5EF4-FFF2-40B4-BE49-F238E27FC236}">
                <a16:creationId xmlns:a16="http://schemas.microsoft.com/office/drawing/2014/main" id="{D76D5E82-5D05-6842-89F0-A930ADA6F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753" y="1673452"/>
            <a:ext cx="561975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2" name="Picture 179" descr="Bob">
            <a:extLst>
              <a:ext uri="{FF2B5EF4-FFF2-40B4-BE49-F238E27FC236}">
                <a16:creationId xmlns:a16="http://schemas.microsoft.com/office/drawing/2014/main" id="{8989F6E0-4E76-1C42-A3BD-A635A4955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2953" y="1687739"/>
            <a:ext cx="6762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3" name="Line 94">
            <a:extLst>
              <a:ext uri="{FF2B5EF4-FFF2-40B4-BE49-F238E27FC236}">
                <a16:creationId xmlns:a16="http://schemas.microsoft.com/office/drawing/2014/main" id="{29F99540-FD3E-AE4C-A57E-1A20C6E30E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2678" y="2021114"/>
            <a:ext cx="903288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4" name="Line 95">
            <a:extLst>
              <a:ext uri="{FF2B5EF4-FFF2-40B4-BE49-F238E27FC236}">
                <a16:creationId xmlns:a16="http://schemas.microsoft.com/office/drawing/2014/main" id="{C981B998-3615-AE47-86C8-57BFFA2D7D7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3041" y="2017939"/>
            <a:ext cx="903287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91F516F-20AF-DB4E-A31F-6C9548243DF2}"/>
              </a:ext>
            </a:extLst>
          </p:cNvPr>
          <p:cNvGrpSpPr/>
          <p:nvPr/>
        </p:nvGrpSpPr>
        <p:grpSpPr>
          <a:xfrm>
            <a:off x="6699252" y="1424214"/>
            <a:ext cx="1816276" cy="1182356"/>
            <a:chOff x="6699252" y="1424214"/>
            <a:chExt cx="1816276" cy="1182356"/>
          </a:xfrm>
        </p:grpSpPr>
        <p:sp>
          <p:nvSpPr>
            <p:cNvPr id="268" name="Text Box 156">
              <a:extLst>
                <a:ext uri="{FF2B5EF4-FFF2-40B4-BE49-F238E27FC236}">
                  <a16:creationId xmlns:a16="http://schemas.microsoft.com/office/drawing/2014/main" id="{7317FD5B-CED0-1249-AB7C-DF94D68153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99252" y="1424214"/>
              <a:ext cx="1786114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e-mail access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protocol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5" name="Line 96">
              <a:extLst>
                <a:ext uri="{FF2B5EF4-FFF2-40B4-BE49-F238E27FC236}">
                  <a16:creationId xmlns:a16="http://schemas.microsoft.com/office/drawing/2014/main" id="{CF977160-74FD-0442-823B-6C2520914C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2291" y="2014764"/>
              <a:ext cx="1697037" cy="158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6" name="Text Box 156">
              <a:extLst>
                <a:ext uri="{FF2B5EF4-FFF2-40B4-BE49-F238E27FC236}">
                  <a16:creationId xmlns:a16="http://schemas.microsoft.com/office/drawing/2014/main" id="{FA9F06E0-5873-0E44-A9D6-E6DD02F2E3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4731" y="2043339"/>
              <a:ext cx="1450797" cy="563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(e.g.,</a:t>
              </a:r>
              <a:r>
                <a:rPr kumimoji="0" lang="en-US" altLang="en-US" sz="16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IMAP, HTTP</a:t>
              </a:r>
              <a:r>
                <a:rPr kumimoji="0" lang="en-US" altLang="en-US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</a:t>
              </a:r>
            </a:p>
          </p:txBody>
        </p:sp>
      </p:grpSp>
      <p:grpSp>
        <p:nvGrpSpPr>
          <p:cNvPr id="277" name="Group 166">
            <a:extLst>
              <a:ext uri="{FF2B5EF4-FFF2-40B4-BE49-F238E27FC236}">
                <a16:creationId xmlns:a16="http://schemas.microsoft.com/office/drawing/2014/main" id="{F8002D43-E860-6845-AF7E-87A1A94D62F3}"/>
              </a:ext>
            </a:extLst>
          </p:cNvPr>
          <p:cNvGrpSpPr>
            <a:grpSpLocks/>
          </p:cNvGrpSpPr>
          <p:nvPr/>
        </p:nvGrpSpPr>
        <p:grpSpPr bwMode="auto">
          <a:xfrm>
            <a:off x="2556053" y="1535339"/>
            <a:ext cx="912813" cy="1054100"/>
            <a:chOff x="3574" y="550"/>
            <a:chExt cx="575" cy="664"/>
          </a:xfrm>
        </p:grpSpPr>
        <p:grpSp>
          <p:nvGrpSpPr>
            <p:cNvPr id="284" name="Group 167">
              <a:extLst>
                <a:ext uri="{FF2B5EF4-FFF2-40B4-BE49-F238E27FC236}">
                  <a16:creationId xmlns:a16="http://schemas.microsoft.com/office/drawing/2014/main" id="{BE8CFCE0-FC41-0748-A6E7-4600DF924D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287" name="Picture 168" descr="desktop_computer_stylized_medium">
                <a:extLst>
                  <a:ext uri="{FF2B5EF4-FFF2-40B4-BE49-F238E27FC236}">
                    <a16:creationId xmlns:a16="http://schemas.microsoft.com/office/drawing/2014/main" id="{C00F7CE5-DF44-7248-ABAB-405A73E21C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8" name="Freeform 169">
                <a:extLst>
                  <a:ext uri="{FF2B5EF4-FFF2-40B4-BE49-F238E27FC236}">
                    <a16:creationId xmlns:a16="http://schemas.microsoft.com/office/drawing/2014/main" id="{B502B1B8-E322-AA40-A3FB-263ECFA0F83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85" name="Rectangle 115">
              <a:extLst>
                <a:ext uri="{FF2B5EF4-FFF2-40B4-BE49-F238E27FC236}">
                  <a16:creationId xmlns:a16="http://schemas.microsoft.com/office/drawing/2014/main" id="{39E4CD50-3462-8441-ACC2-01559D9DDD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6" name="Text Box 116">
              <a:extLst>
                <a:ext uri="{FF2B5EF4-FFF2-40B4-BE49-F238E27FC236}">
                  <a16:creationId xmlns:a16="http://schemas.microsoft.com/office/drawing/2014/main" id="{7198B7C8-8E18-3B4E-9F4D-DCC4D4D7D2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user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agent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78" name="Group 172">
            <a:extLst>
              <a:ext uri="{FF2B5EF4-FFF2-40B4-BE49-F238E27FC236}">
                <a16:creationId xmlns:a16="http://schemas.microsoft.com/office/drawing/2014/main" id="{2F25B33E-FEB9-404E-8162-D03D8D9966E3}"/>
              </a:ext>
            </a:extLst>
          </p:cNvPr>
          <p:cNvGrpSpPr>
            <a:grpSpLocks/>
          </p:cNvGrpSpPr>
          <p:nvPr/>
        </p:nvGrpSpPr>
        <p:grpSpPr bwMode="auto">
          <a:xfrm>
            <a:off x="8456791" y="1538514"/>
            <a:ext cx="912812" cy="1054100"/>
            <a:chOff x="3574" y="550"/>
            <a:chExt cx="575" cy="664"/>
          </a:xfrm>
        </p:grpSpPr>
        <p:grpSp>
          <p:nvGrpSpPr>
            <p:cNvPr id="279" name="Group 173">
              <a:extLst>
                <a:ext uri="{FF2B5EF4-FFF2-40B4-BE49-F238E27FC236}">
                  <a16:creationId xmlns:a16="http://schemas.microsoft.com/office/drawing/2014/main" id="{375D5E0D-2C70-F544-89E4-5E4F1AA9FD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282" name="Picture 174" descr="desktop_computer_stylized_medium">
                <a:extLst>
                  <a:ext uri="{FF2B5EF4-FFF2-40B4-BE49-F238E27FC236}">
                    <a16:creationId xmlns:a16="http://schemas.microsoft.com/office/drawing/2014/main" id="{B288CD06-BF42-AC48-84ED-106FF7671F8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3" name="Freeform 175">
                <a:extLst>
                  <a:ext uri="{FF2B5EF4-FFF2-40B4-BE49-F238E27FC236}">
                    <a16:creationId xmlns:a16="http://schemas.microsoft.com/office/drawing/2014/main" id="{4067DFC9-14ED-1F46-8DB5-99B637F8720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80" name="Rectangle 115">
              <a:extLst>
                <a:ext uri="{FF2B5EF4-FFF2-40B4-BE49-F238E27FC236}">
                  <a16:creationId xmlns:a16="http://schemas.microsoft.com/office/drawing/2014/main" id="{37808C5A-E4DA-234C-AD81-DC4AD2416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1" name="Text Box 116">
              <a:extLst>
                <a:ext uri="{FF2B5EF4-FFF2-40B4-BE49-F238E27FC236}">
                  <a16:creationId xmlns:a16="http://schemas.microsoft.com/office/drawing/2014/main" id="{BE906C48-2C97-234D-A7D2-2162D242FA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user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agent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84" name="Rectangle 3">
            <a:extLst>
              <a:ext uri="{FF2B5EF4-FFF2-40B4-BE49-F238E27FC236}">
                <a16:creationId xmlns:a16="http://schemas.microsoft.com/office/drawing/2014/main" id="{34528512-2985-154D-9CDE-10220B10DEDE}"/>
              </a:ext>
            </a:extLst>
          </p:cNvPr>
          <p:cNvSpPr txBox="1">
            <a:spLocks noChangeArrowheads="1"/>
          </p:cNvSpPr>
          <p:nvPr/>
        </p:nvSpPr>
        <p:spPr>
          <a:xfrm>
            <a:off x="478971" y="3418624"/>
            <a:ext cx="11248571" cy="31500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delivery/storage of e-mail messages to receiver’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server</a:t>
            </a:r>
          </a:p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mail access protocol: retrieval from server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IMAP: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Internet Mail Access Protocol [RFC 3501]: messages stored on server, IMAP provides retrieval, deletion, folders of stored messages on server</a:t>
            </a:r>
          </a:p>
          <a:p>
            <a:pPr marL="346075" marR="0" lvl="0" indent="-28892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HTTP: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gmail, Hotmail, Yahoo!Mail, etc. provides web-based interface on top of STMP (to send), IMAP (or POP) to retrieve e-mail messages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6" name="Slide Number Placeholder 2">
            <a:extLst>
              <a:ext uri="{FF2B5EF4-FFF2-40B4-BE49-F238E27FC236}">
                <a16:creationId xmlns:a16="http://schemas.microsoft.com/office/drawing/2014/main" id="{741D895B-EE03-5544-883F-BDFD215AF9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908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Application Layer: Overview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809242" y="1870563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Principles of network applications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 and HTTP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E-mail, SMTP, IMAP</a:t>
            </a:r>
          </a:p>
          <a:p>
            <a:pPr marL="401638" indent="-401638">
              <a:buClr>
                <a:srgbClr val="0000A8"/>
              </a:buClr>
              <a:defRPr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The Domain Name System DNS</a:t>
            </a:r>
          </a:p>
          <a:p>
            <a:endParaRPr lang="en-US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5FE695BD-369F-8C4A-ACAD-42671E1C0719}"/>
              </a:ext>
            </a:extLst>
          </p:cNvPr>
          <p:cNvSpPr txBox="1">
            <a:spLocks noChangeArrowheads="1"/>
          </p:cNvSpPr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</p:spPr>
        <p:txBody>
          <a:bodyPr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9250" indent="-349250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P2P applications</a:t>
            </a:r>
          </a:p>
          <a:p>
            <a:pPr marL="349250" indent="-349250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video streaming and content distribution networks</a:t>
            </a:r>
          </a:p>
          <a:p>
            <a:pPr marL="349250" indent="-349250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socket programming with UDP and TCP</a:t>
            </a:r>
          </a:p>
          <a:p>
            <a:pPr>
              <a:buFont typeface="Wingdings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7" name="Picture 6" descr="Kurose&amp;Ross 8th edition photo">
            <a:extLst>
              <a:ext uri="{FF2B5EF4-FFF2-40B4-BE49-F238E27FC236}">
                <a16:creationId xmlns:a16="http://schemas.microsoft.com/office/drawing/2014/main" id="{0FE4D197-C068-7641-A580-436689983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391" y="4125913"/>
            <a:ext cx="3087757" cy="231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648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DNS: Domain Name System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127" name="Rectangle 3">
            <a:extLst>
              <a:ext uri="{FF2B5EF4-FFF2-40B4-BE49-F238E27FC236}">
                <a16:creationId xmlns:a16="http://schemas.microsoft.com/office/drawing/2014/main" id="{35F7BF1A-0385-C246-9EE3-5E4E54C86490}"/>
              </a:ext>
            </a:extLst>
          </p:cNvPr>
          <p:cNvSpPr txBox="1">
            <a:spLocks noChangeArrowheads="1"/>
          </p:cNvSpPr>
          <p:nvPr/>
        </p:nvSpPr>
        <p:spPr>
          <a:xfrm>
            <a:off x="753721" y="1340962"/>
            <a:ext cx="4901973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many identifiers: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SSN, name, passport #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Internet hosts, routers: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IP address (32 bit) - used for addressing datagrams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“name”, e.g., cs.umass.edu - used by humans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how to map between IP address and name, and vice versa ?</a:t>
            </a:r>
          </a:p>
        </p:txBody>
      </p:sp>
      <p:sp>
        <p:nvSpPr>
          <p:cNvPr id="128" name="Rectangle 4">
            <a:extLst>
              <a:ext uri="{FF2B5EF4-FFF2-40B4-BE49-F238E27FC236}">
                <a16:creationId xmlns:a16="http://schemas.microsoft.com/office/drawing/2014/main" id="{3851BC29-45CA-8744-BD4D-21254F83A516}"/>
              </a:ext>
            </a:extLst>
          </p:cNvPr>
          <p:cNvSpPr txBox="1">
            <a:spLocks noChangeArrowheads="1"/>
          </p:cNvSpPr>
          <p:nvPr/>
        </p:nvSpPr>
        <p:spPr>
          <a:xfrm>
            <a:off x="5592033" y="1281002"/>
            <a:ext cx="6088112" cy="50069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Domain Name System (DNS):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distributed database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implemented in hierarchy of many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name servers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application-layer protocol: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hosts, DNS servers communicate to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resolve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names (address/name translation)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note: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core Internet function,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implemented as application-layer protocol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complexity at network’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“edge”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49189B4D-1C2B-F245-A96D-9F110BA47D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8561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DNS: services, structure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4A8BD0F-3C0D-E143-B2CB-EB155AB75267}"/>
              </a:ext>
            </a:extLst>
          </p:cNvPr>
          <p:cNvSpPr txBox="1">
            <a:spLocks noChangeArrowheads="1"/>
          </p:cNvSpPr>
          <p:nvPr/>
        </p:nvSpPr>
        <p:spPr>
          <a:xfrm>
            <a:off x="6618515" y="1271135"/>
            <a:ext cx="4978400" cy="22637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Q: Why not centralize DNS?</a:t>
            </a:r>
          </a:p>
          <a:p>
            <a:pPr marL="58261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single point of failure</a:t>
            </a:r>
          </a:p>
          <a:p>
            <a:pPr marL="58261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traffic volume</a:t>
            </a:r>
          </a:p>
          <a:p>
            <a:pPr marL="58261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distant centralized database</a:t>
            </a:r>
          </a:p>
          <a:p>
            <a:pPr marL="58261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maintenance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7F0F378-5315-734B-B54E-DEAB8A692F94}"/>
              </a:ext>
            </a:extLst>
          </p:cNvPr>
          <p:cNvSpPr txBox="1">
            <a:spLocks noChangeArrowheads="1"/>
          </p:cNvSpPr>
          <p:nvPr/>
        </p:nvSpPr>
        <p:spPr>
          <a:xfrm>
            <a:off x="731837" y="1300163"/>
            <a:ext cx="5808663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 services: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hostname-to-IP-address translation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aliasing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canonical, alias names</a:t>
            </a:r>
          </a:p>
          <a:p>
            <a:pPr marL="46037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mail server aliasing</a:t>
            </a:r>
          </a:p>
          <a:p>
            <a:pPr marL="46037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load distribution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replicated Web servers: many IP addresses correspond to one name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53ABE19B-9E03-F747-BF91-159D30C79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7862" y="3709428"/>
            <a:ext cx="4956937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6075" marR="0" lvl="0" indent="-3317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A: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doesn‘t</a:t>
            </a:r>
            <a:r>
              <a:rPr kumimoji="0" lang="en-US" altLang="ja-JP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scale!</a:t>
            </a:r>
          </a:p>
          <a:p>
            <a:pPr marL="466725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Comcast DNS servers alone: 600B DNS queries/day</a:t>
            </a:r>
          </a:p>
          <a:p>
            <a:pPr marL="466725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Akamai DNS servers alone: 2.2T DNS queries/day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8C5D9A65-B07F-4447-BD43-21050C29FF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02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BFF02B-F80A-47FB-5A10-F7605936F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Host aliasing</a:t>
            </a:r>
            <a:r>
              <a:rPr lang="en-US" dirty="0"/>
              <a:t> in DNS (Domain Name System) is typically achieved using </a:t>
            </a:r>
            <a:r>
              <a:rPr lang="en-US" b="1" dirty="0"/>
              <a:t>CNAME (Canonical Name)</a:t>
            </a:r>
            <a:r>
              <a:rPr lang="en-US" dirty="0"/>
              <a:t> records.</a:t>
            </a:r>
          </a:p>
          <a:p>
            <a:r>
              <a:rPr lang="en-US" dirty="0"/>
              <a:t>This allows one domain name to be an alias for another, meaning that one domain points to the canonical (true) name or another domain, rather than an IP address directly.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FD9FC94-81BC-B011-1DE6-EB433AE12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 aliasing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99E26-5797-BB74-7563-C72D39067C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446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9EECB9-E3CD-23F0-E1ED-F669F0F4B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CNAME Record</a:t>
            </a:r>
            <a:r>
              <a:rPr lang="en-US" dirty="0"/>
              <a:t>: A CNAME record is used to map an alias (or alternative name) to a true or canonical domain name.</a:t>
            </a:r>
          </a:p>
          <a:p>
            <a:pPr lvl="1"/>
            <a:r>
              <a:rPr lang="en-US" dirty="0"/>
              <a:t>Example: Suppose you have two domain names, </a:t>
            </a:r>
            <a:r>
              <a:rPr lang="en-US" i="1" dirty="0"/>
              <a:t>example.com </a:t>
            </a:r>
            <a:r>
              <a:rPr lang="en-US" dirty="0"/>
              <a:t>(canonical name) and </a:t>
            </a:r>
            <a:r>
              <a:rPr lang="en-US" i="1" dirty="0"/>
              <a:t>www.example.com </a:t>
            </a:r>
            <a:r>
              <a:rPr lang="en-US" dirty="0"/>
              <a:t>(alias). The </a:t>
            </a:r>
            <a:r>
              <a:rPr lang="en-US" b="1" dirty="0"/>
              <a:t>CNAME</a:t>
            </a:r>
            <a:r>
              <a:rPr lang="en-US" dirty="0"/>
              <a:t> record for </a:t>
            </a:r>
            <a:r>
              <a:rPr lang="en-US" i="1" dirty="0"/>
              <a:t>www.example.com </a:t>
            </a:r>
            <a:r>
              <a:rPr lang="en-US" dirty="0"/>
              <a:t>could point to </a:t>
            </a:r>
            <a:r>
              <a:rPr lang="en-US" i="1" dirty="0"/>
              <a:t>example.com</a:t>
            </a:r>
            <a:r>
              <a:rPr lang="en-US" dirty="0"/>
              <a:t>, meaning </a:t>
            </a:r>
            <a:r>
              <a:rPr lang="en-US" i="1" dirty="0"/>
              <a:t>www.example.com </a:t>
            </a:r>
            <a:r>
              <a:rPr lang="en-US" dirty="0"/>
              <a:t>is an alias for </a:t>
            </a:r>
            <a:r>
              <a:rPr lang="en-US" i="1" dirty="0"/>
              <a:t>example.com</a:t>
            </a:r>
            <a:r>
              <a:rPr lang="en-US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24C0BA-7623-E72C-7266-E108D6AE7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Host Aliasing Works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2245E-BC41-D6AD-B270-CEE18CD3C1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4707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3FDD3C-B1B0-2602-3397-D363BA493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44525" indent="-514350">
              <a:buFont typeface="+mj-lt"/>
              <a:buAutoNum type="arabicPeriod"/>
            </a:pPr>
            <a:r>
              <a:rPr lang="en-US" b="1" dirty="0"/>
              <a:t>Flexibility</a:t>
            </a:r>
            <a:r>
              <a:rPr lang="en-US" dirty="0"/>
              <a:t>: If the canonical domain's IP changes, you only need to update the DNS record for the canonical domain. All aliases (CNAMEs) will automatically resolve to the new IP.</a:t>
            </a:r>
          </a:p>
          <a:p>
            <a:pPr marL="644525" indent="-514350">
              <a:buFont typeface="+mj-lt"/>
              <a:buAutoNum type="arabicPeriod"/>
            </a:pPr>
            <a:r>
              <a:rPr lang="en-US" b="1" dirty="0"/>
              <a:t>Ease of Management</a:t>
            </a:r>
            <a:r>
              <a:rPr lang="en-US" dirty="0"/>
              <a:t>: It's easier to manage multiple domain names or subdomains pointing to the same service (like a website or application) by using a single canonical name.</a:t>
            </a:r>
          </a:p>
          <a:p>
            <a:pPr marL="644525" indent="-514350">
              <a:buFont typeface="+mj-lt"/>
              <a:buAutoNum type="arabicPeriod"/>
            </a:pPr>
            <a:r>
              <a:rPr lang="en-US" b="1" dirty="0"/>
              <a:t>Load Distribution</a:t>
            </a:r>
            <a:r>
              <a:rPr lang="en-US" dirty="0"/>
              <a:t>: CNAMEs can be used with load balancers or content delivery networks (CDNs) to distribute traffic across multiple servers.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BE399D-2B65-D6CC-C9F3-B7F5CAC8F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Host Aliasing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EE9D5-3BD2-FEEA-21AD-EA5FCAC7DD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7811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7F8A0E-173A-95A8-291B-9036A697B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say you have:</a:t>
            </a:r>
          </a:p>
          <a:p>
            <a:pPr lvl="1"/>
            <a:r>
              <a:rPr lang="en-US" i="1" dirty="0"/>
              <a:t>www.example.com </a:t>
            </a:r>
            <a:r>
              <a:rPr lang="en-US" dirty="0"/>
              <a:t>(the alias)</a:t>
            </a:r>
          </a:p>
          <a:p>
            <a:pPr lvl="1"/>
            <a:r>
              <a:rPr lang="en-US" i="1" dirty="0"/>
              <a:t>server1.example.com </a:t>
            </a:r>
            <a:r>
              <a:rPr lang="en-US" dirty="0"/>
              <a:t>(the canonical name)</a:t>
            </a:r>
          </a:p>
          <a:p>
            <a:r>
              <a:rPr lang="en-US" dirty="0"/>
              <a:t>If you set a CNAME record like this: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When someone accesses </a:t>
            </a:r>
            <a:r>
              <a:rPr lang="en-US" i="1" dirty="0"/>
              <a:t>www.example.com</a:t>
            </a:r>
            <a:r>
              <a:rPr lang="en-US" dirty="0"/>
              <a:t>, DNS will resolve it to </a:t>
            </a:r>
            <a:r>
              <a:rPr lang="en-US" i="1" dirty="0"/>
              <a:t>server1.example.com</a:t>
            </a:r>
            <a:r>
              <a:rPr lang="en-US" dirty="0"/>
              <a:t>, and then it resolves </a:t>
            </a:r>
            <a:r>
              <a:rPr lang="en-US" i="1" dirty="0"/>
              <a:t>server1.example.com </a:t>
            </a:r>
            <a:r>
              <a:rPr lang="en-US" dirty="0"/>
              <a:t>to its actual IP address (e.g., 192.0.2.1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7B1483-174E-6EDA-FF9A-38D79D920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5CA077-395C-2977-6F20-130AAFBF7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8D9E2B-6D8E-8561-447B-E27EF6020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909" y="3668998"/>
            <a:ext cx="3551228" cy="73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5532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091" y="306258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Thinking about the DNS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7F0F378-5315-734B-B54E-DEAB8A692F94}"/>
              </a:ext>
            </a:extLst>
          </p:cNvPr>
          <p:cNvSpPr txBox="1">
            <a:spLocks noChangeArrowheads="1"/>
          </p:cNvSpPr>
          <p:nvPr/>
        </p:nvSpPr>
        <p:spPr>
          <a:xfrm>
            <a:off x="731837" y="1300163"/>
            <a:ext cx="6338434" cy="105357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humongous distributed database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</a:t>
            </a:r>
          </a:p>
          <a:p>
            <a:pPr marL="350838" marR="0" lvl="0" indent="-23495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>
                <a:tab pos="49213" algn="l"/>
              </a:tabLst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~ billion records, each simple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D59926F4-E2F6-1848-9764-95A9708A0595}"/>
              </a:ext>
            </a:extLst>
          </p:cNvPr>
          <p:cNvSpPr txBox="1">
            <a:spLocks noChangeArrowheads="1"/>
          </p:cNvSpPr>
          <p:nvPr/>
        </p:nvSpPr>
        <p:spPr>
          <a:xfrm>
            <a:off x="716718" y="2281087"/>
            <a:ext cx="5971949" cy="2307847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handles many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trillions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of queries/day:</a:t>
            </a:r>
          </a:p>
          <a:p>
            <a:pPr marL="350838" marR="0" lvl="0" indent="-21748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many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more reads than writes</a:t>
            </a:r>
          </a:p>
          <a:p>
            <a:pPr marL="350838" marR="0" lvl="0" indent="-21748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performance matters: 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almost every Internet transaction interacts with DNS - msecs count!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E3BA487B-2F58-E448-B437-CA4351F78A23}"/>
              </a:ext>
            </a:extLst>
          </p:cNvPr>
          <p:cNvSpPr txBox="1">
            <a:spLocks noChangeArrowheads="1"/>
          </p:cNvSpPr>
          <p:nvPr/>
        </p:nvSpPr>
        <p:spPr>
          <a:xfrm>
            <a:off x="716717" y="4432300"/>
            <a:ext cx="7038749" cy="1358901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organizationally, physically decentralized: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millions of different organizations responsible for their records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E516052B-584F-8049-894E-365DF65A8B5A}"/>
              </a:ext>
            </a:extLst>
          </p:cNvPr>
          <p:cNvSpPr txBox="1">
            <a:spLocks noChangeArrowheads="1"/>
          </p:cNvSpPr>
          <p:nvPr/>
        </p:nvSpPr>
        <p:spPr>
          <a:xfrm>
            <a:off x="750584" y="5871634"/>
            <a:ext cx="7038749" cy="56303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“bulletproof”: reliability, security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1026" name="Picture 2" descr="SEC Says That It's Not Easy Determining Whether Teva Whistleblowers Are  Deserving Of A Bounty - FCPA Professor">
            <a:extLst>
              <a:ext uri="{FF2B5EF4-FFF2-40B4-BE49-F238E27FC236}">
                <a16:creationId xmlns:a16="http://schemas.microsoft.com/office/drawing/2014/main" id="{C4E09384-BA5E-E74E-8F77-28797AFC9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7866" y="4143022"/>
            <a:ext cx="2937933" cy="2448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0A6AE1E9-B3D7-7642-9CCD-3E2A0C33B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0571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2" grpId="0"/>
      <p:bldP spid="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DNS: a distributed, hierarchical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d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atabase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30" name="Rectangle 22">
            <a:extLst>
              <a:ext uri="{FF2B5EF4-FFF2-40B4-BE49-F238E27FC236}">
                <a16:creationId xmlns:a16="http://schemas.microsoft.com/office/drawing/2014/main" id="{A444882F-E18F-DD45-9D52-E80EEEA5B2C4}"/>
              </a:ext>
            </a:extLst>
          </p:cNvPr>
          <p:cNvSpPr txBox="1">
            <a:spLocks noChangeArrowheads="1"/>
          </p:cNvSpPr>
          <p:nvPr/>
        </p:nvSpPr>
        <p:spPr>
          <a:xfrm>
            <a:off x="478971" y="4398565"/>
            <a:ext cx="11713029" cy="21336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 wants IP address for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www.amazon.com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; 1</a:t>
            </a:r>
            <a:r>
              <a:rPr kumimoji="0" lang="en-US" altLang="en-US" sz="2800" b="0" i="0" u="none" strike="noStrike" kern="1200" cap="none" spc="0" normalizeH="0" baseline="3000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approximation: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 queries root server to find .com DNS server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 queries .com DNS server to get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amazon.com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 server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 queries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amazon.com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 server to get  IP address for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www.amazon.com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6A00663-77DA-9B4C-A51A-04EBC6FBCCA0}"/>
              </a:ext>
            </a:extLst>
          </p:cNvPr>
          <p:cNvGrpSpPr/>
          <p:nvPr/>
        </p:nvGrpSpPr>
        <p:grpSpPr>
          <a:xfrm>
            <a:off x="1321991" y="1815164"/>
            <a:ext cx="10791292" cy="1046691"/>
            <a:chOff x="1321991" y="1815164"/>
            <a:chExt cx="10791292" cy="1046691"/>
          </a:xfrm>
        </p:grpSpPr>
        <p:sp>
          <p:nvSpPr>
            <p:cNvPr id="12" name="Text Box 4">
              <a:extLst>
                <a:ext uri="{FF2B5EF4-FFF2-40B4-BE49-F238E27FC236}">
                  <a16:creationId xmlns:a16="http://schemas.microsoft.com/office/drawing/2014/main" id="{8DB0E7C3-8033-5949-9183-2915D95A75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1991" y="2431570"/>
              <a:ext cx="2057411" cy="368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.com DNS servers</a:t>
              </a:r>
            </a:p>
          </p:txBody>
        </p:sp>
        <p:sp>
          <p:nvSpPr>
            <p:cNvPr id="13" name="Text Box 5">
              <a:extLst>
                <a:ext uri="{FF2B5EF4-FFF2-40B4-BE49-F238E27FC236}">
                  <a16:creationId xmlns:a16="http://schemas.microsoft.com/office/drawing/2014/main" id="{2E5F716F-8E9B-6F4D-879A-CC62D69D9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9789" y="2432961"/>
              <a:ext cx="1954541" cy="368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.org DNS servers</a:t>
              </a:r>
            </a:p>
          </p:txBody>
        </p:sp>
        <p:sp>
          <p:nvSpPr>
            <p:cNvPr id="14" name="Text Box 6">
              <a:extLst>
                <a:ext uri="{FF2B5EF4-FFF2-40B4-BE49-F238E27FC236}">
                  <a16:creationId xmlns:a16="http://schemas.microsoft.com/office/drawing/2014/main" id="{67230760-6F08-C443-A901-7D6991E095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6026" y="2432961"/>
              <a:ext cx="2005231" cy="368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.edu DNS servers</a:t>
              </a:r>
            </a:p>
          </p:txBody>
        </p:sp>
        <p:sp>
          <p:nvSpPr>
            <p:cNvPr id="15" name="Line 7">
              <a:extLst>
                <a:ext uri="{FF2B5EF4-FFF2-40B4-BE49-F238E27FC236}">
                  <a16:creationId xmlns:a16="http://schemas.microsoft.com/office/drawing/2014/main" id="{BA67319E-9089-5D4D-83FF-3AE2DB5B13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38547" y="1831861"/>
              <a:ext cx="2075302" cy="6011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Line 8">
              <a:extLst>
                <a:ext uri="{FF2B5EF4-FFF2-40B4-BE49-F238E27FC236}">
                  <a16:creationId xmlns:a16="http://schemas.microsoft.com/office/drawing/2014/main" id="{64A53551-2118-9045-B6B4-1F713C8B8A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1588" y="1815164"/>
              <a:ext cx="0" cy="6164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Line 9">
              <a:extLst>
                <a:ext uri="{FF2B5EF4-FFF2-40B4-BE49-F238E27FC236}">
                  <a16:creationId xmlns:a16="http://schemas.microsoft.com/office/drawing/2014/main" id="{B45A6D89-577E-7C44-A516-DED5E6DB81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7908" y="1831861"/>
              <a:ext cx="2146864" cy="6011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Text Box 29">
              <a:extLst>
                <a:ext uri="{FF2B5EF4-FFF2-40B4-BE49-F238E27FC236}">
                  <a16:creationId xmlns:a16="http://schemas.microsoft.com/office/drawing/2014/main" id="{B9DABBB2-671A-2742-937B-8D9DEE87BF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6204" y="1934852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9" name="Text Box 30">
              <a:extLst>
                <a:ext uri="{FF2B5EF4-FFF2-40B4-BE49-F238E27FC236}">
                  <a16:creationId xmlns:a16="http://schemas.microsoft.com/office/drawing/2014/main" id="{F8EBAC0E-17AF-6147-BA8E-98BDF7436D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5966" y="1923399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7834A79-77AF-0047-9901-2474CA5CB805}"/>
                </a:ext>
              </a:extLst>
            </p:cNvPr>
            <p:cNvSpPr txBox="1"/>
            <p:nvPr/>
          </p:nvSpPr>
          <p:spPr>
            <a:xfrm>
              <a:off x="9724296" y="2400190"/>
              <a:ext cx="23889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Top Level Domain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A62B1BD-DD42-D845-9BBE-BE085C24631D}"/>
              </a:ext>
            </a:extLst>
          </p:cNvPr>
          <p:cNvGrpSpPr/>
          <p:nvPr/>
        </p:nvGrpSpPr>
        <p:grpSpPr>
          <a:xfrm>
            <a:off x="3874373" y="1407648"/>
            <a:ext cx="7294880" cy="461665"/>
            <a:chOff x="3874373" y="1407648"/>
            <a:chExt cx="7294880" cy="461665"/>
          </a:xfrm>
        </p:grpSpPr>
        <p:sp>
          <p:nvSpPr>
            <p:cNvPr id="11" name="Text Box 2">
              <a:extLst>
                <a:ext uri="{FF2B5EF4-FFF2-40B4-BE49-F238E27FC236}">
                  <a16:creationId xmlns:a16="http://schemas.microsoft.com/office/drawing/2014/main" id="{10CE294D-681E-A241-BD53-A34355A364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4373" y="1432519"/>
              <a:ext cx="2064866" cy="367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Root DNS Servers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06AE851-5852-CE4F-8F0F-42EF70A401C4}"/>
                </a:ext>
              </a:extLst>
            </p:cNvPr>
            <p:cNvSpPr txBox="1"/>
            <p:nvPr/>
          </p:nvSpPr>
          <p:spPr>
            <a:xfrm>
              <a:off x="10397760" y="1407648"/>
              <a:ext cx="7714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Root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C7CCAC6-2E30-B94C-ABE6-16301CFD8E18}"/>
              </a:ext>
            </a:extLst>
          </p:cNvPr>
          <p:cNvGrpSpPr/>
          <p:nvPr/>
        </p:nvGrpSpPr>
        <p:grpSpPr>
          <a:xfrm>
            <a:off x="877709" y="2766905"/>
            <a:ext cx="10877911" cy="1053317"/>
            <a:chOff x="877709" y="2766905"/>
            <a:chExt cx="10877911" cy="1053317"/>
          </a:xfrm>
        </p:grpSpPr>
        <p:sp>
          <p:nvSpPr>
            <p:cNvPr id="18" name="Text Box 10">
              <a:extLst>
                <a:ext uri="{FF2B5EF4-FFF2-40B4-BE49-F238E27FC236}">
                  <a16:creationId xmlns:a16="http://schemas.microsoft.com/office/drawing/2014/main" id="{48A982BB-AB47-3F43-B500-136E591676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1887" y="3150942"/>
              <a:ext cx="1478951" cy="641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nyu.edu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 servers</a:t>
              </a:r>
            </a:p>
          </p:txBody>
        </p:sp>
        <p:sp>
          <p:nvSpPr>
            <p:cNvPr id="19" name="Text Box 11">
              <a:extLst>
                <a:ext uri="{FF2B5EF4-FFF2-40B4-BE49-F238E27FC236}">
                  <a16:creationId xmlns:a16="http://schemas.microsoft.com/office/drawing/2014/main" id="{2B6BDDC7-E847-3847-933D-4C32FCB6E8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3272" y="3150942"/>
              <a:ext cx="1478951" cy="641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umass.edu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 servers</a:t>
              </a:r>
            </a:p>
          </p:txBody>
        </p:sp>
        <p:sp>
          <p:nvSpPr>
            <p:cNvPr id="20" name="Line 12">
              <a:extLst>
                <a:ext uri="{FF2B5EF4-FFF2-40B4-BE49-F238E27FC236}">
                  <a16:creationId xmlns:a16="http://schemas.microsoft.com/office/drawing/2014/main" id="{320DE5FB-B16F-134F-A6AE-3A733BA85D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74130" y="2766905"/>
              <a:ext cx="559079" cy="4202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Line 13">
              <a:extLst>
                <a:ext uri="{FF2B5EF4-FFF2-40B4-BE49-F238E27FC236}">
                  <a16:creationId xmlns:a16="http://schemas.microsoft.com/office/drawing/2014/main" id="{083E8C6B-45A7-4E4F-BE58-4778B3424F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2582" y="2766905"/>
              <a:ext cx="500935" cy="4202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Text Box 14">
              <a:extLst>
                <a:ext uri="{FF2B5EF4-FFF2-40B4-BE49-F238E27FC236}">
                  <a16:creationId xmlns:a16="http://schemas.microsoft.com/office/drawing/2014/main" id="{36B8F6F2-4690-8E4C-937E-0E9481B1C3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7709" y="3173205"/>
              <a:ext cx="1505787" cy="647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yahoo.com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 servers</a:t>
              </a:r>
            </a:p>
          </p:txBody>
        </p:sp>
        <p:sp>
          <p:nvSpPr>
            <p:cNvPr id="23" name="Text Box 15">
              <a:extLst>
                <a:ext uri="{FF2B5EF4-FFF2-40B4-BE49-F238E27FC236}">
                  <a16:creationId xmlns:a16="http://schemas.microsoft.com/office/drawing/2014/main" id="{550F9EB0-5008-3D46-90EE-C86931D200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4875" y="3150942"/>
              <a:ext cx="1492369" cy="641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amazon.com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 servers</a:t>
              </a:r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369E9B65-3B7C-454D-AB1F-5B2406B160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66383" y="2773863"/>
              <a:ext cx="369738" cy="4132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Line 17">
              <a:extLst>
                <a:ext uri="{FF2B5EF4-FFF2-40B4-BE49-F238E27FC236}">
                  <a16:creationId xmlns:a16="http://schemas.microsoft.com/office/drawing/2014/main" id="{D471AC56-09F2-7C4D-B61A-6CCAD59D7C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8547" y="2773863"/>
              <a:ext cx="429373" cy="4257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Text Box 18">
              <a:extLst>
                <a:ext uri="{FF2B5EF4-FFF2-40B4-BE49-F238E27FC236}">
                  <a16:creationId xmlns:a16="http://schemas.microsoft.com/office/drawing/2014/main" id="{1C077A09-1FCB-034D-952A-AD8C28E51F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2691" y="3132853"/>
              <a:ext cx="1480442" cy="641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pbs.org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 servers</a:t>
              </a:r>
            </a:p>
          </p:txBody>
        </p:sp>
        <p:sp>
          <p:nvSpPr>
            <p:cNvPr id="27" name="Line 19">
              <a:extLst>
                <a:ext uri="{FF2B5EF4-FFF2-40B4-BE49-F238E27FC236}">
                  <a16:creationId xmlns:a16="http://schemas.microsoft.com/office/drawing/2014/main" id="{C40276EB-9757-DA42-B8CE-16A23EEE13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4570" y="2766905"/>
              <a:ext cx="0" cy="4174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0556E67-E222-8D43-B71A-156691CCA0D4}"/>
                </a:ext>
              </a:extLst>
            </p:cNvPr>
            <p:cNvSpPr txBox="1"/>
            <p:nvPr/>
          </p:nvSpPr>
          <p:spPr>
            <a:xfrm>
              <a:off x="9919925" y="3273362"/>
              <a:ext cx="183569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Authoritative</a:t>
              </a:r>
            </a:p>
          </p:txBody>
        </p:sp>
        <p:sp>
          <p:nvSpPr>
            <p:cNvPr id="33" name="Text Box 30">
              <a:extLst>
                <a:ext uri="{FF2B5EF4-FFF2-40B4-BE49-F238E27FC236}">
                  <a16:creationId xmlns:a16="http://schemas.microsoft.com/office/drawing/2014/main" id="{F5BAA8E7-838D-494A-81C4-58D94A012B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2568" y="2785396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34" name="Text Box 30">
              <a:extLst>
                <a:ext uri="{FF2B5EF4-FFF2-40B4-BE49-F238E27FC236}">
                  <a16:creationId xmlns:a16="http://schemas.microsoft.com/office/drawing/2014/main" id="{2AD59D99-9460-DA4B-AF7A-451CBE5B39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0793" y="2776330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35" name="Text Box 30">
              <a:extLst>
                <a:ext uri="{FF2B5EF4-FFF2-40B4-BE49-F238E27FC236}">
                  <a16:creationId xmlns:a16="http://schemas.microsoft.com/office/drawing/2014/main" id="{2B85C740-28F8-0449-B6AC-74E6864619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0346" y="2768742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36" name="Text Box 30">
              <a:extLst>
                <a:ext uri="{FF2B5EF4-FFF2-40B4-BE49-F238E27FC236}">
                  <a16:creationId xmlns:a16="http://schemas.microsoft.com/office/drawing/2014/main" id="{D033AF36-F2BE-7F41-93BB-422A537DEE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7758" y="2777057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</p:grpSp>
      <p:sp>
        <p:nvSpPr>
          <p:cNvPr id="37" name="Slide Number Placeholder 2">
            <a:extLst>
              <a:ext uri="{FF2B5EF4-FFF2-40B4-BE49-F238E27FC236}">
                <a16:creationId xmlns:a16="http://schemas.microsoft.com/office/drawing/2014/main" id="{E1EB010C-42C7-6E42-AA6D-C225E874A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693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C02A27-60D0-5B4D-BD6E-00C279F7F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464" y="1529543"/>
            <a:ext cx="7122656" cy="215200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62E018F-A8B8-D04F-AA86-E98C6072C4D6}"/>
              </a:ext>
            </a:extLst>
          </p:cNvPr>
          <p:cNvSpPr/>
          <p:nvPr/>
        </p:nvSpPr>
        <p:spPr>
          <a:xfrm>
            <a:off x="6940647" y="1546167"/>
            <a:ext cx="2646699" cy="379307"/>
          </a:xfrm>
          <a:prstGeom prst="rect">
            <a:avLst/>
          </a:prstGeom>
          <a:solidFill>
            <a:srgbClr val="FBBFC7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DNS: root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n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ame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ervers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C4E20309-5EA1-134A-A365-0B330A5879DC}"/>
              </a:ext>
            </a:extLst>
          </p:cNvPr>
          <p:cNvSpPr txBox="1">
            <a:spLocks noChangeArrowheads="1"/>
          </p:cNvSpPr>
          <p:nvPr/>
        </p:nvSpPr>
        <p:spPr>
          <a:xfrm>
            <a:off x="651717" y="1432390"/>
            <a:ext cx="5444283" cy="245518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marR="0" lvl="0" indent="-2889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official, contact-of-last-resort by name servers that can not resolve name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AE8EED64-A600-EB43-865F-526592344F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7583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DNS: root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n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ame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ervers</a:t>
            </a:r>
            <a:endParaRPr lang="en-US" sz="4400" dirty="0"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7EF7A5-82F4-A842-BA4B-88DB1EA46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900" y="2856025"/>
            <a:ext cx="6261100" cy="3200400"/>
          </a:xfrm>
          <a:prstGeom prst="rect">
            <a:avLst/>
          </a:prstGeom>
        </p:spPr>
      </p:pic>
      <p:sp>
        <p:nvSpPr>
          <p:cNvPr id="31" name="Rectangle 3">
            <a:extLst>
              <a:ext uri="{FF2B5EF4-FFF2-40B4-BE49-F238E27FC236}">
                <a16:creationId xmlns:a16="http://schemas.microsoft.com/office/drawing/2014/main" id="{C4E20309-5EA1-134A-A365-0B330A5879DC}"/>
              </a:ext>
            </a:extLst>
          </p:cNvPr>
          <p:cNvSpPr txBox="1">
            <a:spLocks noChangeArrowheads="1"/>
          </p:cNvSpPr>
          <p:nvPr/>
        </p:nvSpPr>
        <p:spPr>
          <a:xfrm>
            <a:off x="651717" y="1432390"/>
            <a:ext cx="5444283" cy="245518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marR="0" lvl="0" indent="-2889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official, contact-of-last-resort by name servers that can not resolve name</a:t>
            </a:r>
          </a:p>
          <a:p>
            <a:pPr marL="403225" marR="0" lvl="0" indent="-2889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incredibly important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Internet function</a:t>
            </a:r>
          </a:p>
          <a:p>
            <a:pPr marL="635000" marR="0" lvl="1" indent="-3175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Internet couldn’t function without it!</a:t>
            </a:r>
          </a:p>
          <a:p>
            <a:pPr marL="635000" marR="0" lvl="1" indent="-3175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DNSSEC – provides security (authentication, message integrity)</a:t>
            </a:r>
          </a:p>
          <a:p>
            <a:pPr marL="403225" marR="0" lvl="0" indent="-2889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ICANN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(Internet Corporation for Assigned Names and Numbers)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manages root DNS domain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20">
            <a:extLst>
              <a:ext uri="{FF2B5EF4-FFF2-40B4-BE49-F238E27FC236}">
                <a16:creationId xmlns:a16="http://schemas.microsoft.com/office/drawing/2014/main" id="{8ADC63BB-C973-3942-8EC6-3C13E2B38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3186" y="1752600"/>
            <a:ext cx="5142916" cy="1198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13 logical root name “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servers” worldwide each “server” replicated many times (~200 servers in US)</a:t>
            </a:r>
            <a:endParaRPr kumimoji="0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srgbClr val="0000A3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1527D7C4-251C-EC46-94F4-43E46D2825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400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uiExpand="1" build="p"/>
      <p:bldP spid="3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Top-Level Domain, and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uthoritative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ervers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00E43FE-C520-D344-A4CF-6105B63E22D6}"/>
              </a:ext>
            </a:extLst>
          </p:cNvPr>
          <p:cNvSpPr txBox="1">
            <a:spLocks noChangeArrowheads="1"/>
          </p:cNvSpPr>
          <p:nvPr/>
        </p:nvSpPr>
        <p:spPr>
          <a:xfrm>
            <a:off x="832558" y="1286218"/>
            <a:ext cx="10868375" cy="203271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Top-Level Domain (TLD) servers:</a:t>
            </a:r>
          </a:p>
          <a:p>
            <a:pPr marL="460375" marR="0" lvl="1" indent="-28733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responsible for .com, .org, .net, .edu, .aero, .jobs, .museums, and all top-level country domains, e.g.: .cn, .uk, .fr, .ca, .jp</a:t>
            </a:r>
          </a:p>
          <a:p>
            <a:pPr marL="460375" marR="0" lvl="1" indent="-28733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 Solutions: authoritative registry for .com, .net TLD</a:t>
            </a:r>
          </a:p>
          <a:p>
            <a:pPr marL="460375" marR="0" lvl="1" indent="-28733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Educause: .edu TLD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D24547E-6033-E341-B415-9EEF0C28B3B1}"/>
              </a:ext>
            </a:extLst>
          </p:cNvPr>
          <p:cNvSpPr txBox="1">
            <a:spLocks noChangeArrowheads="1"/>
          </p:cNvSpPr>
          <p:nvPr/>
        </p:nvSpPr>
        <p:spPr>
          <a:xfrm>
            <a:off x="714024" y="4503552"/>
            <a:ext cx="10868375" cy="182951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authoritative DNS servers: </a:t>
            </a:r>
          </a:p>
          <a:p>
            <a:pPr marL="460375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organization’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 own DNS server(s), providing authoritative hostname to IP mappings for organization’s named hosts </a:t>
            </a:r>
          </a:p>
          <a:p>
            <a:pPr marL="460375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can be maintained by organization or service provider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26F0AB-9C7D-C946-94B2-B58E3B095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332" y="3122476"/>
            <a:ext cx="5317067" cy="160647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6353F64-060B-1F4E-AD0A-5FBB20E02BE4}"/>
              </a:ext>
            </a:extLst>
          </p:cNvPr>
          <p:cNvGrpSpPr/>
          <p:nvPr/>
        </p:nvGrpSpPr>
        <p:grpSpPr>
          <a:xfrm>
            <a:off x="4419600" y="1744133"/>
            <a:ext cx="6959600" cy="2235200"/>
            <a:chOff x="4419600" y="1744133"/>
            <a:chExt cx="6959600" cy="22352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C93592B-610F-B041-9201-B6C557DB96B0}"/>
                </a:ext>
              </a:extLst>
            </p:cNvPr>
            <p:cNvSpPr/>
            <p:nvPr/>
          </p:nvSpPr>
          <p:spPr>
            <a:xfrm>
              <a:off x="6366933" y="3742267"/>
              <a:ext cx="5012267" cy="237066"/>
            </a:xfrm>
            <a:prstGeom prst="rect">
              <a:avLst/>
            </a:prstGeom>
            <a:solidFill>
              <a:srgbClr val="FBBFC7">
                <a:alpha val="4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259AE09-DC39-F54E-8B9C-A94C202C2543}"/>
                </a:ext>
              </a:extLst>
            </p:cNvPr>
            <p:cNvCxnSpPr/>
            <p:nvPr/>
          </p:nvCxnSpPr>
          <p:spPr>
            <a:xfrm>
              <a:off x="4419600" y="1744133"/>
              <a:ext cx="1998133" cy="1998133"/>
            </a:xfrm>
            <a:prstGeom prst="line">
              <a:avLst/>
            </a:prstGeom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01D7C10-72B2-BE47-9B8C-600F740CAFCE}"/>
              </a:ext>
            </a:extLst>
          </p:cNvPr>
          <p:cNvGrpSpPr/>
          <p:nvPr/>
        </p:nvGrpSpPr>
        <p:grpSpPr>
          <a:xfrm>
            <a:off x="5249333" y="4233333"/>
            <a:ext cx="6265334" cy="575734"/>
            <a:chOff x="5249333" y="4233333"/>
            <a:chExt cx="6265334" cy="57573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B251AA5-C4FF-7E4A-BCEA-7D8B252E12F3}"/>
                </a:ext>
              </a:extLst>
            </p:cNvPr>
            <p:cNvSpPr/>
            <p:nvPr/>
          </p:nvSpPr>
          <p:spPr>
            <a:xfrm>
              <a:off x="6248400" y="4233333"/>
              <a:ext cx="5266267" cy="372534"/>
            </a:xfrm>
            <a:prstGeom prst="rect">
              <a:avLst/>
            </a:prstGeom>
            <a:solidFill>
              <a:srgbClr val="FBBFC7">
                <a:alpha val="4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91835C5-DBDE-9A48-8554-EF6EB2FAD7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9333" y="4267199"/>
              <a:ext cx="999068" cy="541868"/>
            </a:xfrm>
            <a:prstGeom prst="line">
              <a:avLst/>
            </a:prstGeom>
            <a:ln w="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363187FC-BBBC-984E-BB71-64F11F5AB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9174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Local DNS name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ervers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BB20960-3674-7943-92CD-05431EA8487B}"/>
              </a:ext>
            </a:extLst>
          </p:cNvPr>
          <p:cNvSpPr txBox="1">
            <a:spLocks noChangeArrowheads="1"/>
          </p:cNvSpPr>
          <p:nvPr/>
        </p:nvSpPr>
        <p:spPr>
          <a:xfrm>
            <a:off x="798691" y="1489418"/>
            <a:ext cx="10983578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936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when host makes DNS query, it is sent to its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local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DNS server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Local DNS server returns reply, answering:</a:t>
            </a:r>
          </a:p>
          <a:p>
            <a:pPr marL="1143000" marR="0" lvl="2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from its local cache of recent name-to-address translation pairs (possibly out of date!)</a:t>
            </a:r>
          </a:p>
          <a:p>
            <a:pPr marL="1143000" marR="0" lvl="2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forwarding request into DNS hierarchy for resolution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each ISP has local DNS name server; to find yours: </a:t>
            </a:r>
          </a:p>
          <a:p>
            <a:pPr marL="1143000" marR="0" lvl="2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MacOS: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% scutil --dns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Windows: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&gt;ipconfig /all</a:t>
            </a:r>
          </a:p>
          <a:p>
            <a:pPr marL="352425" marR="0" lvl="0" indent="-2936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local DNS server doesn’t strictly belong to hierarchy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D9D88440-FC58-A548-AA80-854235DE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6675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 name resolution: iterated query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5" name="Rectangle 67">
            <a:extLst>
              <a:ext uri="{FF2B5EF4-FFF2-40B4-BE49-F238E27FC236}">
                <a16:creationId xmlns:a16="http://schemas.microsoft.com/office/drawing/2014/main" id="{B2D75AD3-AD5C-7747-A9C2-6EF45A12CB21}"/>
              </a:ext>
            </a:extLst>
          </p:cNvPr>
          <p:cNvSpPr txBox="1">
            <a:spLocks noChangeArrowheads="1"/>
          </p:cNvSpPr>
          <p:nvPr/>
        </p:nvSpPr>
        <p:spPr>
          <a:xfrm>
            <a:off x="684201" y="1617338"/>
            <a:ext cx="5664200" cy="106113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Example: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at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engineering.nyu.edu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wants IP address for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gaia.cs.umass.edu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Rectangle 69">
            <a:extLst>
              <a:ext uri="{FF2B5EF4-FFF2-40B4-BE49-F238E27FC236}">
                <a16:creationId xmlns:a16="http://schemas.microsoft.com/office/drawing/2014/main" id="{EB73751A-16ED-6643-8E9C-1B1DDF5D8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433" y="2824122"/>
            <a:ext cx="4093780" cy="261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Iterated query:</a:t>
            </a:r>
          </a:p>
          <a:p>
            <a:pPr marL="342900" marR="0" lvl="0" indent="-28575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contacted server replies with name of server to contact</a:t>
            </a:r>
          </a:p>
          <a:p>
            <a:pPr marL="342900" marR="0" lvl="0" indent="-28575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“I don’t know this name, but ask this server”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1" name="Text Box 5">
            <a:extLst>
              <a:ext uri="{FF2B5EF4-FFF2-40B4-BE49-F238E27FC236}">
                <a16:creationId xmlns:a16="http://schemas.microsoft.com/office/drawing/2014/main" id="{5980C4D7-7160-6843-9829-B4A4351B5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226" y="3848735"/>
            <a:ext cx="185499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requesting host at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engineering.nyu.edu</a:t>
            </a:r>
          </a:p>
        </p:txBody>
      </p:sp>
      <p:sp>
        <p:nvSpPr>
          <p:cNvPr id="172" name="Text Box 6">
            <a:extLst>
              <a:ext uri="{FF2B5EF4-FFF2-40B4-BE49-F238E27FC236}">
                <a16:creationId xmlns:a16="http://schemas.microsoft.com/office/drawing/2014/main" id="{0572A6CE-4DDA-D648-8802-F03C444E2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2058" y="4237785"/>
            <a:ext cx="1878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gaia.cs.umass.edu</a:t>
            </a:r>
          </a:p>
        </p:txBody>
      </p:sp>
      <p:sp>
        <p:nvSpPr>
          <p:cNvPr id="173" name="Text Box 17">
            <a:extLst>
              <a:ext uri="{FF2B5EF4-FFF2-40B4-BE49-F238E27FC236}">
                <a16:creationId xmlns:a16="http://schemas.microsoft.com/office/drawing/2014/main" id="{82144ED5-2C8E-184D-A863-C3B672AB3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896" y="1322438"/>
            <a:ext cx="20113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root DNS server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4" name="Line 18">
            <a:extLst>
              <a:ext uri="{FF2B5EF4-FFF2-40B4-BE49-F238E27FC236}">
                <a16:creationId xmlns:a16="http://schemas.microsoft.com/office/drawing/2014/main" id="{0055E9E5-6DE8-1543-9989-1B8A533D40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89235" y="3275781"/>
            <a:ext cx="1196994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5" name="Line 19">
            <a:extLst>
              <a:ext uri="{FF2B5EF4-FFF2-40B4-BE49-F238E27FC236}">
                <a16:creationId xmlns:a16="http://schemas.microsoft.com/office/drawing/2014/main" id="{5959B616-2817-F149-AD5A-71429EF235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68785" y="2005693"/>
            <a:ext cx="914400" cy="9715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Line 20">
            <a:extLst>
              <a:ext uri="{FF2B5EF4-FFF2-40B4-BE49-F238E27FC236}">
                <a16:creationId xmlns:a16="http://schemas.microsoft.com/office/drawing/2014/main" id="{6EF73249-815F-C548-BC5E-38E4ACE60E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54535" y="3167743"/>
            <a:ext cx="1485900" cy="95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7" name="Line 21">
            <a:extLst>
              <a:ext uri="{FF2B5EF4-FFF2-40B4-BE49-F238E27FC236}">
                <a16:creationId xmlns:a16="http://schemas.microsoft.com/office/drawing/2014/main" id="{CEC0960C-844E-6F44-83D5-7DC0B1F8A21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254535" y="3339193"/>
            <a:ext cx="14192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8" name="Line 22">
            <a:extLst>
              <a:ext uri="{FF2B5EF4-FFF2-40B4-BE49-F238E27FC236}">
                <a16:creationId xmlns:a16="http://schemas.microsoft.com/office/drawing/2014/main" id="{1CAC12BF-7C29-F640-93E6-9DF1650DE0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78335" y="2234293"/>
            <a:ext cx="733425" cy="7620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9" name="Line 23">
            <a:extLst>
              <a:ext uri="{FF2B5EF4-FFF2-40B4-BE49-F238E27FC236}">
                <a16:creationId xmlns:a16="http://schemas.microsoft.com/office/drawing/2014/main" id="{349E5526-4318-4744-A470-D0A69AD70F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81511" y="3439703"/>
            <a:ext cx="1319232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0" name="Group 24">
            <a:extLst>
              <a:ext uri="{FF2B5EF4-FFF2-40B4-BE49-F238E27FC236}">
                <a16:creationId xmlns:a16="http://schemas.microsoft.com/office/drawing/2014/main" id="{25257205-98B6-614F-8BDC-3E790117BE54}"/>
              </a:ext>
            </a:extLst>
          </p:cNvPr>
          <p:cNvGrpSpPr>
            <a:grpSpLocks/>
          </p:cNvGrpSpPr>
          <p:nvPr/>
        </p:nvGrpSpPr>
        <p:grpSpPr bwMode="auto">
          <a:xfrm>
            <a:off x="6759111" y="3847199"/>
            <a:ext cx="1876425" cy="554038"/>
            <a:chOff x="2838" y="2132"/>
            <a:chExt cx="1182" cy="349"/>
          </a:xfrm>
        </p:grpSpPr>
        <p:sp>
          <p:nvSpPr>
            <p:cNvPr id="181" name="Rectangle 25">
              <a:extLst>
                <a:ext uri="{FF2B5EF4-FFF2-40B4-BE49-F238E27FC236}">
                  <a16:creationId xmlns:a16="http://schemas.microsoft.com/office/drawing/2014/main" id="{D65FCF25-F405-B748-88E8-10A3D8396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8" y="2178"/>
              <a:ext cx="1182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2" name="Text Box 26">
              <a:extLst>
                <a:ext uri="{FF2B5EF4-FFF2-40B4-BE49-F238E27FC236}">
                  <a16:creationId xmlns:a16="http://schemas.microsoft.com/office/drawing/2014/main" id="{E1FF55F2-CAA3-F740-9BE9-AB0BAF4EF8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7" y="2132"/>
              <a:ext cx="1085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local DNS server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dns.nyu.edu</a:t>
              </a:r>
            </a:p>
          </p:txBody>
        </p:sp>
      </p:grpSp>
      <p:sp>
        <p:nvSpPr>
          <p:cNvPr id="183" name="Text Box 27">
            <a:extLst>
              <a:ext uri="{FF2B5EF4-FFF2-40B4-BE49-F238E27FC236}">
                <a16:creationId xmlns:a16="http://schemas.microsoft.com/office/drawing/2014/main" id="{89A9D659-504E-DE4E-B6CF-35E06A82E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9499" y="288670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4" name="Text Box 28">
            <a:extLst>
              <a:ext uri="{FF2B5EF4-FFF2-40B4-BE49-F238E27FC236}">
                <a16:creationId xmlns:a16="http://schemas.microsoft.com/office/drawing/2014/main" id="{72F042CE-6C6C-7040-AA88-05028C243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8485" y="222318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5" name="Text Box 29">
            <a:extLst>
              <a:ext uri="{FF2B5EF4-FFF2-40B4-BE49-F238E27FC236}">
                <a16:creationId xmlns:a16="http://schemas.microsoft.com/office/drawing/2014/main" id="{E4355CE5-EFAB-8E4F-AA84-68513D8FC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6635" y="246130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6" name="Text Box 30">
            <a:extLst>
              <a:ext uri="{FF2B5EF4-FFF2-40B4-BE49-F238E27FC236}">
                <a16:creationId xmlns:a16="http://schemas.microsoft.com/office/drawing/2014/main" id="{61F544AA-6B92-714B-84C9-4070F63CA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0960" y="287088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4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7" name="Text Box 31">
            <a:extLst>
              <a:ext uri="{FF2B5EF4-FFF2-40B4-BE49-F238E27FC236}">
                <a16:creationId xmlns:a16="http://schemas.microsoft.com/office/drawing/2014/main" id="{30095F9A-09A7-2540-B6C0-0D32BAB45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1123" y="335824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5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8" name="Text Box 32">
            <a:extLst>
              <a:ext uri="{FF2B5EF4-FFF2-40B4-BE49-F238E27FC236}">
                <a16:creationId xmlns:a16="http://schemas.microsoft.com/office/drawing/2014/main" id="{AB8F7B88-B6E0-EF40-999E-00C192F32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8023" y="439805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6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9" name="Text Box 60">
            <a:extLst>
              <a:ext uri="{FF2B5EF4-FFF2-40B4-BE49-F238E27FC236}">
                <a16:creationId xmlns:a16="http://schemas.microsoft.com/office/drawing/2014/main" id="{9260634C-BE01-F74D-BF1A-744B534DD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1285" y="5214030"/>
            <a:ext cx="23971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authoritative DNS server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dns.cs.umass.edu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0" name="Text Box 61">
            <a:extLst>
              <a:ext uri="{FF2B5EF4-FFF2-40B4-BE49-F238E27FC236}">
                <a16:creationId xmlns:a16="http://schemas.microsoft.com/office/drawing/2014/main" id="{6085ED00-1F5E-0643-A173-419315EE3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0960" y="442821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7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1" name="Text Box 62">
            <a:extLst>
              <a:ext uri="{FF2B5EF4-FFF2-40B4-BE49-F238E27FC236}">
                <a16:creationId xmlns:a16="http://schemas.microsoft.com/office/drawing/2014/main" id="{31298658-8B21-7440-B171-ED6F192C9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0022" y="3470502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8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2" name="Line 63">
            <a:extLst>
              <a:ext uri="{FF2B5EF4-FFF2-40B4-BE49-F238E27FC236}">
                <a16:creationId xmlns:a16="http://schemas.microsoft.com/office/drawing/2014/main" id="{10C66233-6CC9-374E-8305-B82B34B37643}"/>
              </a:ext>
            </a:extLst>
          </p:cNvPr>
          <p:cNvSpPr>
            <a:spLocks noChangeShapeType="1"/>
          </p:cNvSpPr>
          <p:nvPr/>
        </p:nvSpPr>
        <p:spPr bwMode="auto">
          <a:xfrm>
            <a:off x="8187860" y="3499530"/>
            <a:ext cx="1493838" cy="13144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3" name="Line 64">
            <a:extLst>
              <a:ext uri="{FF2B5EF4-FFF2-40B4-BE49-F238E27FC236}">
                <a16:creationId xmlns:a16="http://schemas.microsoft.com/office/drawing/2014/main" id="{BAF9BA4A-0868-F849-BA68-582D117DCF0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48173" y="3624943"/>
            <a:ext cx="1493837" cy="13017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4" name="Text Box 65">
            <a:extLst>
              <a:ext uri="{FF2B5EF4-FFF2-40B4-BE49-F238E27FC236}">
                <a16:creationId xmlns:a16="http://schemas.microsoft.com/office/drawing/2014/main" id="{8797BCED-3D71-5A4B-8881-BCE8144E8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4583" y="2608490"/>
            <a:ext cx="20113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TLD DNS server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95" name="Group 86">
            <a:extLst>
              <a:ext uri="{FF2B5EF4-FFF2-40B4-BE49-F238E27FC236}">
                <a16:creationId xmlns:a16="http://schemas.microsoft.com/office/drawing/2014/main" id="{75CA10E2-E46A-8244-A966-A51F3D99FE1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659797" y="4619665"/>
            <a:ext cx="787391" cy="614055"/>
            <a:chOff x="-44" y="1473"/>
            <a:chExt cx="981" cy="1105"/>
          </a:xfrm>
        </p:grpSpPr>
        <p:pic>
          <p:nvPicPr>
            <p:cNvPr id="196" name="Picture 87" descr="desktop_computer_stylized_medium">
              <a:extLst>
                <a:ext uri="{FF2B5EF4-FFF2-40B4-BE49-F238E27FC236}">
                  <a16:creationId xmlns:a16="http://schemas.microsoft.com/office/drawing/2014/main" id="{71723812-15F4-5248-BF42-895CB471AE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7" name="Freeform 88">
              <a:extLst>
                <a:ext uri="{FF2B5EF4-FFF2-40B4-BE49-F238E27FC236}">
                  <a16:creationId xmlns:a16="http://schemas.microsoft.com/office/drawing/2014/main" id="{4B3596A6-2AD0-DC45-8E8C-2A75454E7B1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98" name="Group 89">
            <a:extLst>
              <a:ext uri="{FF2B5EF4-FFF2-40B4-BE49-F238E27FC236}">
                <a16:creationId xmlns:a16="http://schemas.microsoft.com/office/drawing/2014/main" id="{06C72D69-BC87-104E-99A1-1FE2BBFDF3AB}"/>
              </a:ext>
            </a:extLst>
          </p:cNvPr>
          <p:cNvGrpSpPr>
            <a:grpSpLocks/>
          </p:cNvGrpSpPr>
          <p:nvPr/>
        </p:nvGrpSpPr>
        <p:grpSpPr bwMode="auto">
          <a:xfrm>
            <a:off x="5483417" y="3053085"/>
            <a:ext cx="883580" cy="766310"/>
            <a:chOff x="-44" y="1473"/>
            <a:chExt cx="981" cy="1105"/>
          </a:xfrm>
        </p:grpSpPr>
        <p:pic>
          <p:nvPicPr>
            <p:cNvPr id="199" name="Picture 90" descr="desktop_computer_stylized_medium">
              <a:extLst>
                <a:ext uri="{FF2B5EF4-FFF2-40B4-BE49-F238E27FC236}">
                  <a16:creationId xmlns:a16="http://schemas.microsoft.com/office/drawing/2014/main" id="{8EECB2CE-1B4C-2746-A9F6-C35C4B9609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0" name="Freeform 91">
              <a:extLst>
                <a:ext uri="{FF2B5EF4-FFF2-40B4-BE49-F238E27FC236}">
                  <a16:creationId xmlns:a16="http://schemas.microsoft.com/office/drawing/2014/main" id="{D65AC841-4780-A94B-9F97-1107EEE46B3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01" name="Group 125">
            <a:extLst>
              <a:ext uri="{FF2B5EF4-FFF2-40B4-BE49-F238E27FC236}">
                <a16:creationId xmlns:a16="http://schemas.microsoft.com/office/drawing/2014/main" id="{724CF7FE-3214-0741-AD8D-7483973CF725}"/>
              </a:ext>
            </a:extLst>
          </p:cNvPr>
          <p:cNvGrpSpPr>
            <a:grpSpLocks/>
          </p:cNvGrpSpPr>
          <p:nvPr/>
        </p:nvGrpSpPr>
        <p:grpSpPr bwMode="auto">
          <a:xfrm>
            <a:off x="9794410" y="4528230"/>
            <a:ext cx="390525" cy="641350"/>
            <a:chOff x="4140" y="429"/>
            <a:chExt cx="1425" cy="2396"/>
          </a:xfrm>
        </p:grpSpPr>
        <p:sp>
          <p:nvSpPr>
            <p:cNvPr id="202" name="Freeform 126">
              <a:extLst>
                <a:ext uri="{FF2B5EF4-FFF2-40B4-BE49-F238E27FC236}">
                  <a16:creationId xmlns:a16="http://schemas.microsoft.com/office/drawing/2014/main" id="{430EC70E-0BF7-F44C-8DEF-C9A33626D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3" name="Rectangle 127">
              <a:extLst>
                <a:ext uri="{FF2B5EF4-FFF2-40B4-BE49-F238E27FC236}">
                  <a16:creationId xmlns:a16="http://schemas.microsoft.com/office/drawing/2014/main" id="{6C288CD0-9AED-1548-9DEF-7CF8E72A0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4" name="Freeform 128">
              <a:extLst>
                <a:ext uri="{FF2B5EF4-FFF2-40B4-BE49-F238E27FC236}">
                  <a16:creationId xmlns:a16="http://schemas.microsoft.com/office/drawing/2014/main" id="{08551039-74E8-F44D-8449-133AF9BF8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5" name="Freeform 129">
              <a:extLst>
                <a:ext uri="{FF2B5EF4-FFF2-40B4-BE49-F238E27FC236}">
                  <a16:creationId xmlns:a16="http://schemas.microsoft.com/office/drawing/2014/main" id="{D41FFC6C-D9E1-E74F-BF15-4894E774B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6" name="Rectangle 130">
              <a:extLst>
                <a:ext uri="{FF2B5EF4-FFF2-40B4-BE49-F238E27FC236}">
                  <a16:creationId xmlns:a16="http://schemas.microsoft.com/office/drawing/2014/main" id="{4AA5429D-F727-884E-96D1-EA63944E5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07" name="Group 131">
              <a:extLst>
                <a:ext uri="{FF2B5EF4-FFF2-40B4-BE49-F238E27FC236}">
                  <a16:creationId xmlns:a16="http://schemas.microsoft.com/office/drawing/2014/main" id="{9CE31B7B-945E-6B44-B446-849D24418C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2" name="AutoShape 132">
                <a:extLst>
                  <a:ext uri="{FF2B5EF4-FFF2-40B4-BE49-F238E27FC236}">
                    <a16:creationId xmlns:a16="http://schemas.microsoft.com/office/drawing/2014/main" id="{FA2F0F31-D516-1C43-8236-266B26AEF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3" name="AutoShape 133">
                <a:extLst>
                  <a:ext uri="{FF2B5EF4-FFF2-40B4-BE49-F238E27FC236}">
                    <a16:creationId xmlns:a16="http://schemas.microsoft.com/office/drawing/2014/main" id="{6EC2A0FB-C35E-CF41-B938-33BF0264E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08" name="Rectangle 134">
              <a:extLst>
                <a:ext uri="{FF2B5EF4-FFF2-40B4-BE49-F238E27FC236}">
                  <a16:creationId xmlns:a16="http://schemas.microsoft.com/office/drawing/2014/main" id="{9298A98E-EDE0-4B4A-9352-BE6FAE720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09" name="Group 135">
              <a:extLst>
                <a:ext uri="{FF2B5EF4-FFF2-40B4-BE49-F238E27FC236}">
                  <a16:creationId xmlns:a16="http://schemas.microsoft.com/office/drawing/2014/main" id="{C311DEB1-8226-3E48-8DA5-613E18CFA3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0" name="AutoShape 136">
                <a:extLst>
                  <a:ext uri="{FF2B5EF4-FFF2-40B4-BE49-F238E27FC236}">
                    <a16:creationId xmlns:a16="http://schemas.microsoft.com/office/drawing/2014/main" id="{E45D0285-F719-874E-AD50-E3F2882775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1" name="AutoShape 137">
                <a:extLst>
                  <a:ext uri="{FF2B5EF4-FFF2-40B4-BE49-F238E27FC236}">
                    <a16:creationId xmlns:a16="http://schemas.microsoft.com/office/drawing/2014/main" id="{BE16FE12-6196-EF46-A169-0C2675EA51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0" name="Rectangle 138">
              <a:extLst>
                <a:ext uri="{FF2B5EF4-FFF2-40B4-BE49-F238E27FC236}">
                  <a16:creationId xmlns:a16="http://schemas.microsoft.com/office/drawing/2014/main" id="{A7531C2D-AF11-3642-9C87-3B93BEDD6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1" name="Rectangle 139">
              <a:extLst>
                <a:ext uri="{FF2B5EF4-FFF2-40B4-BE49-F238E27FC236}">
                  <a16:creationId xmlns:a16="http://schemas.microsoft.com/office/drawing/2014/main" id="{06C1B7AC-1454-714B-A50F-7F9B42D77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2" name="Group 140">
              <a:extLst>
                <a:ext uri="{FF2B5EF4-FFF2-40B4-BE49-F238E27FC236}">
                  <a16:creationId xmlns:a16="http://schemas.microsoft.com/office/drawing/2014/main" id="{86C62EBF-E65E-4D4B-884D-BA39C6A8B2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8" name="AutoShape 141">
                <a:extLst>
                  <a:ext uri="{FF2B5EF4-FFF2-40B4-BE49-F238E27FC236}">
                    <a16:creationId xmlns:a16="http://schemas.microsoft.com/office/drawing/2014/main" id="{A3E87978-B7EB-E644-B3A8-D8FDCF7E8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9" name="AutoShape 142">
                <a:extLst>
                  <a:ext uri="{FF2B5EF4-FFF2-40B4-BE49-F238E27FC236}">
                    <a16:creationId xmlns:a16="http://schemas.microsoft.com/office/drawing/2014/main" id="{91E0D4CD-2CBB-DD47-8147-BE3E03C965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3" name="Freeform 143">
              <a:extLst>
                <a:ext uri="{FF2B5EF4-FFF2-40B4-BE49-F238E27FC236}">
                  <a16:creationId xmlns:a16="http://schemas.microsoft.com/office/drawing/2014/main" id="{0D682965-15A3-3541-A789-479A47800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4" name="Group 144">
              <a:extLst>
                <a:ext uri="{FF2B5EF4-FFF2-40B4-BE49-F238E27FC236}">
                  <a16:creationId xmlns:a16="http://schemas.microsoft.com/office/drawing/2014/main" id="{0C8D690A-21E1-4146-83A5-7245CAEA83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6" name="AutoShape 145">
                <a:extLst>
                  <a:ext uri="{FF2B5EF4-FFF2-40B4-BE49-F238E27FC236}">
                    <a16:creationId xmlns:a16="http://schemas.microsoft.com/office/drawing/2014/main" id="{7C15E592-E347-A846-AC9F-C18905A617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7" name="AutoShape 146">
                <a:extLst>
                  <a:ext uri="{FF2B5EF4-FFF2-40B4-BE49-F238E27FC236}">
                    <a16:creationId xmlns:a16="http://schemas.microsoft.com/office/drawing/2014/main" id="{3D0AF765-217C-594C-B21E-869B0884A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5" name="Rectangle 147">
              <a:extLst>
                <a:ext uri="{FF2B5EF4-FFF2-40B4-BE49-F238E27FC236}">
                  <a16:creationId xmlns:a16="http://schemas.microsoft.com/office/drawing/2014/main" id="{4C635A33-8E8F-7D44-92DB-F6F09BFD8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6" name="Freeform 148">
              <a:extLst>
                <a:ext uri="{FF2B5EF4-FFF2-40B4-BE49-F238E27FC236}">
                  <a16:creationId xmlns:a16="http://schemas.microsoft.com/office/drawing/2014/main" id="{4B503159-D00F-C640-B18B-72CCC4B30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7" name="Freeform 149">
              <a:extLst>
                <a:ext uri="{FF2B5EF4-FFF2-40B4-BE49-F238E27FC236}">
                  <a16:creationId xmlns:a16="http://schemas.microsoft.com/office/drawing/2014/main" id="{83A278D9-086C-BE47-BA0D-A1CB49B9D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8" name="Oval 150">
              <a:extLst>
                <a:ext uri="{FF2B5EF4-FFF2-40B4-BE49-F238E27FC236}">
                  <a16:creationId xmlns:a16="http://schemas.microsoft.com/office/drawing/2014/main" id="{71B59C46-33D8-EC4A-A0CA-4AF6B7EE7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9" name="Freeform 151">
              <a:extLst>
                <a:ext uri="{FF2B5EF4-FFF2-40B4-BE49-F238E27FC236}">
                  <a16:creationId xmlns:a16="http://schemas.microsoft.com/office/drawing/2014/main" id="{3C577FAB-12B4-CA48-B90D-D923F7168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0" name="AutoShape 152">
              <a:extLst>
                <a:ext uri="{FF2B5EF4-FFF2-40B4-BE49-F238E27FC236}">
                  <a16:creationId xmlns:a16="http://schemas.microsoft.com/office/drawing/2014/main" id="{0744BC6B-A26A-7E49-A677-B90EDB08F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1" name="AutoShape 153">
              <a:extLst>
                <a:ext uri="{FF2B5EF4-FFF2-40B4-BE49-F238E27FC236}">
                  <a16:creationId xmlns:a16="http://schemas.microsoft.com/office/drawing/2014/main" id="{574AC8BD-9D1C-FB42-BD21-1A786B862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2" name="Oval 154">
              <a:extLst>
                <a:ext uri="{FF2B5EF4-FFF2-40B4-BE49-F238E27FC236}">
                  <a16:creationId xmlns:a16="http://schemas.microsoft.com/office/drawing/2014/main" id="{5AFE8D2C-0569-3047-AB73-8A9B37AF1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3" name="Oval 155">
              <a:extLst>
                <a:ext uri="{FF2B5EF4-FFF2-40B4-BE49-F238E27FC236}">
                  <a16:creationId xmlns:a16="http://schemas.microsoft.com/office/drawing/2014/main" id="{83B0123B-44CF-B845-B272-496DEB238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4" name="Oval 156">
              <a:extLst>
                <a:ext uri="{FF2B5EF4-FFF2-40B4-BE49-F238E27FC236}">
                  <a16:creationId xmlns:a16="http://schemas.microsoft.com/office/drawing/2014/main" id="{FF7ABF78-07FF-FD40-9233-2EC92E7CB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5" name="Rectangle 157">
              <a:extLst>
                <a:ext uri="{FF2B5EF4-FFF2-40B4-BE49-F238E27FC236}">
                  <a16:creationId xmlns:a16="http://schemas.microsoft.com/office/drawing/2014/main" id="{D41F5C27-E8BB-6440-8D30-59C3961E0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34" name="Group 158">
            <a:extLst>
              <a:ext uri="{FF2B5EF4-FFF2-40B4-BE49-F238E27FC236}">
                <a16:creationId xmlns:a16="http://schemas.microsoft.com/office/drawing/2014/main" id="{AEB56919-E56B-7E4E-A7D7-98A288C3B252}"/>
              </a:ext>
            </a:extLst>
          </p:cNvPr>
          <p:cNvGrpSpPr>
            <a:grpSpLocks/>
          </p:cNvGrpSpPr>
          <p:nvPr/>
        </p:nvGrpSpPr>
        <p:grpSpPr bwMode="auto">
          <a:xfrm>
            <a:off x="7790985" y="3015343"/>
            <a:ext cx="390525" cy="641350"/>
            <a:chOff x="4140" y="429"/>
            <a:chExt cx="1425" cy="2396"/>
          </a:xfrm>
        </p:grpSpPr>
        <p:sp>
          <p:nvSpPr>
            <p:cNvPr id="235" name="Freeform 159">
              <a:extLst>
                <a:ext uri="{FF2B5EF4-FFF2-40B4-BE49-F238E27FC236}">
                  <a16:creationId xmlns:a16="http://schemas.microsoft.com/office/drawing/2014/main" id="{86964676-09BA-2F4D-8E07-76EACFD1A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6" name="Rectangle 160">
              <a:extLst>
                <a:ext uri="{FF2B5EF4-FFF2-40B4-BE49-F238E27FC236}">
                  <a16:creationId xmlns:a16="http://schemas.microsoft.com/office/drawing/2014/main" id="{FFAAD933-7081-1940-82D8-3553DCB08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7" name="Freeform 161">
              <a:extLst>
                <a:ext uri="{FF2B5EF4-FFF2-40B4-BE49-F238E27FC236}">
                  <a16:creationId xmlns:a16="http://schemas.microsoft.com/office/drawing/2014/main" id="{D61BDCB9-8C30-1C44-A8F2-0EC386728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" name="Freeform 162">
              <a:extLst>
                <a:ext uri="{FF2B5EF4-FFF2-40B4-BE49-F238E27FC236}">
                  <a16:creationId xmlns:a16="http://schemas.microsoft.com/office/drawing/2014/main" id="{3E122E01-84B9-6E48-861A-BEEBD7F67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Rectangle 163">
              <a:extLst>
                <a:ext uri="{FF2B5EF4-FFF2-40B4-BE49-F238E27FC236}">
                  <a16:creationId xmlns:a16="http://schemas.microsoft.com/office/drawing/2014/main" id="{3AD89C6E-5869-C84E-94DF-DD5388863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0" name="Group 164">
              <a:extLst>
                <a:ext uri="{FF2B5EF4-FFF2-40B4-BE49-F238E27FC236}">
                  <a16:creationId xmlns:a16="http://schemas.microsoft.com/office/drawing/2014/main" id="{919F3CC7-4090-E54D-9BA9-E092A8C810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5" name="AutoShape 165">
                <a:extLst>
                  <a:ext uri="{FF2B5EF4-FFF2-40B4-BE49-F238E27FC236}">
                    <a16:creationId xmlns:a16="http://schemas.microsoft.com/office/drawing/2014/main" id="{EAE6002E-6A1D-0B48-BA81-7D9DEC7045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6" name="AutoShape 166">
                <a:extLst>
                  <a:ext uri="{FF2B5EF4-FFF2-40B4-BE49-F238E27FC236}">
                    <a16:creationId xmlns:a16="http://schemas.microsoft.com/office/drawing/2014/main" id="{CAA5444A-9857-9149-867E-5562C085E1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1" name="Rectangle 167">
              <a:extLst>
                <a:ext uri="{FF2B5EF4-FFF2-40B4-BE49-F238E27FC236}">
                  <a16:creationId xmlns:a16="http://schemas.microsoft.com/office/drawing/2014/main" id="{93E34643-2646-D44C-9D6D-91A5B1C18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2" name="Group 168">
              <a:extLst>
                <a:ext uri="{FF2B5EF4-FFF2-40B4-BE49-F238E27FC236}">
                  <a16:creationId xmlns:a16="http://schemas.microsoft.com/office/drawing/2014/main" id="{652E8D93-E5DE-A34F-9D29-89AB07D056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63" name="AutoShape 169">
                <a:extLst>
                  <a:ext uri="{FF2B5EF4-FFF2-40B4-BE49-F238E27FC236}">
                    <a16:creationId xmlns:a16="http://schemas.microsoft.com/office/drawing/2014/main" id="{AA26172B-FDFE-3D4E-9541-B9BC052C1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4" name="AutoShape 170">
                <a:extLst>
                  <a:ext uri="{FF2B5EF4-FFF2-40B4-BE49-F238E27FC236}">
                    <a16:creationId xmlns:a16="http://schemas.microsoft.com/office/drawing/2014/main" id="{521BB6A8-6D33-7E40-B79B-A911E9D1C5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3" name="Rectangle 171">
              <a:extLst>
                <a:ext uri="{FF2B5EF4-FFF2-40B4-BE49-F238E27FC236}">
                  <a16:creationId xmlns:a16="http://schemas.microsoft.com/office/drawing/2014/main" id="{FF73D9CC-AAAC-D341-85A2-89BC26B91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4" name="Rectangle 172">
              <a:extLst>
                <a:ext uri="{FF2B5EF4-FFF2-40B4-BE49-F238E27FC236}">
                  <a16:creationId xmlns:a16="http://schemas.microsoft.com/office/drawing/2014/main" id="{B810EEDB-015F-FD45-9174-E980EC5FA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5" name="Group 173">
              <a:extLst>
                <a:ext uri="{FF2B5EF4-FFF2-40B4-BE49-F238E27FC236}">
                  <a16:creationId xmlns:a16="http://schemas.microsoft.com/office/drawing/2014/main" id="{2E72AE40-DCC2-4948-AD2E-564A2B8A82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61" name="AutoShape 174">
                <a:extLst>
                  <a:ext uri="{FF2B5EF4-FFF2-40B4-BE49-F238E27FC236}">
                    <a16:creationId xmlns:a16="http://schemas.microsoft.com/office/drawing/2014/main" id="{D9D1958B-0DAA-074E-A39D-ABDA1EA5B0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2" name="AutoShape 175">
                <a:extLst>
                  <a:ext uri="{FF2B5EF4-FFF2-40B4-BE49-F238E27FC236}">
                    <a16:creationId xmlns:a16="http://schemas.microsoft.com/office/drawing/2014/main" id="{8EFD2DEF-75B3-4B4C-BB17-5FDA1DFD91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6" name="Freeform 176">
              <a:extLst>
                <a:ext uri="{FF2B5EF4-FFF2-40B4-BE49-F238E27FC236}">
                  <a16:creationId xmlns:a16="http://schemas.microsoft.com/office/drawing/2014/main" id="{A52917D9-2F4F-8A4E-A096-B778F3B976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7" name="Group 177">
              <a:extLst>
                <a:ext uri="{FF2B5EF4-FFF2-40B4-BE49-F238E27FC236}">
                  <a16:creationId xmlns:a16="http://schemas.microsoft.com/office/drawing/2014/main" id="{8476C934-1025-054C-BF2F-A686380677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9" name="AutoShape 178">
                <a:extLst>
                  <a:ext uri="{FF2B5EF4-FFF2-40B4-BE49-F238E27FC236}">
                    <a16:creationId xmlns:a16="http://schemas.microsoft.com/office/drawing/2014/main" id="{8DF96225-9AB2-AB48-9090-A03A165D9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0" name="AutoShape 179">
                <a:extLst>
                  <a:ext uri="{FF2B5EF4-FFF2-40B4-BE49-F238E27FC236}">
                    <a16:creationId xmlns:a16="http://schemas.microsoft.com/office/drawing/2014/main" id="{B48F8DCA-7FC5-4D49-89FD-957B141759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8" name="Rectangle 180">
              <a:extLst>
                <a:ext uri="{FF2B5EF4-FFF2-40B4-BE49-F238E27FC236}">
                  <a16:creationId xmlns:a16="http://schemas.microsoft.com/office/drawing/2014/main" id="{82DD01ED-CC62-8E44-B4AF-5AB162B45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Freeform 181">
              <a:extLst>
                <a:ext uri="{FF2B5EF4-FFF2-40B4-BE49-F238E27FC236}">
                  <a16:creationId xmlns:a16="http://schemas.microsoft.com/office/drawing/2014/main" id="{02E0A0DA-75BD-A54E-BFBE-1053BAA47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0" name="Freeform 182">
              <a:extLst>
                <a:ext uri="{FF2B5EF4-FFF2-40B4-BE49-F238E27FC236}">
                  <a16:creationId xmlns:a16="http://schemas.microsoft.com/office/drawing/2014/main" id="{553CF65B-1E90-FF47-BBE8-B5344DE42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1" name="Oval 183">
              <a:extLst>
                <a:ext uri="{FF2B5EF4-FFF2-40B4-BE49-F238E27FC236}">
                  <a16:creationId xmlns:a16="http://schemas.microsoft.com/office/drawing/2014/main" id="{1CFB15AC-59D4-2B42-9567-80D6F30EC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2" name="Freeform 184">
              <a:extLst>
                <a:ext uri="{FF2B5EF4-FFF2-40B4-BE49-F238E27FC236}">
                  <a16:creationId xmlns:a16="http://schemas.microsoft.com/office/drawing/2014/main" id="{377D0A48-37B0-984B-9D70-F4CA7EE8A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3" name="AutoShape 185">
              <a:extLst>
                <a:ext uri="{FF2B5EF4-FFF2-40B4-BE49-F238E27FC236}">
                  <a16:creationId xmlns:a16="http://schemas.microsoft.com/office/drawing/2014/main" id="{1DF08F1A-8088-4349-B9B6-80E5278DD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4" name="AutoShape 186">
              <a:extLst>
                <a:ext uri="{FF2B5EF4-FFF2-40B4-BE49-F238E27FC236}">
                  <a16:creationId xmlns:a16="http://schemas.microsoft.com/office/drawing/2014/main" id="{AB1FF07F-165E-5C42-A46F-20C492B2A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5" name="Oval 187">
              <a:extLst>
                <a:ext uri="{FF2B5EF4-FFF2-40B4-BE49-F238E27FC236}">
                  <a16:creationId xmlns:a16="http://schemas.microsoft.com/office/drawing/2014/main" id="{246533F9-312A-7949-B6A5-04845D405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6" name="Oval 188">
              <a:extLst>
                <a:ext uri="{FF2B5EF4-FFF2-40B4-BE49-F238E27FC236}">
                  <a16:creationId xmlns:a16="http://schemas.microsoft.com/office/drawing/2014/main" id="{97B4BE6D-9A58-6C4D-98DB-90F92956E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57" name="Oval 189">
              <a:extLst>
                <a:ext uri="{FF2B5EF4-FFF2-40B4-BE49-F238E27FC236}">
                  <a16:creationId xmlns:a16="http://schemas.microsoft.com/office/drawing/2014/main" id="{B4E35ECA-82AF-A74F-9E87-BC1C1318F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Rectangle 190">
              <a:extLst>
                <a:ext uri="{FF2B5EF4-FFF2-40B4-BE49-F238E27FC236}">
                  <a16:creationId xmlns:a16="http://schemas.microsoft.com/office/drawing/2014/main" id="{32338498-7D1E-F249-A1B6-782EAA13A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7" name="Group 224">
            <a:extLst>
              <a:ext uri="{FF2B5EF4-FFF2-40B4-BE49-F238E27FC236}">
                <a16:creationId xmlns:a16="http://schemas.microsoft.com/office/drawing/2014/main" id="{3B18C9CF-4DB3-9A45-9F2E-A9E7637C3843}"/>
              </a:ext>
            </a:extLst>
          </p:cNvPr>
          <p:cNvGrpSpPr>
            <a:grpSpLocks/>
          </p:cNvGrpSpPr>
          <p:nvPr/>
        </p:nvGrpSpPr>
        <p:grpSpPr bwMode="auto">
          <a:xfrm>
            <a:off x="8945098" y="1753280"/>
            <a:ext cx="390525" cy="641350"/>
            <a:chOff x="4140" y="429"/>
            <a:chExt cx="1425" cy="2396"/>
          </a:xfrm>
        </p:grpSpPr>
        <p:sp>
          <p:nvSpPr>
            <p:cNvPr id="268" name="Freeform 225">
              <a:extLst>
                <a:ext uri="{FF2B5EF4-FFF2-40B4-BE49-F238E27FC236}">
                  <a16:creationId xmlns:a16="http://schemas.microsoft.com/office/drawing/2014/main" id="{8DE393E4-949F-5A47-87BC-37206D62F2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9" name="Rectangle 226">
              <a:extLst>
                <a:ext uri="{FF2B5EF4-FFF2-40B4-BE49-F238E27FC236}">
                  <a16:creationId xmlns:a16="http://schemas.microsoft.com/office/drawing/2014/main" id="{45AACD86-831C-7245-8042-0EAB26DDB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0" name="Freeform 227">
              <a:extLst>
                <a:ext uri="{FF2B5EF4-FFF2-40B4-BE49-F238E27FC236}">
                  <a16:creationId xmlns:a16="http://schemas.microsoft.com/office/drawing/2014/main" id="{641EE52D-59FB-874A-8BE7-992D8AB38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1" name="Freeform 228">
              <a:extLst>
                <a:ext uri="{FF2B5EF4-FFF2-40B4-BE49-F238E27FC236}">
                  <a16:creationId xmlns:a16="http://schemas.microsoft.com/office/drawing/2014/main" id="{745C23B7-E3E7-3244-8E92-2A519BCE4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2" name="Rectangle 229">
              <a:extLst>
                <a:ext uri="{FF2B5EF4-FFF2-40B4-BE49-F238E27FC236}">
                  <a16:creationId xmlns:a16="http://schemas.microsoft.com/office/drawing/2014/main" id="{53F1BA0D-FC18-8F40-B02C-5E5456D41E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3" name="Group 230">
              <a:extLst>
                <a:ext uri="{FF2B5EF4-FFF2-40B4-BE49-F238E27FC236}">
                  <a16:creationId xmlns:a16="http://schemas.microsoft.com/office/drawing/2014/main" id="{3BF69572-674D-F94F-AF3E-6360341D09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98" name="AutoShape 231">
                <a:extLst>
                  <a:ext uri="{FF2B5EF4-FFF2-40B4-BE49-F238E27FC236}">
                    <a16:creationId xmlns:a16="http://schemas.microsoft.com/office/drawing/2014/main" id="{7A3AB9B6-ED54-E640-B88B-6349E66AE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9" name="AutoShape 232">
                <a:extLst>
                  <a:ext uri="{FF2B5EF4-FFF2-40B4-BE49-F238E27FC236}">
                    <a16:creationId xmlns:a16="http://schemas.microsoft.com/office/drawing/2014/main" id="{41885595-164B-5A49-B50B-F202B13B92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4" name="Rectangle 233">
              <a:extLst>
                <a:ext uri="{FF2B5EF4-FFF2-40B4-BE49-F238E27FC236}">
                  <a16:creationId xmlns:a16="http://schemas.microsoft.com/office/drawing/2014/main" id="{1DC47301-CD25-F742-824D-B95A7C78B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5" name="Group 234">
              <a:extLst>
                <a:ext uri="{FF2B5EF4-FFF2-40B4-BE49-F238E27FC236}">
                  <a16:creationId xmlns:a16="http://schemas.microsoft.com/office/drawing/2014/main" id="{ABA534FC-B51E-B545-893B-AA2D360102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96" name="AutoShape 235">
                <a:extLst>
                  <a:ext uri="{FF2B5EF4-FFF2-40B4-BE49-F238E27FC236}">
                    <a16:creationId xmlns:a16="http://schemas.microsoft.com/office/drawing/2014/main" id="{BF3259EE-323A-7B46-BA99-522FF89692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7" name="AutoShape 236">
                <a:extLst>
                  <a:ext uri="{FF2B5EF4-FFF2-40B4-BE49-F238E27FC236}">
                    <a16:creationId xmlns:a16="http://schemas.microsoft.com/office/drawing/2014/main" id="{773E2C4B-E371-8849-89F1-CB3467DA22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6" name="Rectangle 237">
              <a:extLst>
                <a:ext uri="{FF2B5EF4-FFF2-40B4-BE49-F238E27FC236}">
                  <a16:creationId xmlns:a16="http://schemas.microsoft.com/office/drawing/2014/main" id="{65673162-6BD4-FA45-AD7B-65DCCB503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Rectangle 238">
              <a:extLst>
                <a:ext uri="{FF2B5EF4-FFF2-40B4-BE49-F238E27FC236}">
                  <a16:creationId xmlns:a16="http://schemas.microsoft.com/office/drawing/2014/main" id="{EB910949-1BF1-2E43-B251-2F5F6D2BC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8" name="Group 239">
              <a:extLst>
                <a:ext uri="{FF2B5EF4-FFF2-40B4-BE49-F238E27FC236}">
                  <a16:creationId xmlns:a16="http://schemas.microsoft.com/office/drawing/2014/main" id="{4ABA0E07-42B3-1C4B-A798-B21B741191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94" name="AutoShape 240">
                <a:extLst>
                  <a:ext uri="{FF2B5EF4-FFF2-40B4-BE49-F238E27FC236}">
                    <a16:creationId xmlns:a16="http://schemas.microsoft.com/office/drawing/2014/main" id="{833C6885-DF73-A44C-AF35-71696A344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5" name="AutoShape 241">
                <a:extLst>
                  <a:ext uri="{FF2B5EF4-FFF2-40B4-BE49-F238E27FC236}">
                    <a16:creationId xmlns:a16="http://schemas.microsoft.com/office/drawing/2014/main" id="{00053469-6811-F146-9041-0E9ADB93CF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9" name="Freeform 242">
              <a:extLst>
                <a:ext uri="{FF2B5EF4-FFF2-40B4-BE49-F238E27FC236}">
                  <a16:creationId xmlns:a16="http://schemas.microsoft.com/office/drawing/2014/main" id="{E93D621E-BD5E-4F41-B292-1FF1D9FD9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80" name="Group 243">
              <a:extLst>
                <a:ext uri="{FF2B5EF4-FFF2-40B4-BE49-F238E27FC236}">
                  <a16:creationId xmlns:a16="http://schemas.microsoft.com/office/drawing/2014/main" id="{D2A4152B-1063-5545-AFB4-C764C9E38D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92" name="AutoShape 244">
                <a:extLst>
                  <a:ext uri="{FF2B5EF4-FFF2-40B4-BE49-F238E27FC236}">
                    <a16:creationId xmlns:a16="http://schemas.microsoft.com/office/drawing/2014/main" id="{91B44A19-99F5-3246-B452-E6974C3882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3" name="AutoShape 245">
                <a:extLst>
                  <a:ext uri="{FF2B5EF4-FFF2-40B4-BE49-F238E27FC236}">
                    <a16:creationId xmlns:a16="http://schemas.microsoft.com/office/drawing/2014/main" id="{CE7C0896-4736-8044-B538-F09471477D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81" name="Rectangle 246">
              <a:extLst>
                <a:ext uri="{FF2B5EF4-FFF2-40B4-BE49-F238E27FC236}">
                  <a16:creationId xmlns:a16="http://schemas.microsoft.com/office/drawing/2014/main" id="{1D6C13B5-BF0F-554A-9CE4-3F075F937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2" name="Freeform 247">
              <a:extLst>
                <a:ext uri="{FF2B5EF4-FFF2-40B4-BE49-F238E27FC236}">
                  <a16:creationId xmlns:a16="http://schemas.microsoft.com/office/drawing/2014/main" id="{0F3FBF0A-EAF4-094D-A874-245423181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3" name="Freeform 248">
              <a:extLst>
                <a:ext uri="{FF2B5EF4-FFF2-40B4-BE49-F238E27FC236}">
                  <a16:creationId xmlns:a16="http://schemas.microsoft.com/office/drawing/2014/main" id="{EC002925-BD09-784A-9BB4-2AD299FA2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4" name="Oval 249">
              <a:extLst>
                <a:ext uri="{FF2B5EF4-FFF2-40B4-BE49-F238E27FC236}">
                  <a16:creationId xmlns:a16="http://schemas.microsoft.com/office/drawing/2014/main" id="{21E73907-A81B-E540-A734-D855A8052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5" name="Freeform 250">
              <a:extLst>
                <a:ext uri="{FF2B5EF4-FFF2-40B4-BE49-F238E27FC236}">
                  <a16:creationId xmlns:a16="http://schemas.microsoft.com/office/drawing/2014/main" id="{7B38A468-42E7-2245-BA7B-6136A4486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6" name="AutoShape 251">
              <a:extLst>
                <a:ext uri="{FF2B5EF4-FFF2-40B4-BE49-F238E27FC236}">
                  <a16:creationId xmlns:a16="http://schemas.microsoft.com/office/drawing/2014/main" id="{F798831B-76D3-634B-A1D7-73487DB6F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7" name="AutoShape 252">
              <a:extLst>
                <a:ext uri="{FF2B5EF4-FFF2-40B4-BE49-F238E27FC236}">
                  <a16:creationId xmlns:a16="http://schemas.microsoft.com/office/drawing/2014/main" id="{93B2ADD1-628A-5B4D-960D-449954DF9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8" name="Oval 253">
              <a:extLst>
                <a:ext uri="{FF2B5EF4-FFF2-40B4-BE49-F238E27FC236}">
                  <a16:creationId xmlns:a16="http://schemas.microsoft.com/office/drawing/2014/main" id="{359740D7-3452-8745-AD4F-78F1EAE69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9" name="Oval 254">
              <a:extLst>
                <a:ext uri="{FF2B5EF4-FFF2-40B4-BE49-F238E27FC236}">
                  <a16:creationId xmlns:a16="http://schemas.microsoft.com/office/drawing/2014/main" id="{6953048C-3B45-C945-95BD-05D0D95F9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90" name="Oval 255">
              <a:extLst>
                <a:ext uri="{FF2B5EF4-FFF2-40B4-BE49-F238E27FC236}">
                  <a16:creationId xmlns:a16="http://schemas.microsoft.com/office/drawing/2014/main" id="{FCF3244C-B9E8-DF49-A3D0-C0D2140BA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1" name="Rectangle 256">
              <a:extLst>
                <a:ext uri="{FF2B5EF4-FFF2-40B4-BE49-F238E27FC236}">
                  <a16:creationId xmlns:a16="http://schemas.microsoft.com/office/drawing/2014/main" id="{66CCCCC0-CA45-934C-8FFC-B89439DE4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00" name="Group 257">
            <a:extLst>
              <a:ext uri="{FF2B5EF4-FFF2-40B4-BE49-F238E27FC236}">
                <a16:creationId xmlns:a16="http://schemas.microsoft.com/office/drawing/2014/main" id="{6D88D42C-B784-1546-97B0-1AA7D6A27EC3}"/>
              </a:ext>
            </a:extLst>
          </p:cNvPr>
          <p:cNvGrpSpPr>
            <a:grpSpLocks/>
          </p:cNvGrpSpPr>
          <p:nvPr/>
        </p:nvGrpSpPr>
        <p:grpSpPr bwMode="auto">
          <a:xfrm>
            <a:off x="9761073" y="3005818"/>
            <a:ext cx="390525" cy="641350"/>
            <a:chOff x="4140" y="429"/>
            <a:chExt cx="1425" cy="2396"/>
          </a:xfrm>
        </p:grpSpPr>
        <p:sp>
          <p:nvSpPr>
            <p:cNvPr id="301" name="Freeform 258">
              <a:extLst>
                <a:ext uri="{FF2B5EF4-FFF2-40B4-BE49-F238E27FC236}">
                  <a16:creationId xmlns:a16="http://schemas.microsoft.com/office/drawing/2014/main" id="{702EC307-F8E6-434D-B445-B2F47A942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259">
              <a:extLst>
                <a:ext uri="{FF2B5EF4-FFF2-40B4-BE49-F238E27FC236}">
                  <a16:creationId xmlns:a16="http://schemas.microsoft.com/office/drawing/2014/main" id="{07437252-B53D-9D40-813F-304E5CD00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3" name="Freeform 260">
              <a:extLst>
                <a:ext uri="{FF2B5EF4-FFF2-40B4-BE49-F238E27FC236}">
                  <a16:creationId xmlns:a16="http://schemas.microsoft.com/office/drawing/2014/main" id="{EC373583-A9BD-FC4E-A47E-4602AA39D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4" name="Freeform 261">
              <a:extLst>
                <a:ext uri="{FF2B5EF4-FFF2-40B4-BE49-F238E27FC236}">
                  <a16:creationId xmlns:a16="http://schemas.microsoft.com/office/drawing/2014/main" id="{D1E0B0A0-C834-9D4D-9DDD-D4222C181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5" name="Rectangle 262">
              <a:extLst>
                <a:ext uri="{FF2B5EF4-FFF2-40B4-BE49-F238E27FC236}">
                  <a16:creationId xmlns:a16="http://schemas.microsoft.com/office/drawing/2014/main" id="{B2DA4C56-6E4F-4F46-A99C-698FAADDB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6" name="Group 263">
              <a:extLst>
                <a:ext uri="{FF2B5EF4-FFF2-40B4-BE49-F238E27FC236}">
                  <a16:creationId xmlns:a16="http://schemas.microsoft.com/office/drawing/2014/main" id="{0476FEFE-2DC6-2148-99D9-A5C054B12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31" name="AutoShape 264">
                <a:extLst>
                  <a:ext uri="{FF2B5EF4-FFF2-40B4-BE49-F238E27FC236}">
                    <a16:creationId xmlns:a16="http://schemas.microsoft.com/office/drawing/2014/main" id="{81145D7E-D3D7-0D4C-A411-943EBD5AA0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2" name="AutoShape 265">
                <a:extLst>
                  <a:ext uri="{FF2B5EF4-FFF2-40B4-BE49-F238E27FC236}">
                    <a16:creationId xmlns:a16="http://schemas.microsoft.com/office/drawing/2014/main" id="{67891F44-03D3-CF47-86FB-FB0C31AF65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7" name="Rectangle 266">
              <a:extLst>
                <a:ext uri="{FF2B5EF4-FFF2-40B4-BE49-F238E27FC236}">
                  <a16:creationId xmlns:a16="http://schemas.microsoft.com/office/drawing/2014/main" id="{1D029B33-0C7B-864F-B801-978A4B8FD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8" name="Group 267">
              <a:extLst>
                <a:ext uri="{FF2B5EF4-FFF2-40B4-BE49-F238E27FC236}">
                  <a16:creationId xmlns:a16="http://schemas.microsoft.com/office/drawing/2014/main" id="{8A3352FE-9285-9E4C-BF29-D635003DF9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9" name="AutoShape 268">
                <a:extLst>
                  <a:ext uri="{FF2B5EF4-FFF2-40B4-BE49-F238E27FC236}">
                    <a16:creationId xmlns:a16="http://schemas.microsoft.com/office/drawing/2014/main" id="{CC6637ED-E66A-004E-AE38-F32E55EC54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0" name="AutoShape 269">
                <a:extLst>
                  <a:ext uri="{FF2B5EF4-FFF2-40B4-BE49-F238E27FC236}">
                    <a16:creationId xmlns:a16="http://schemas.microsoft.com/office/drawing/2014/main" id="{99FAA76E-7386-FC45-ACF1-30D129724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9" name="Rectangle 270">
              <a:extLst>
                <a:ext uri="{FF2B5EF4-FFF2-40B4-BE49-F238E27FC236}">
                  <a16:creationId xmlns:a16="http://schemas.microsoft.com/office/drawing/2014/main" id="{AFCC8C61-44F6-2242-8855-E7238EE55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Rectangle 271">
              <a:extLst>
                <a:ext uri="{FF2B5EF4-FFF2-40B4-BE49-F238E27FC236}">
                  <a16:creationId xmlns:a16="http://schemas.microsoft.com/office/drawing/2014/main" id="{5F416F68-F5C3-E047-86DD-2B69313C9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1" name="Group 272">
              <a:extLst>
                <a:ext uri="{FF2B5EF4-FFF2-40B4-BE49-F238E27FC236}">
                  <a16:creationId xmlns:a16="http://schemas.microsoft.com/office/drawing/2014/main" id="{63D616E2-37F9-FA41-93A3-EC867A9C9D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27" name="AutoShape 273">
                <a:extLst>
                  <a:ext uri="{FF2B5EF4-FFF2-40B4-BE49-F238E27FC236}">
                    <a16:creationId xmlns:a16="http://schemas.microsoft.com/office/drawing/2014/main" id="{666D6CE3-43E0-B641-9B47-80DA04FB01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8" name="AutoShape 274">
                <a:extLst>
                  <a:ext uri="{FF2B5EF4-FFF2-40B4-BE49-F238E27FC236}">
                    <a16:creationId xmlns:a16="http://schemas.microsoft.com/office/drawing/2014/main" id="{D94D4D24-3A62-4346-A4B0-AF4901D561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12" name="Freeform 275">
              <a:extLst>
                <a:ext uri="{FF2B5EF4-FFF2-40B4-BE49-F238E27FC236}">
                  <a16:creationId xmlns:a16="http://schemas.microsoft.com/office/drawing/2014/main" id="{5502E20D-D3F9-1445-AE1A-C5A9B7BBB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3" name="Group 276">
              <a:extLst>
                <a:ext uri="{FF2B5EF4-FFF2-40B4-BE49-F238E27FC236}">
                  <a16:creationId xmlns:a16="http://schemas.microsoft.com/office/drawing/2014/main" id="{88289607-2CB3-6846-972E-267A38967E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25" name="AutoShape 277">
                <a:extLst>
                  <a:ext uri="{FF2B5EF4-FFF2-40B4-BE49-F238E27FC236}">
                    <a16:creationId xmlns:a16="http://schemas.microsoft.com/office/drawing/2014/main" id="{4D384432-D7DC-704B-9036-8E7B3A2934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6" name="AutoShape 278">
                <a:extLst>
                  <a:ext uri="{FF2B5EF4-FFF2-40B4-BE49-F238E27FC236}">
                    <a16:creationId xmlns:a16="http://schemas.microsoft.com/office/drawing/2014/main" id="{D9C2A3A1-5244-A14A-8274-DFC1383E58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14" name="Rectangle 279">
              <a:extLst>
                <a:ext uri="{FF2B5EF4-FFF2-40B4-BE49-F238E27FC236}">
                  <a16:creationId xmlns:a16="http://schemas.microsoft.com/office/drawing/2014/main" id="{B1F8DD2B-C939-2C43-B20B-2B1AD74D4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5" name="Freeform 280">
              <a:extLst>
                <a:ext uri="{FF2B5EF4-FFF2-40B4-BE49-F238E27FC236}">
                  <a16:creationId xmlns:a16="http://schemas.microsoft.com/office/drawing/2014/main" id="{F16DC7B2-4515-5543-B12A-6165D6E2E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Freeform 281">
              <a:extLst>
                <a:ext uri="{FF2B5EF4-FFF2-40B4-BE49-F238E27FC236}">
                  <a16:creationId xmlns:a16="http://schemas.microsoft.com/office/drawing/2014/main" id="{004AE2FC-7231-E64A-BEBE-ADCA412A0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7" name="Oval 282">
              <a:extLst>
                <a:ext uri="{FF2B5EF4-FFF2-40B4-BE49-F238E27FC236}">
                  <a16:creationId xmlns:a16="http://schemas.microsoft.com/office/drawing/2014/main" id="{5A6BAD53-D0CF-DF42-803B-A591FE492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8" name="Freeform 283">
              <a:extLst>
                <a:ext uri="{FF2B5EF4-FFF2-40B4-BE49-F238E27FC236}">
                  <a16:creationId xmlns:a16="http://schemas.microsoft.com/office/drawing/2014/main" id="{37D6350E-473C-2F48-8443-85DB0303D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9" name="AutoShape 284">
              <a:extLst>
                <a:ext uri="{FF2B5EF4-FFF2-40B4-BE49-F238E27FC236}">
                  <a16:creationId xmlns:a16="http://schemas.microsoft.com/office/drawing/2014/main" id="{BC07E322-3708-CF4A-90EA-569EBA34D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AutoShape 285">
              <a:extLst>
                <a:ext uri="{FF2B5EF4-FFF2-40B4-BE49-F238E27FC236}">
                  <a16:creationId xmlns:a16="http://schemas.microsoft.com/office/drawing/2014/main" id="{13CC96E0-B269-1C41-8B8A-26D7B49CC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1" name="Oval 286">
              <a:extLst>
                <a:ext uri="{FF2B5EF4-FFF2-40B4-BE49-F238E27FC236}">
                  <a16:creationId xmlns:a16="http://schemas.microsoft.com/office/drawing/2014/main" id="{B778BB94-7A1A-2A49-A8EF-9BB086F52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Oval 287">
              <a:extLst>
                <a:ext uri="{FF2B5EF4-FFF2-40B4-BE49-F238E27FC236}">
                  <a16:creationId xmlns:a16="http://schemas.microsoft.com/office/drawing/2014/main" id="{F501B229-B7EF-6B41-9F50-357DBD633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23" name="Oval 288">
              <a:extLst>
                <a:ext uri="{FF2B5EF4-FFF2-40B4-BE49-F238E27FC236}">
                  <a16:creationId xmlns:a16="http://schemas.microsoft.com/office/drawing/2014/main" id="{B00DA42E-62A3-B349-A633-497D45856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4" name="Rectangle 289">
              <a:extLst>
                <a:ext uri="{FF2B5EF4-FFF2-40B4-BE49-F238E27FC236}">
                  <a16:creationId xmlns:a16="http://schemas.microsoft.com/office/drawing/2014/main" id="{238D91CD-38E8-4C4C-BE90-4508D42E5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67" name="Slide Number Placeholder 2">
            <a:extLst>
              <a:ext uri="{FF2B5EF4-FFF2-40B4-BE49-F238E27FC236}">
                <a16:creationId xmlns:a16="http://schemas.microsoft.com/office/drawing/2014/main" id="{0480BCEF-F94C-E34B-B55C-97CE664B5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07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3" grpId="0"/>
      <p:bldP spid="184" grpId="0"/>
      <p:bldP spid="185" grpId="0"/>
      <p:bldP spid="186" grpId="0"/>
      <p:bldP spid="187" grpId="0"/>
      <p:bldP spid="188" grpId="0"/>
      <p:bldP spid="190" grpId="0"/>
      <p:bldP spid="19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 name resolution: recursive query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171" name="Text Box 5">
            <a:extLst>
              <a:ext uri="{FF2B5EF4-FFF2-40B4-BE49-F238E27FC236}">
                <a16:creationId xmlns:a16="http://schemas.microsoft.com/office/drawing/2014/main" id="{5980C4D7-7160-6843-9829-B4A4351B5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8154" y="3848735"/>
            <a:ext cx="181652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requesting host at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engineering.nyu.edu</a:t>
            </a:r>
          </a:p>
        </p:txBody>
      </p:sp>
      <p:sp>
        <p:nvSpPr>
          <p:cNvPr id="172" name="Text Box 6">
            <a:extLst>
              <a:ext uri="{FF2B5EF4-FFF2-40B4-BE49-F238E27FC236}">
                <a16:creationId xmlns:a16="http://schemas.microsoft.com/office/drawing/2014/main" id="{0572A6CE-4DDA-D648-8802-F03C444E2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9161" y="4208147"/>
            <a:ext cx="1878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gaia.cs.umass.edu</a:t>
            </a:r>
          </a:p>
        </p:txBody>
      </p:sp>
      <p:sp>
        <p:nvSpPr>
          <p:cNvPr id="173" name="Text Box 17">
            <a:extLst>
              <a:ext uri="{FF2B5EF4-FFF2-40B4-BE49-F238E27FC236}">
                <a16:creationId xmlns:a16="http://schemas.microsoft.com/office/drawing/2014/main" id="{82144ED5-2C8E-184D-A863-C3B672AB3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588" y="1322438"/>
            <a:ext cx="20113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root DNS server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4" name="Line 18">
            <a:extLst>
              <a:ext uri="{FF2B5EF4-FFF2-40B4-BE49-F238E27FC236}">
                <a16:creationId xmlns:a16="http://schemas.microsoft.com/office/drawing/2014/main" id="{0055E9E5-6DE8-1543-9989-1B8A533D40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04927" y="3275781"/>
            <a:ext cx="1196994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5" name="Line 19">
            <a:extLst>
              <a:ext uri="{FF2B5EF4-FFF2-40B4-BE49-F238E27FC236}">
                <a16:creationId xmlns:a16="http://schemas.microsoft.com/office/drawing/2014/main" id="{5959B616-2817-F149-AD5A-71429EF235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84477" y="2005693"/>
            <a:ext cx="914400" cy="9715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Line 20">
            <a:extLst>
              <a:ext uri="{FF2B5EF4-FFF2-40B4-BE49-F238E27FC236}">
                <a16:creationId xmlns:a16="http://schemas.microsoft.com/office/drawing/2014/main" id="{6EF73249-815F-C548-BC5E-38E4ACE60E79}"/>
              </a:ext>
            </a:extLst>
          </p:cNvPr>
          <p:cNvSpPr>
            <a:spLocks noChangeShapeType="1"/>
          </p:cNvSpPr>
          <p:nvPr/>
        </p:nvSpPr>
        <p:spPr bwMode="auto">
          <a:xfrm>
            <a:off x="9672062" y="3760198"/>
            <a:ext cx="2427" cy="702311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7" name="Line 21">
            <a:extLst>
              <a:ext uri="{FF2B5EF4-FFF2-40B4-BE49-F238E27FC236}">
                <a16:creationId xmlns:a16="http://schemas.microsoft.com/office/drawing/2014/main" id="{CEC0960C-844E-6F44-83D5-7DC0B1F8A21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491701" y="3747010"/>
            <a:ext cx="2427" cy="734919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8" name="Line 22">
            <a:extLst>
              <a:ext uri="{FF2B5EF4-FFF2-40B4-BE49-F238E27FC236}">
                <a16:creationId xmlns:a16="http://schemas.microsoft.com/office/drawing/2014/main" id="{1CAC12BF-7C29-F640-93E6-9DF1650DE0DF}"/>
              </a:ext>
            </a:extLst>
          </p:cNvPr>
          <p:cNvSpPr>
            <a:spLocks noChangeShapeType="1"/>
          </p:cNvSpPr>
          <p:nvPr/>
        </p:nvSpPr>
        <p:spPr bwMode="auto">
          <a:xfrm>
            <a:off x="9038381" y="2075731"/>
            <a:ext cx="405154" cy="841218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9" name="Line 23">
            <a:extLst>
              <a:ext uri="{FF2B5EF4-FFF2-40B4-BE49-F238E27FC236}">
                <a16:creationId xmlns:a16="http://schemas.microsoft.com/office/drawing/2014/main" id="{349E5526-4318-4744-A470-D0A69AD70F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97203" y="3439703"/>
            <a:ext cx="1319232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0" name="Group 24">
            <a:extLst>
              <a:ext uri="{FF2B5EF4-FFF2-40B4-BE49-F238E27FC236}">
                <a16:creationId xmlns:a16="http://schemas.microsoft.com/office/drawing/2014/main" id="{25257205-98B6-614F-8BDC-3E790117BE54}"/>
              </a:ext>
            </a:extLst>
          </p:cNvPr>
          <p:cNvGrpSpPr>
            <a:grpSpLocks/>
          </p:cNvGrpSpPr>
          <p:nvPr/>
        </p:nvGrpSpPr>
        <p:grpSpPr bwMode="auto">
          <a:xfrm>
            <a:off x="6374803" y="3847199"/>
            <a:ext cx="1876425" cy="554038"/>
            <a:chOff x="2838" y="2132"/>
            <a:chExt cx="1182" cy="349"/>
          </a:xfrm>
        </p:grpSpPr>
        <p:sp>
          <p:nvSpPr>
            <p:cNvPr id="181" name="Rectangle 25">
              <a:extLst>
                <a:ext uri="{FF2B5EF4-FFF2-40B4-BE49-F238E27FC236}">
                  <a16:creationId xmlns:a16="http://schemas.microsoft.com/office/drawing/2014/main" id="{D65FCF25-F405-B748-88E8-10A3D8396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8" y="2178"/>
              <a:ext cx="1182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2" name="Text Box 26">
              <a:extLst>
                <a:ext uri="{FF2B5EF4-FFF2-40B4-BE49-F238E27FC236}">
                  <a16:creationId xmlns:a16="http://schemas.microsoft.com/office/drawing/2014/main" id="{E1FF55F2-CAA3-F740-9BE9-AB0BAF4EF8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7" y="2132"/>
              <a:ext cx="1085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local DNS server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dns.nyu.edu</a:t>
              </a:r>
            </a:p>
          </p:txBody>
        </p:sp>
      </p:grpSp>
      <p:sp>
        <p:nvSpPr>
          <p:cNvPr id="183" name="Text Box 27">
            <a:extLst>
              <a:ext uri="{FF2B5EF4-FFF2-40B4-BE49-F238E27FC236}">
                <a16:creationId xmlns:a16="http://schemas.microsoft.com/office/drawing/2014/main" id="{89A9D659-504E-DE4E-B6CF-35E06A82E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5191" y="288670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4" name="Text Box 28">
            <a:extLst>
              <a:ext uri="{FF2B5EF4-FFF2-40B4-BE49-F238E27FC236}">
                <a16:creationId xmlns:a16="http://schemas.microsoft.com/office/drawing/2014/main" id="{72F042CE-6C6C-7040-AA88-05028C243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4177" y="222318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5" name="Text Box 29">
            <a:extLst>
              <a:ext uri="{FF2B5EF4-FFF2-40B4-BE49-F238E27FC236}">
                <a16:creationId xmlns:a16="http://schemas.microsoft.com/office/drawing/2014/main" id="{E4355CE5-EFAB-8E4F-AA84-68513D8FC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965" y="2130702"/>
            <a:ext cx="11965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6" name="Text Box 30">
            <a:extLst>
              <a:ext uri="{FF2B5EF4-FFF2-40B4-BE49-F238E27FC236}">
                <a16:creationId xmlns:a16="http://schemas.microsoft.com/office/drawing/2014/main" id="{61F544AA-6B92-714B-84C9-4070F63CA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1511" y="3917024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4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7" name="Text Box 31">
            <a:extLst>
              <a:ext uri="{FF2B5EF4-FFF2-40B4-BE49-F238E27FC236}">
                <a16:creationId xmlns:a16="http://schemas.microsoft.com/office/drawing/2014/main" id="{30095F9A-09A7-2540-B6C0-0D32BAB45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0827" y="3968637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5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8" name="Text Box 32">
            <a:extLst>
              <a:ext uri="{FF2B5EF4-FFF2-40B4-BE49-F238E27FC236}">
                <a16:creationId xmlns:a16="http://schemas.microsoft.com/office/drawing/2014/main" id="{AB8F7B88-B6E0-EF40-999E-00C192F32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4934" y="268526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6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9" name="Text Box 60">
            <a:extLst>
              <a:ext uri="{FF2B5EF4-FFF2-40B4-BE49-F238E27FC236}">
                <a16:creationId xmlns:a16="http://schemas.microsoft.com/office/drawing/2014/main" id="{9260634C-BE01-F74D-BF1A-744B534DD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6977" y="5214030"/>
            <a:ext cx="23971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authoritative DNS server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dns.cs.umass.edu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0" name="Text Box 61">
            <a:extLst>
              <a:ext uri="{FF2B5EF4-FFF2-40B4-BE49-F238E27FC236}">
                <a16:creationId xmlns:a16="http://schemas.microsoft.com/office/drawing/2014/main" id="{6085ED00-1F5E-0643-A173-419315EE3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2727" y="2626662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7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1" name="Text Box 62">
            <a:extLst>
              <a:ext uri="{FF2B5EF4-FFF2-40B4-BE49-F238E27FC236}">
                <a16:creationId xmlns:a16="http://schemas.microsoft.com/office/drawing/2014/main" id="{31298658-8B21-7440-B171-ED6F192C9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5714" y="3470502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8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2" name="Line 63">
            <a:extLst>
              <a:ext uri="{FF2B5EF4-FFF2-40B4-BE49-F238E27FC236}">
                <a16:creationId xmlns:a16="http://schemas.microsoft.com/office/drawing/2014/main" id="{10C66233-6CC9-374E-8305-B82B34B3764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981775" y="2427554"/>
            <a:ext cx="344289" cy="6454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3" name="Line 64">
            <a:extLst>
              <a:ext uri="{FF2B5EF4-FFF2-40B4-BE49-F238E27FC236}">
                <a16:creationId xmlns:a16="http://schemas.microsoft.com/office/drawing/2014/main" id="{BAF9BA4A-0868-F849-BA68-582D117DCF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92268" y="2275514"/>
            <a:ext cx="710991" cy="774754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4" name="Text Box 65">
            <a:extLst>
              <a:ext uri="{FF2B5EF4-FFF2-40B4-BE49-F238E27FC236}">
                <a16:creationId xmlns:a16="http://schemas.microsoft.com/office/drawing/2014/main" id="{8797BCED-3D71-5A4B-8881-BCE8144E8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2504" y="2971557"/>
            <a:ext cx="20113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TLD DNS server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95" name="Group 86">
            <a:extLst>
              <a:ext uri="{FF2B5EF4-FFF2-40B4-BE49-F238E27FC236}">
                <a16:creationId xmlns:a16="http://schemas.microsoft.com/office/drawing/2014/main" id="{75CA10E2-E46A-8244-A966-A51F3D99FE1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526900" y="4590027"/>
            <a:ext cx="787391" cy="614055"/>
            <a:chOff x="-44" y="1473"/>
            <a:chExt cx="981" cy="1105"/>
          </a:xfrm>
        </p:grpSpPr>
        <p:pic>
          <p:nvPicPr>
            <p:cNvPr id="196" name="Picture 87" descr="desktop_computer_stylized_medium">
              <a:extLst>
                <a:ext uri="{FF2B5EF4-FFF2-40B4-BE49-F238E27FC236}">
                  <a16:creationId xmlns:a16="http://schemas.microsoft.com/office/drawing/2014/main" id="{71723812-15F4-5248-BF42-895CB471AE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7" name="Freeform 88">
              <a:extLst>
                <a:ext uri="{FF2B5EF4-FFF2-40B4-BE49-F238E27FC236}">
                  <a16:creationId xmlns:a16="http://schemas.microsoft.com/office/drawing/2014/main" id="{4B3596A6-2AD0-DC45-8E8C-2A75454E7B1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98" name="Group 89">
            <a:extLst>
              <a:ext uri="{FF2B5EF4-FFF2-40B4-BE49-F238E27FC236}">
                <a16:creationId xmlns:a16="http://schemas.microsoft.com/office/drawing/2014/main" id="{06C72D69-BC87-104E-99A1-1FE2BBFDF3AB}"/>
              </a:ext>
            </a:extLst>
          </p:cNvPr>
          <p:cNvGrpSpPr>
            <a:grpSpLocks/>
          </p:cNvGrpSpPr>
          <p:nvPr/>
        </p:nvGrpSpPr>
        <p:grpSpPr bwMode="auto">
          <a:xfrm>
            <a:off x="5099109" y="3053085"/>
            <a:ext cx="883580" cy="766310"/>
            <a:chOff x="-44" y="1473"/>
            <a:chExt cx="981" cy="1105"/>
          </a:xfrm>
        </p:grpSpPr>
        <p:pic>
          <p:nvPicPr>
            <p:cNvPr id="199" name="Picture 90" descr="desktop_computer_stylized_medium">
              <a:extLst>
                <a:ext uri="{FF2B5EF4-FFF2-40B4-BE49-F238E27FC236}">
                  <a16:creationId xmlns:a16="http://schemas.microsoft.com/office/drawing/2014/main" id="{8EECB2CE-1B4C-2746-A9F6-C35C4B9609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0" name="Freeform 91">
              <a:extLst>
                <a:ext uri="{FF2B5EF4-FFF2-40B4-BE49-F238E27FC236}">
                  <a16:creationId xmlns:a16="http://schemas.microsoft.com/office/drawing/2014/main" id="{D65AC841-4780-A94B-9F97-1107EEE46B3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01" name="Group 125">
            <a:extLst>
              <a:ext uri="{FF2B5EF4-FFF2-40B4-BE49-F238E27FC236}">
                <a16:creationId xmlns:a16="http://schemas.microsoft.com/office/drawing/2014/main" id="{724CF7FE-3214-0741-AD8D-7483973CF725}"/>
              </a:ext>
            </a:extLst>
          </p:cNvPr>
          <p:cNvGrpSpPr>
            <a:grpSpLocks/>
          </p:cNvGrpSpPr>
          <p:nvPr/>
        </p:nvGrpSpPr>
        <p:grpSpPr bwMode="auto">
          <a:xfrm>
            <a:off x="9410102" y="4528230"/>
            <a:ext cx="390525" cy="641350"/>
            <a:chOff x="4140" y="429"/>
            <a:chExt cx="1425" cy="2396"/>
          </a:xfrm>
        </p:grpSpPr>
        <p:sp>
          <p:nvSpPr>
            <p:cNvPr id="202" name="Freeform 126">
              <a:extLst>
                <a:ext uri="{FF2B5EF4-FFF2-40B4-BE49-F238E27FC236}">
                  <a16:creationId xmlns:a16="http://schemas.microsoft.com/office/drawing/2014/main" id="{430EC70E-0BF7-F44C-8DEF-C9A33626D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3" name="Rectangle 127">
              <a:extLst>
                <a:ext uri="{FF2B5EF4-FFF2-40B4-BE49-F238E27FC236}">
                  <a16:creationId xmlns:a16="http://schemas.microsoft.com/office/drawing/2014/main" id="{6C288CD0-9AED-1548-9DEF-7CF8E72A0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4" name="Freeform 128">
              <a:extLst>
                <a:ext uri="{FF2B5EF4-FFF2-40B4-BE49-F238E27FC236}">
                  <a16:creationId xmlns:a16="http://schemas.microsoft.com/office/drawing/2014/main" id="{08551039-74E8-F44D-8449-133AF9BF8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5" name="Freeform 129">
              <a:extLst>
                <a:ext uri="{FF2B5EF4-FFF2-40B4-BE49-F238E27FC236}">
                  <a16:creationId xmlns:a16="http://schemas.microsoft.com/office/drawing/2014/main" id="{D41FFC6C-D9E1-E74F-BF15-4894E774B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6" name="Rectangle 130">
              <a:extLst>
                <a:ext uri="{FF2B5EF4-FFF2-40B4-BE49-F238E27FC236}">
                  <a16:creationId xmlns:a16="http://schemas.microsoft.com/office/drawing/2014/main" id="{4AA5429D-F727-884E-96D1-EA63944E5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07" name="Group 131">
              <a:extLst>
                <a:ext uri="{FF2B5EF4-FFF2-40B4-BE49-F238E27FC236}">
                  <a16:creationId xmlns:a16="http://schemas.microsoft.com/office/drawing/2014/main" id="{9CE31B7B-945E-6B44-B446-849D24418C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2" name="AutoShape 132">
                <a:extLst>
                  <a:ext uri="{FF2B5EF4-FFF2-40B4-BE49-F238E27FC236}">
                    <a16:creationId xmlns:a16="http://schemas.microsoft.com/office/drawing/2014/main" id="{FA2F0F31-D516-1C43-8236-266B26AEF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3" name="AutoShape 133">
                <a:extLst>
                  <a:ext uri="{FF2B5EF4-FFF2-40B4-BE49-F238E27FC236}">
                    <a16:creationId xmlns:a16="http://schemas.microsoft.com/office/drawing/2014/main" id="{6EC2A0FB-C35E-CF41-B938-33BF0264E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08" name="Rectangle 134">
              <a:extLst>
                <a:ext uri="{FF2B5EF4-FFF2-40B4-BE49-F238E27FC236}">
                  <a16:creationId xmlns:a16="http://schemas.microsoft.com/office/drawing/2014/main" id="{9298A98E-EDE0-4B4A-9352-BE6FAE720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09" name="Group 135">
              <a:extLst>
                <a:ext uri="{FF2B5EF4-FFF2-40B4-BE49-F238E27FC236}">
                  <a16:creationId xmlns:a16="http://schemas.microsoft.com/office/drawing/2014/main" id="{C311DEB1-8226-3E48-8DA5-613E18CFA3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0" name="AutoShape 136">
                <a:extLst>
                  <a:ext uri="{FF2B5EF4-FFF2-40B4-BE49-F238E27FC236}">
                    <a16:creationId xmlns:a16="http://schemas.microsoft.com/office/drawing/2014/main" id="{E45D0285-F719-874E-AD50-E3F2882775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1" name="AutoShape 137">
                <a:extLst>
                  <a:ext uri="{FF2B5EF4-FFF2-40B4-BE49-F238E27FC236}">
                    <a16:creationId xmlns:a16="http://schemas.microsoft.com/office/drawing/2014/main" id="{BE16FE12-6196-EF46-A169-0C2675EA51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0" name="Rectangle 138">
              <a:extLst>
                <a:ext uri="{FF2B5EF4-FFF2-40B4-BE49-F238E27FC236}">
                  <a16:creationId xmlns:a16="http://schemas.microsoft.com/office/drawing/2014/main" id="{A7531C2D-AF11-3642-9C87-3B93BEDD6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1" name="Rectangle 139">
              <a:extLst>
                <a:ext uri="{FF2B5EF4-FFF2-40B4-BE49-F238E27FC236}">
                  <a16:creationId xmlns:a16="http://schemas.microsoft.com/office/drawing/2014/main" id="{06C1B7AC-1454-714B-A50F-7F9B42D77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2" name="Group 140">
              <a:extLst>
                <a:ext uri="{FF2B5EF4-FFF2-40B4-BE49-F238E27FC236}">
                  <a16:creationId xmlns:a16="http://schemas.microsoft.com/office/drawing/2014/main" id="{86C62EBF-E65E-4D4B-884D-BA39C6A8B2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8" name="AutoShape 141">
                <a:extLst>
                  <a:ext uri="{FF2B5EF4-FFF2-40B4-BE49-F238E27FC236}">
                    <a16:creationId xmlns:a16="http://schemas.microsoft.com/office/drawing/2014/main" id="{A3E87978-B7EB-E644-B3A8-D8FDCF7E8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9" name="AutoShape 142">
                <a:extLst>
                  <a:ext uri="{FF2B5EF4-FFF2-40B4-BE49-F238E27FC236}">
                    <a16:creationId xmlns:a16="http://schemas.microsoft.com/office/drawing/2014/main" id="{91E0D4CD-2CBB-DD47-8147-BE3E03C965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3" name="Freeform 143">
              <a:extLst>
                <a:ext uri="{FF2B5EF4-FFF2-40B4-BE49-F238E27FC236}">
                  <a16:creationId xmlns:a16="http://schemas.microsoft.com/office/drawing/2014/main" id="{0D682965-15A3-3541-A789-479A47800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4" name="Group 144">
              <a:extLst>
                <a:ext uri="{FF2B5EF4-FFF2-40B4-BE49-F238E27FC236}">
                  <a16:creationId xmlns:a16="http://schemas.microsoft.com/office/drawing/2014/main" id="{0C8D690A-21E1-4146-83A5-7245CAEA83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6" name="AutoShape 145">
                <a:extLst>
                  <a:ext uri="{FF2B5EF4-FFF2-40B4-BE49-F238E27FC236}">
                    <a16:creationId xmlns:a16="http://schemas.microsoft.com/office/drawing/2014/main" id="{7C15E592-E347-A846-AC9F-C18905A617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7" name="AutoShape 146">
                <a:extLst>
                  <a:ext uri="{FF2B5EF4-FFF2-40B4-BE49-F238E27FC236}">
                    <a16:creationId xmlns:a16="http://schemas.microsoft.com/office/drawing/2014/main" id="{3D0AF765-217C-594C-B21E-869B0884A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5" name="Rectangle 147">
              <a:extLst>
                <a:ext uri="{FF2B5EF4-FFF2-40B4-BE49-F238E27FC236}">
                  <a16:creationId xmlns:a16="http://schemas.microsoft.com/office/drawing/2014/main" id="{4C635A33-8E8F-7D44-92DB-F6F09BFD8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6" name="Freeform 148">
              <a:extLst>
                <a:ext uri="{FF2B5EF4-FFF2-40B4-BE49-F238E27FC236}">
                  <a16:creationId xmlns:a16="http://schemas.microsoft.com/office/drawing/2014/main" id="{4B503159-D00F-C640-B18B-72CCC4B30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7" name="Freeform 149">
              <a:extLst>
                <a:ext uri="{FF2B5EF4-FFF2-40B4-BE49-F238E27FC236}">
                  <a16:creationId xmlns:a16="http://schemas.microsoft.com/office/drawing/2014/main" id="{83A278D9-086C-BE47-BA0D-A1CB49B9D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8" name="Oval 150">
              <a:extLst>
                <a:ext uri="{FF2B5EF4-FFF2-40B4-BE49-F238E27FC236}">
                  <a16:creationId xmlns:a16="http://schemas.microsoft.com/office/drawing/2014/main" id="{71B59C46-33D8-EC4A-A0CA-4AF6B7EE7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9" name="Freeform 151">
              <a:extLst>
                <a:ext uri="{FF2B5EF4-FFF2-40B4-BE49-F238E27FC236}">
                  <a16:creationId xmlns:a16="http://schemas.microsoft.com/office/drawing/2014/main" id="{3C577FAB-12B4-CA48-B90D-D923F7168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0" name="AutoShape 152">
              <a:extLst>
                <a:ext uri="{FF2B5EF4-FFF2-40B4-BE49-F238E27FC236}">
                  <a16:creationId xmlns:a16="http://schemas.microsoft.com/office/drawing/2014/main" id="{0744BC6B-A26A-7E49-A677-B90EDB08F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1" name="AutoShape 153">
              <a:extLst>
                <a:ext uri="{FF2B5EF4-FFF2-40B4-BE49-F238E27FC236}">
                  <a16:creationId xmlns:a16="http://schemas.microsoft.com/office/drawing/2014/main" id="{574AC8BD-9D1C-FB42-BD21-1A786B862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2" name="Oval 154">
              <a:extLst>
                <a:ext uri="{FF2B5EF4-FFF2-40B4-BE49-F238E27FC236}">
                  <a16:creationId xmlns:a16="http://schemas.microsoft.com/office/drawing/2014/main" id="{5AFE8D2C-0569-3047-AB73-8A9B37AF1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3" name="Oval 155">
              <a:extLst>
                <a:ext uri="{FF2B5EF4-FFF2-40B4-BE49-F238E27FC236}">
                  <a16:creationId xmlns:a16="http://schemas.microsoft.com/office/drawing/2014/main" id="{83B0123B-44CF-B845-B272-496DEB238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4" name="Oval 156">
              <a:extLst>
                <a:ext uri="{FF2B5EF4-FFF2-40B4-BE49-F238E27FC236}">
                  <a16:creationId xmlns:a16="http://schemas.microsoft.com/office/drawing/2014/main" id="{FF7ABF78-07FF-FD40-9233-2EC92E7CB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5" name="Rectangle 157">
              <a:extLst>
                <a:ext uri="{FF2B5EF4-FFF2-40B4-BE49-F238E27FC236}">
                  <a16:creationId xmlns:a16="http://schemas.microsoft.com/office/drawing/2014/main" id="{D41F5C27-E8BB-6440-8D30-59C3961E0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34" name="Group 158">
            <a:extLst>
              <a:ext uri="{FF2B5EF4-FFF2-40B4-BE49-F238E27FC236}">
                <a16:creationId xmlns:a16="http://schemas.microsoft.com/office/drawing/2014/main" id="{AEB56919-E56B-7E4E-A7D7-98A288C3B252}"/>
              </a:ext>
            </a:extLst>
          </p:cNvPr>
          <p:cNvGrpSpPr>
            <a:grpSpLocks/>
          </p:cNvGrpSpPr>
          <p:nvPr/>
        </p:nvGrpSpPr>
        <p:grpSpPr bwMode="auto">
          <a:xfrm>
            <a:off x="7406677" y="3015343"/>
            <a:ext cx="390525" cy="641350"/>
            <a:chOff x="4140" y="429"/>
            <a:chExt cx="1425" cy="2396"/>
          </a:xfrm>
        </p:grpSpPr>
        <p:sp>
          <p:nvSpPr>
            <p:cNvPr id="235" name="Freeform 159">
              <a:extLst>
                <a:ext uri="{FF2B5EF4-FFF2-40B4-BE49-F238E27FC236}">
                  <a16:creationId xmlns:a16="http://schemas.microsoft.com/office/drawing/2014/main" id="{86964676-09BA-2F4D-8E07-76EACFD1A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6" name="Rectangle 160">
              <a:extLst>
                <a:ext uri="{FF2B5EF4-FFF2-40B4-BE49-F238E27FC236}">
                  <a16:creationId xmlns:a16="http://schemas.microsoft.com/office/drawing/2014/main" id="{FFAAD933-7081-1940-82D8-3553DCB08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7" name="Freeform 161">
              <a:extLst>
                <a:ext uri="{FF2B5EF4-FFF2-40B4-BE49-F238E27FC236}">
                  <a16:creationId xmlns:a16="http://schemas.microsoft.com/office/drawing/2014/main" id="{D61BDCB9-8C30-1C44-A8F2-0EC386728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" name="Freeform 162">
              <a:extLst>
                <a:ext uri="{FF2B5EF4-FFF2-40B4-BE49-F238E27FC236}">
                  <a16:creationId xmlns:a16="http://schemas.microsoft.com/office/drawing/2014/main" id="{3E122E01-84B9-6E48-861A-BEEBD7F67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Rectangle 163">
              <a:extLst>
                <a:ext uri="{FF2B5EF4-FFF2-40B4-BE49-F238E27FC236}">
                  <a16:creationId xmlns:a16="http://schemas.microsoft.com/office/drawing/2014/main" id="{3AD89C6E-5869-C84E-94DF-DD5388863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0" name="Group 164">
              <a:extLst>
                <a:ext uri="{FF2B5EF4-FFF2-40B4-BE49-F238E27FC236}">
                  <a16:creationId xmlns:a16="http://schemas.microsoft.com/office/drawing/2014/main" id="{919F3CC7-4090-E54D-9BA9-E092A8C810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5" name="AutoShape 165">
                <a:extLst>
                  <a:ext uri="{FF2B5EF4-FFF2-40B4-BE49-F238E27FC236}">
                    <a16:creationId xmlns:a16="http://schemas.microsoft.com/office/drawing/2014/main" id="{EAE6002E-6A1D-0B48-BA81-7D9DEC7045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6" name="AutoShape 166">
                <a:extLst>
                  <a:ext uri="{FF2B5EF4-FFF2-40B4-BE49-F238E27FC236}">
                    <a16:creationId xmlns:a16="http://schemas.microsoft.com/office/drawing/2014/main" id="{CAA5444A-9857-9149-867E-5562C085E1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1" name="Rectangle 167">
              <a:extLst>
                <a:ext uri="{FF2B5EF4-FFF2-40B4-BE49-F238E27FC236}">
                  <a16:creationId xmlns:a16="http://schemas.microsoft.com/office/drawing/2014/main" id="{93E34643-2646-D44C-9D6D-91A5B1C18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2" name="Group 168">
              <a:extLst>
                <a:ext uri="{FF2B5EF4-FFF2-40B4-BE49-F238E27FC236}">
                  <a16:creationId xmlns:a16="http://schemas.microsoft.com/office/drawing/2014/main" id="{652E8D93-E5DE-A34F-9D29-89AB07D056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63" name="AutoShape 169">
                <a:extLst>
                  <a:ext uri="{FF2B5EF4-FFF2-40B4-BE49-F238E27FC236}">
                    <a16:creationId xmlns:a16="http://schemas.microsoft.com/office/drawing/2014/main" id="{AA26172B-FDFE-3D4E-9541-B9BC052C1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4" name="AutoShape 170">
                <a:extLst>
                  <a:ext uri="{FF2B5EF4-FFF2-40B4-BE49-F238E27FC236}">
                    <a16:creationId xmlns:a16="http://schemas.microsoft.com/office/drawing/2014/main" id="{521BB6A8-6D33-7E40-B79B-A911E9D1C5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3" name="Rectangle 171">
              <a:extLst>
                <a:ext uri="{FF2B5EF4-FFF2-40B4-BE49-F238E27FC236}">
                  <a16:creationId xmlns:a16="http://schemas.microsoft.com/office/drawing/2014/main" id="{FF73D9CC-AAAC-D341-85A2-89BC26B91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4" name="Rectangle 172">
              <a:extLst>
                <a:ext uri="{FF2B5EF4-FFF2-40B4-BE49-F238E27FC236}">
                  <a16:creationId xmlns:a16="http://schemas.microsoft.com/office/drawing/2014/main" id="{B810EEDB-015F-FD45-9174-E980EC5FA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5" name="Group 173">
              <a:extLst>
                <a:ext uri="{FF2B5EF4-FFF2-40B4-BE49-F238E27FC236}">
                  <a16:creationId xmlns:a16="http://schemas.microsoft.com/office/drawing/2014/main" id="{2E72AE40-DCC2-4948-AD2E-564A2B8A82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61" name="AutoShape 174">
                <a:extLst>
                  <a:ext uri="{FF2B5EF4-FFF2-40B4-BE49-F238E27FC236}">
                    <a16:creationId xmlns:a16="http://schemas.microsoft.com/office/drawing/2014/main" id="{D9D1958B-0DAA-074E-A39D-ABDA1EA5B0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2" name="AutoShape 175">
                <a:extLst>
                  <a:ext uri="{FF2B5EF4-FFF2-40B4-BE49-F238E27FC236}">
                    <a16:creationId xmlns:a16="http://schemas.microsoft.com/office/drawing/2014/main" id="{8EFD2DEF-75B3-4B4C-BB17-5FDA1DFD91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6" name="Freeform 176">
              <a:extLst>
                <a:ext uri="{FF2B5EF4-FFF2-40B4-BE49-F238E27FC236}">
                  <a16:creationId xmlns:a16="http://schemas.microsoft.com/office/drawing/2014/main" id="{A52917D9-2F4F-8A4E-A096-B778F3B976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7" name="Group 177">
              <a:extLst>
                <a:ext uri="{FF2B5EF4-FFF2-40B4-BE49-F238E27FC236}">
                  <a16:creationId xmlns:a16="http://schemas.microsoft.com/office/drawing/2014/main" id="{8476C934-1025-054C-BF2F-A686380677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9" name="AutoShape 178">
                <a:extLst>
                  <a:ext uri="{FF2B5EF4-FFF2-40B4-BE49-F238E27FC236}">
                    <a16:creationId xmlns:a16="http://schemas.microsoft.com/office/drawing/2014/main" id="{8DF96225-9AB2-AB48-9090-A03A165D9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0" name="AutoShape 179">
                <a:extLst>
                  <a:ext uri="{FF2B5EF4-FFF2-40B4-BE49-F238E27FC236}">
                    <a16:creationId xmlns:a16="http://schemas.microsoft.com/office/drawing/2014/main" id="{B48F8DCA-7FC5-4D49-89FD-957B141759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8" name="Rectangle 180">
              <a:extLst>
                <a:ext uri="{FF2B5EF4-FFF2-40B4-BE49-F238E27FC236}">
                  <a16:creationId xmlns:a16="http://schemas.microsoft.com/office/drawing/2014/main" id="{82DD01ED-CC62-8E44-B4AF-5AB162B45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Freeform 181">
              <a:extLst>
                <a:ext uri="{FF2B5EF4-FFF2-40B4-BE49-F238E27FC236}">
                  <a16:creationId xmlns:a16="http://schemas.microsoft.com/office/drawing/2014/main" id="{02E0A0DA-75BD-A54E-BFBE-1053BAA47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0" name="Freeform 182">
              <a:extLst>
                <a:ext uri="{FF2B5EF4-FFF2-40B4-BE49-F238E27FC236}">
                  <a16:creationId xmlns:a16="http://schemas.microsoft.com/office/drawing/2014/main" id="{553CF65B-1E90-FF47-BBE8-B5344DE42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1" name="Oval 183">
              <a:extLst>
                <a:ext uri="{FF2B5EF4-FFF2-40B4-BE49-F238E27FC236}">
                  <a16:creationId xmlns:a16="http://schemas.microsoft.com/office/drawing/2014/main" id="{1CFB15AC-59D4-2B42-9567-80D6F30EC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2" name="Freeform 184">
              <a:extLst>
                <a:ext uri="{FF2B5EF4-FFF2-40B4-BE49-F238E27FC236}">
                  <a16:creationId xmlns:a16="http://schemas.microsoft.com/office/drawing/2014/main" id="{377D0A48-37B0-984B-9D70-F4CA7EE8A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3" name="AutoShape 185">
              <a:extLst>
                <a:ext uri="{FF2B5EF4-FFF2-40B4-BE49-F238E27FC236}">
                  <a16:creationId xmlns:a16="http://schemas.microsoft.com/office/drawing/2014/main" id="{1DF08F1A-8088-4349-B9B6-80E5278DD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4" name="AutoShape 186">
              <a:extLst>
                <a:ext uri="{FF2B5EF4-FFF2-40B4-BE49-F238E27FC236}">
                  <a16:creationId xmlns:a16="http://schemas.microsoft.com/office/drawing/2014/main" id="{AB1FF07F-165E-5C42-A46F-20C492B2A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5" name="Oval 187">
              <a:extLst>
                <a:ext uri="{FF2B5EF4-FFF2-40B4-BE49-F238E27FC236}">
                  <a16:creationId xmlns:a16="http://schemas.microsoft.com/office/drawing/2014/main" id="{246533F9-312A-7949-B6A5-04845D405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6" name="Oval 188">
              <a:extLst>
                <a:ext uri="{FF2B5EF4-FFF2-40B4-BE49-F238E27FC236}">
                  <a16:creationId xmlns:a16="http://schemas.microsoft.com/office/drawing/2014/main" id="{97B4BE6D-9A58-6C4D-98DB-90F92956E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57" name="Oval 189">
              <a:extLst>
                <a:ext uri="{FF2B5EF4-FFF2-40B4-BE49-F238E27FC236}">
                  <a16:creationId xmlns:a16="http://schemas.microsoft.com/office/drawing/2014/main" id="{B4E35ECA-82AF-A74F-9E87-BC1C1318F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Rectangle 190">
              <a:extLst>
                <a:ext uri="{FF2B5EF4-FFF2-40B4-BE49-F238E27FC236}">
                  <a16:creationId xmlns:a16="http://schemas.microsoft.com/office/drawing/2014/main" id="{32338498-7D1E-F249-A1B6-782EAA13A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7" name="Group 224">
            <a:extLst>
              <a:ext uri="{FF2B5EF4-FFF2-40B4-BE49-F238E27FC236}">
                <a16:creationId xmlns:a16="http://schemas.microsoft.com/office/drawing/2014/main" id="{3B18C9CF-4DB3-9A45-9F2E-A9E7637C3843}"/>
              </a:ext>
            </a:extLst>
          </p:cNvPr>
          <p:cNvGrpSpPr>
            <a:grpSpLocks/>
          </p:cNvGrpSpPr>
          <p:nvPr/>
        </p:nvGrpSpPr>
        <p:grpSpPr bwMode="auto">
          <a:xfrm>
            <a:off x="8560790" y="1753280"/>
            <a:ext cx="390525" cy="641350"/>
            <a:chOff x="4140" y="429"/>
            <a:chExt cx="1425" cy="2396"/>
          </a:xfrm>
        </p:grpSpPr>
        <p:sp>
          <p:nvSpPr>
            <p:cNvPr id="268" name="Freeform 225">
              <a:extLst>
                <a:ext uri="{FF2B5EF4-FFF2-40B4-BE49-F238E27FC236}">
                  <a16:creationId xmlns:a16="http://schemas.microsoft.com/office/drawing/2014/main" id="{8DE393E4-949F-5A47-87BC-37206D62F2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9" name="Rectangle 226">
              <a:extLst>
                <a:ext uri="{FF2B5EF4-FFF2-40B4-BE49-F238E27FC236}">
                  <a16:creationId xmlns:a16="http://schemas.microsoft.com/office/drawing/2014/main" id="{45AACD86-831C-7245-8042-0EAB26DDB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0" name="Freeform 227">
              <a:extLst>
                <a:ext uri="{FF2B5EF4-FFF2-40B4-BE49-F238E27FC236}">
                  <a16:creationId xmlns:a16="http://schemas.microsoft.com/office/drawing/2014/main" id="{641EE52D-59FB-874A-8BE7-992D8AB38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1" name="Freeform 228">
              <a:extLst>
                <a:ext uri="{FF2B5EF4-FFF2-40B4-BE49-F238E27FC236}">
                  <a16:creationId xmlns:a16="http://schemas.microsoft.com/office/drawing/2014/main" id="{745C23B7-E3E7-3244-8E92-2A519BCE4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2" name="Rectangle 229">
              <a:extLst>
                <a:ext uri="{FF2B5EF4-FFF2-40B4-BE49-F238E27FC236}">
                  <a16:creationId xmlns:a16="http://schemas.microsoft.com/office/drawing/2014/main" id="{53F1BA0D-FC18-8F40-B02C-5E5456D41E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3" name="Group 230">
              <a:extLst>
                <a:ext uri="{FF2B5EF4-FFF2-40B4-BE49-F238E27FC236}">
                  <a16:creationId xmlns:a16="http://schemas.microsoft.com/office/drawing/2014/main" id="{3BF69572-674D-F94F-AF3E-6360341D09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98" name="AutoShape 231">
                <a:extLst>
                  <a:ext uri="{FF2B5EF4-FFF2-40B4-BE49-F238E27FC236}">
                    <a16:creationId xmlns:a16="http://schemas.microsoft.com/office/drawing/2014/main" id="{7A3AB9B6-ED54-E640-B88B-6349E66AE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9" name="AutoShape 232">
                <a:extLst>
                  <a:ext uri="{FF2B5EF4-FFF2-40B4-BE49-F238E27FC236}">
                    <a16:creationId xmlns:a16="http://schemas.microsoft.com/office/drawing/2014/main" id="{41885595-164B-5A49-B50B-F202B13B92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4" name="Rectangle 233">
              <a:extLst>
                <a:ext uri="{FF2B5EF4-FFF2-40B4-BE49-F238E27FC236}">
                  <a16:creationId xmlns:a16="http://schemas.microsoft.com/office/drawing/2014/main" id="{1DC47301-CD25-F742-824D-B95A7C78B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5" name="Group 234">
              <a:extLst>
                <a:ext uri="{FF2B5EF4-FFF2-40B4-BE49-F238E27FC236}">
                  <a16:creationId xmlns:a16="http://schemas.microsoft.com/office/drawing/2014/main" id="{ABA534FC-B51E-B545-893B-AA2D360102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96" name="AutoShape 235">
                <a:extLst>
                  <a:ext uri="{FF2B5EF4-FFF2-40B4-BE49-F238E27FC236}">
                    <a16:creationId xmlns:a16="http://schemas.microsoft.com/office/drawing/2014/main" id="{BF3259EE-323A-7B46-BA99-522FF89692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7" name="AutoShape 236">
                <a:extLst>
                  <a:ext uri="{FF2B5EF4-FFF2-40B4-BE49-F238E27FC236}">
                    <a16:creationId xmlns:a16="http://schemas.microsoft.com/office/drawing/2014/main" id="{773E2C4B-E371-8849-89F1-CB3467DA22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6" name="Rectangle 237">
              <a:extLst>
                <a:ext uri="{FF2B5EF4-FFF2-40B4-BE49-F238E27FC236}">
                  <a16:creationId xmlns:a16="http://schemas.microsoft.com/office/drawing/2014/main" id="{65673162-6BD4-FA45-AD7B-65DCCB503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Rectangle 238">
              <a:extLst>
                <a:ext uri="{FF2B5EF4-FFF2-40B4-BE49-F238E27FC236}">
                  <a16:creationId xmlns:a16="http://schemas.microsoft.com/office/drawing/2014/main" id="{EB910949-1BF1-2E43-B251-2F5F6D2BC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8" name="Group 239">
              <a:extLst>
                <a:ext uri="{FF2B5EF4-FFF2-40B4-BE49-F238E27FC236}">
                  <a16:creationId xmlns:a16="http://schemas.microsoft.com/office/drawing/2014/main" id="{4ABA0E07-42B3-1C4B-A798-B21B741191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94" name="AutoShape 240">
                <a:extLst>
                  <a:ext uri="{FF2B5EF4-FFF2-40B4-BE49-F238E27FC236}">
                    <a16:creationId xmlns:a16="http://schemas.microsoft.com/office/drawing/2014/main" id="{833C6885-DF73-A44C-AF35-71696A344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5" name="AutoShape 241">
                <a:extLst>
                  <a:ext uri="{FF2B5EF4-FFF2-40B4-BE49-F238E27FC236}">
                    <a16:creationId xmlns:a16="http://schemas.microsoft.com/office/drawing/2014/main" id="{00053469-6811-F146-9041-0E9ADB93CF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9" name="Freeform 242">
              <a:extLst>
                <a:ext uri="{FF2B5EF4-FFF2-40B4-BE49-F238E27FC236}">
                  <a16:creationId xmlns:a16="http://schemas.microsoft.com/office/drawing/2014/main" id="{E93D621E-BD5E-4F41-B292-1FF1D9FD9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80" name="Group 243">
              <a:extLst>
                <a:ext uri="{FF2B5EF4-FFF2-40B4-BE49-F238E27FC236}">
                  <a16:creationId xmlns:a16="http://schemas.microsoft.com/office/drawing/2014/main" id="{D2A4152B-1063-5545-AFB4-C764C9E38D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92" name="AutoShape 244">
                <a:extLst>
                  <a:ext uri="{FF2B5EF4-FFF2-40B4-BE49-F238E27FC236}">
                    <a16:creationId xmlns:a16="http://schemas.microsoft.com/office/drawing/2014/main" id="{91B44A19-99F5-3246-B452-E6974C3882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3" name="AutoShape 245">
                <a:extLst>
                  <a:ext uri="{FF2B5EF4-FFF2-40B4-BE49-F238E27FC236}">
                    <a16:creationId xmlns:a16="http://schemas.microsoft.com/office/drawing/2014/main" id="{CE7C0896-4736-8044-B538-F09471477D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81" name="Rectangle 246">
              <a:extLst>
                <a:ext uri="{FF2B5EF4-FFF2-40B4-BE49-F238E27FC236}">
                  <a16:creationId xmlns:a16="http://schemas.microsoft.com/office/drawing/2014/main" id="{1D6C13B5-BF0F-554A-9CE4-3F075F937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2" name="Freeform 247">
              <a:extLst>
                <a:ext uri="{FF2B5EF4-FFF2-40B4-BE49-F238E27FC236}">
                  <a16:creationId xmlns:a16="http://schemas.microsoft.com/office/drawing/2014/main" id="{0F3FBF0A-EAF4-094D-A874-245423181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3" name="Freeform 248">
              <a:extLst>
                <a:ext uri="{FF2B5EF4-FFF2-40B4-BE49-F238E27FC236}">
                  <a16:creationId xmlns:a16="http://schemas.microsoft.com/office/drawing/2014/main" id="{EC002925-BD09-784A-9BB4-2AD299FA2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4" name="Oval 249">
              <a:extLst>
                <a:ext uri="{FF2B5EF4-FFF2-40B4-BE49-F238E27FC236}">
                  <a16:creationId xmlns:a16="http://schemas.microsoft.com/office/drawing/2014/main" id="{21E73907-A81B-E540-A734-D855A8052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5" name="Freeform 250">
              <a:extLst>
                <a:ext uri="{FF2B5EF4-FFF2-40B4-BE49-F238E27FC236}">
                  <a16:creationId xmlns:a16="http://schemas.microsoft.com/office/drawing/2014/main" id="{7B38A468-42E7-2245-BA7B-6136A4486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6" name="AutoShape 251">
              <a:extLst>
                <a:ext uri="{FF2B5EF4-FFF2-40B4-BE49-F238E27FC236}">
                  <a16:creationId xmlns:a16="http://schemas.microsoft.com/office/drawing/2014/main" id="{F798831B-76D3-634B-A1D7-73487DB6F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7" name="AutoShape 252">
              <a:extLst>
                <a:ext uri="{FF2B5EF4-FFF2-40B4-BE49-F238E27FC236}">
                  <a16:creationId xmlns:a16="http://schemas.microsoft.com/office/drawing/2014/main" id="{93B2ADD1-628A-5B4D-960D-449954DF9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8" name="Oval 253">
              <a:extLst>
                <a:ext uri="{FF2B5EF4-FFF2-40B4-BE49-F238E27FC236}">
                  <a16:creationId xmlns:a16="http://schemas.microsoft.com/office/drawing/2014/main" id="{359740D7-3452-8745-AD4F-78F1EAE69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9" name="Oval 254">
              <a:extLst>
                <a:ext uri="{FF2B5EF4-FFF2-40B4-BE49-F238E27FC236}">
                  <a16:creationId xmlns:a16="http://schemas.microsoft.com/office/drawing/2014/main" id="{6953048C-3B45-C945-95BD-05D0D95F9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90" name="Oval 255">
              <a:extLst>
                <a:ext uri="{FF2B5EF4-FFF2-40B4-BE49-F238E27FC236}">
                  <a16:creationId xmlns:a16="http://schemas.microsoft.com/office/drawing/2014/main" id="{FCF3244C-B9E8-DF49-A3D0-C0D2140BA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1" name="Rectangle 256">
              <a:extLst>
                <a:ext uri="{FF2B5EF4-FFF2-40B4-BE49-F238E27FC236}">
                  <a16:creationId xmlns:a16="http://schemas.microsoft.com/office/drawing/2014/main" id="{66CCCCC0-CA45-934C-8FFC-B89439DE4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00" name="Group 257">
            <a:extLst>
              <a:ext uri="{FF2B5EF4-FFF2-40B4-BE49-F238E27FC236}">
                <a16:creationId xmlns:a16="http://schemas.microsoft.com/office/drawing/2014/main" id="{6D88D42C-B784-1546-97B0-1AA7D6A27EC3}"/>
              </a:ext>
            </a:extLst>
          </p:cNvPr>
          <p:cNvGrpSpPr>
            <a:grpSpLocks/>
          </p:cNvGrpSpPr>
          <p:nvPr/>
        </p:nvGrpSpPr>
        <p:grpSpPr bwMode="auto">
          <a:xfrm>
            <a:off x="9376765" y="3005818"/>
            <a:ext cx="390525" cy="641350"/>
            <a:chOff x="4140" y="429"/>
            <a:chExt cx="1425" cy="2396"/>
          </a:xfrm>
        </p:grpSpPr>
        <p:sp>
          <p:nvSpPr>
            <p:cNvPr id="301" name="Freeform 258">
              <a:extLst>
                <a:ext uri="{FF2B5EF4-FFF2-40B4-BE49-F238E27FC236}">
                  <a16:creationId xmlns:a16="http://schemas.microsoft.com/office/drawing/2014/main" id="{702EC307-F8E6-434D-B445-B2F47A942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259">
              <a:extLst>
                <a:ext uri="{FF2B5EF4-FFF2-40B4-BE49-F238E27FC236}">
                  <a16:creationId xmlns:a16="http://schemas.microsoft.com/office/drawing/2014/main" id="{07437252-B53D-9D40-813F-304E5CD00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3" name="Freeform 260">
              <a:extLst>
                <a:ext uri="{FF2B5EF4-FFF2-40B4-BE49-F238E27FC236}">
                  <a16:creationId xmlns:a16="http://schemas.microsoft.com/office/drawing/2014/main" id="{EC373583-A9BD-FC4E-A47E-4602AA39D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4" name="Freeform 261">
              <a:extLst>
                <a:ext uri="{FF2B5EF4-FFF2-40B4-BE49-F238E27FC236}">
                  <a16:creationId xmlns:a16="http://schemas.microsoft.com/office/drawing/2014/main" id="{D1E0B0A0-C834-9D4D-9DDD-D4222C181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5" name="Rectangle 262">
              <a:extLst>
                <a:ext uri="{FF2B5EF4-FFF2-40B4-BE49-F238E27FC236}">
                  <a16:creationId xmlns:a16="http://schemas.microsoft.com/office/drawing/2014/main" id="{B2DA4C56-6E4F-4F46-A99C-698FAADDB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6" name="Group 263">
              <a:extLst>
                <a:ext uri="{FF2B5EF4-FFF2-40B4-BE49-F238E27FC236}">
                  <a16:creationId xmlns:a16="http://schemas.microsoft.com/office/drawing/2014/main" id="{0476FEFE-2DC6-2148-99D9-A5C054B12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31" name="AutoShape 264">
                <a:extLst>
                  <a:ext uri="{FF2B5EF4-FFF2-40B4-BE49-F238E27FC236}">
                    <a16:creationId xmlns:a16="http://schemas.microsoft.com/office/drawing/2014/main" id="{81145D7E-D3D7-0D4C-A411-943EBD5AA0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2" name="AutoShape 265">
                <a:extLst>
                  <a:ext uri="{FF2B5EF4-FFF2-40B4-BE49-F238E27FC236}">
                    <a16:creationId xmlns:a16="http://schemas.microsoft.com/office/drawing/2014/main" id="{67891F44-03D3-CF47-86FB-FB0C31AF65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7" name="Rectangle 266">
              <a:extLst>
                <a:ext uri="{FF2B5EF4-FFF2-40B4-BE49-F238E27FC236}">
                  <a16:creationId xmlns:a16="http://schemas.microsoft.com/office/drawing/2014/main" id="{1D029B33-0C7B-864F-B801-978A4B8FD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8" name="Group 267">
              <a:extLst>
                <a:ext uri="{FF2B5EF4-FFF2-40B4-BE49-F238E27FC236}">
                  <a16:creationId xmlns:a16="http://schemas.microsoft.com/office/drawing/2014/main" id="{8A3352FE-9285-9E4C-BF29-D635003DF9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9" name="AutoShape 268">
                <a:extLst>
                  <a:ext uri="{FF2B5EF4-FFF2-40B4-BE49-F238E27FC236}">
                    <a16:creationId xmlns:a16="http://schemas.microsoft.com/office/drawing/2014/main" id="{CC6637ED-E66A-004E-AE38-F32E55EC54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0" name="AutoShape 269">
                <a:extLst>
                  <a:ext uri="{FF2B5EF4-FFF2-40B4-BE49-F238E27FC236}">
                    <a16:creationId xmlns:a16="http://schemas.microsoft.com/office/drawing/2014/main" id="{99FAA76E-7386-FC45-ACF1-30D129724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9" name="Rectangle 270">
              <a:extLst>
                <a:ext uri="{FF2B5EF4-FFF2-40B4-BE49-F238E27FC236}">
                  <a16:creationId xmlns:a16="http://schemas.microsoft.com/office/drawing/2014/main" id="{AFCC8C61-44F6-2242-8855-E7238EE55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Rectangle 271">
              <a:extLst>
                <a:ext uri="{FF2B5EF4-FFF2-40B4-BE49-F238E27FC236}">
                  <a16:creationId xmlns:a16="http://schemas.microsoft.com/office/drawing/2014/main" id="{5F416F68-F5C3-E047-86DD-2B69313C9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1" name="Group 272">
              <a:extLst>
                <a:ext uri="{FF2B5EF4-FFF2-40B4-BE49-F238E27FC236}">
                  <a16:creationId xmlns:a16="http://schemas.microsoft.com/office/drawing/2014/main" id="{63D616E2-37F9-FA41-93A3-EC867A9C9D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27" name="AutoShape 273">
                <a:extLst>
                  <a:ext uri="{FF2B5EF4-FFF2-40B4-BE49-F238E27FC236}">
                    <a16:creationId xmlns:a16="http://schemas.microsoft.com/office/drawing/2014/main" id="{666D6CE3-43E0-B641-9B47-80DA04FB01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8" name="AutoShape 274">
                <a:extLst>
                  <a:ext uri="{FF2B5EF4-FFF2-40B4-BE49-F238E27FC236}">
                    <a16:creationId xmlns:a16="http://schemas.microsoft.com/office/drawing/2014/main" id="{D94D4D24-3A62-4346-A4B0-AF4901D561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12" name="Freeform 275">
              <a:extLst>
                <a:ext uri="{FF2B5EF4-FFF2-40B4-BE49-F238E27FC236}">
                  <a16:creationId xmlns:a16="http://schemas.microsoft.com/office/drawing/2014/main" id="{5502E20D-D3F9-1445-AE1A-C5A9B7BBB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3" name="Group 276">
              <a:extLst>
                <a:ext uri="{FF2B5EF4-FFF2-40B4-BE49-F238E27FC236}">
                  <a16:creationId xmlns:a16="http://schemas.microsoft.com/office/drawing/2014/main" id="{88289607-2CB3-6846-972E-267A38967E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25" name="AutoShape 277">
                <a:extLst>
                  <a:ext uri="{FF2B5EF4-FFF2-40B4-BE49-F238E27FC236}">
                    <a16:creationId xmlns:a16="http://schemas.microsoft.com/office/drawing/2014/main" id="{4D384432-D7DC-704B-9036-8E7B3A2934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6" name="AutoShape 278">
                <a:extLst>
                  <a:ext uri="{FF2B5EF4-FFF2-40B4-BE49-F238E27FC236}">
                    <a16:creationId xmlns:a16="http://schemas.microsoft.com/office/drawing/2014/main" id="{D9C2A3A1-5244-A14A-8274-DFC1383E58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14" name="Rectangle 279">
              <a:extLst>
                <a:ext uri="{FF2B5EF4-FFF2-40B4-BE49-F238E27FC236}">
                  <a16:creationId xmlns:a16="http://schemas.microsoft.com/office/drawing/2014/main" id="{B1F8DD2B-C939-2C43-B20B-2B1AD74D4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5" name="Freeform 280">
              <a:extLst>
                <a:ext uri="{FF2B5EF4-FFF2-40B4-BE49-F238E27FC236}">
                  <a16:creationId xmlns:a16="http://schemas.microsoft.com/office/drawing/2014/main" id="{F16DC7B2-4515-5543-B12A-6165D6E2E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Freeform 281">
              <a:extLst>
                <a:ext uri="{FF2B5EF4-FFF2-40B4-BE49-F238E27FC236}">
                  <a16:creationId xmlns:a16="http://schemas.microsoft.com/office/drawing/2014/main" id="{004AE2FC-7231-E64A-BEBE-ADCA412A0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7" name="Oval 282">
              <a:extLst>
                <a:ext uri="{FF2B5EF4-FFF2-40B4-BE49-F238E27FC236}">
                  <a16:creationId xmlns:a16="http://schemas.microsoft.com/office/drawing/2014/main" id="{5A6BAD53-D0CF-DF42-803B-A591FE492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8" name="Freeform 283">
              <a:extLst>
                <a:ext uri="{FF2B5EF4-FFF2-40B4-BE49-F238E27FC236}">
                  <a16:creationId xmlns:a16="http://schemas.microsoft.com/office/drawing/2014/main" id="{37D6350E-473C-2F48-8443-85DB0303D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9" name="AutoShape 284">
              <a:extLst>
                <a:ext uri="{FF2B5EF4-FFF2-40B4-BE49-F238E27FC236}">
                  <a16:creationId xmlns:a16="http://schemas.microsoft.com/office/drawing/2014/main" id="{BC07E322-3708-CF4A-90EA-569EBA34D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AutoShape 285">
              <a:extLst>
                <a:ext uri="{FF2B5EF4-FFF2-40B4-BE49-F238E27FC236}">
                  <a16:creationId xmlns:a16="http://schemas.microsoft.com/office/drawing/2014/main" id="{13CC96E0-B269-1C41-8B8A-26D7B49CC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1" name="Oval 286">
              <a:extLst>
                <a:ext uri="{FF2B5EF4-FFF2-40B4-BE49-F238E27FC236}">
                  <a16:creationId xmlns:a16="http://schemas.microsoft.com/office/drawing/2014/main" id="{B778BB94-7A1A-2A49-A8EF-9BB086F52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Oval 287">
              <a:extLst>
                <a:ext uri="{FF2B5EF4-FFF2-40B4-BE49-F238E27FC236}">
                  <a16:creationId xmlns:a16="http://schemas.microsoft.com/office/drawing/2014/main" id="{F501B229-B7EF-6B41-9F50-357DBD633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23" name="Oval 288">
              <a:extLst>
                <a:ext uri="{FF2B5EF4-FFF2-40B4-BE49-F238E27FC236}">
                  <a16:creationId xmlns:a16="http://schemas.microsoft.com/office/drawing/2014/main" id="{B00DA42E-62A3-B349-A633-497D45856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4" name="Rectangle 289">
              <a:extLst>
                <a:ext uri="{FF2B5EF4-FFF2-40B4-BE49-F238E27FC236}">
                  <a16:creationId xmlns:a16="http://schemas.microsoft.com/office/drawing/2014/main" id="{238D91CD-38E8-4C4C-BE90-4508D42E5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68" name="Rectangle 67">
            <a:extLst>
              <a:ext uri="{FF2B5EF4-FFF2-40B4-BE49-F238E27FC236}">
                <a16:creationId xmlns:a16="http://schemas.microsoft.com/office/drawing/2014/main" id="{7033F479-89A5-0143-B345-2FFB1A7A7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552" y="2790656"/>
            <a:ext cx="3704869" cy="3241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Recursive query:</a:t>
            </a:r>
          </a:p>
          <a:p>
            <a:pPr marL="403225" marR="0" lvl="0" indent="-288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puts burden of name resolution on contacted name server</a:t>
            </a:r>
          </a:p>
          <a:p>
            <a:pPr marL="403225" marR="0" lvl="0" indent="-288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heavy load at upper levels of hierarchy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?</a:t>
            </a:r>
          </a:p>
        </p:txBody>
      </p:sp>
      <p:sp>
        <p:nvSpPr>
          <p:cNvPr id="167" name="Rectangle 67">
            <a:extLst>
              <a:ext uri="{FF2B5EF4-FFF2-40B4-BE49-F238E27FC236}">
                <a16:creationId xmlns:a16="http://schemas.microsoft.com/office/drawing/2014/main" id="{FC920AB6-C679-FB4D-8FB0-F8831E569238}"/>
              </a:ext>
            </a:extLst>
          </p:cNvPr>
          <p:cNvSpPr txBox="1">
            <a:spLocks noChangeArrowheads="1"/>
          </p:cNvSpPr>
          <p:nvPr/>
        </p:nvSpPr>
        <p:spPr>
          <a:xfrm>
            <a:off x="684201" y="1617338"/>
            <a:ext cx="5664200" cy="106113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Example: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at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engineering.nyu.edu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wants IP address for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gaia.cs.umass.edu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9" name="Slide Number Placeholder 2">
            <a:extLst>
              <a:ext uri="{FF2B5EF4-FFF2-40B4-BE49-F238E27FC236}">
                <a16:creationId xmlns:a16="http://schemas.microsoft.com/office/drawing/2014/main" id="{A8961CBE-FE41-8D44-9128-97B15DEF4B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2406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" grpId="0"/>
      <p:bldP spid="184" grpId="0"/>
      <p:bldP spid="185" grpId="0"/>
      <p:bldP spid="186" grpId="0"/>
      <p:bldP spid="187" grpId="0"/>
      <p:bldP spid="188" grpId="0"/>
      <p:bldP spid="190" grpId="0"/>
      <p:bldP spid="191" grpId="0"/>
      <p:bldP spid="16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Caching DNS Information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167" name="Rectangle 3">
            <a:extLst>
              <a:ext uri="{FF2B5EF4-FFF2-40B4-BE49-F238E27FC236}">
                <a16:creationId xmlns:a16="http://schemas.microsoft.com/office/drawing/2014/main" id="{796C1A8B-325B-1A4B-BF89-EF3A65965833}"/>
              </a:ext>
            </a:extLst>
          </p:cNvPr>
          <p:cNvSpPr txBox="1">
            <a:spLocks noChangeArrowheads="1"/>
          </p:cNvSpPr>
          <p:nvPr/>
        </p:nvSpPr>
        <p:spPr>
          <a:xfrm>
            <a:off x="952952" y="1446555"/>
            <a:ext cx="10515600" cy="473392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95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once (any) name server learns mapping, it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caches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mapping, and i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mmediately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returns a cached mapping in response to a query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caching improves response time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cache entries timeout (disappear) after some time (TTL)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TLD servers typically cached in local name servers</a:t>
            </a:r>
          </a:p>
          <a:p>
            <a:pPr marL="352425" marR="0" lvl="0" indent="-295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cached entries may be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out-of-date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if named host changes IP address, may not be known Internet-wide until all TTLs expire!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best-effort name-to-address translation!</a:t>
            </a: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AF23161C-A7AE-1A48-A402-4FD497E92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4961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267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 records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D08588B2-F267-5D46-821D-D0D5A216E8F9}"/>
              </a:ext>
            </a:extLst>
          </p:cNvPr>
          <p:cNvSpPr txBox="1">
            <a:spLocks noChangeArrowheads="1"/>
          </p:cNvSpPr>
          <p:nvPr/>
        </p:nvSpPr>
        <p:spPr>
          <a:xfrm>
            <a:off x="1347787" y="1358900"/>
            <a:ext cx="9574213" cy="5143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distributed database storing resource records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(RR)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3AF614AE-5EFE-CD4F-98FF-6CA8EFEA6A47}"/>
              </a:ext>
            </a:extLst>
          </p:cNvPr>
          <p:cNvSpPr txBox="1">
            <a:spLocks noChangeArrowheads="1"/>
          </p:cNvSpPr>
          <p:nvPr/>
        </p:nvSpPr>
        <p:spPr>
          <a:xfrm>
            <a:off x="1080534" y="4388077"/>
            <a:ext cx="4547961" cy="19050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type=NS</a:t>
            </a:r>
          </a:p>
          <a:p>
            <a:pPr marL="346075" marR="0" lvl="1" indent="-28892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name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is domain (e.g., foo.com)</a:t>
            </a:r>
          </a:p>
          <a:p>
            <a:pPr marL="346075" marR="0" lvl="1" indent="-28892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value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is hostname of authoritative name server for this domain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" name="Text Box 6">
            <a:extLst>
              <a:ext uri="{FF2B5EF4-FFF2-40B4-BE49-F238E27FC236}">
                <a16:creationId xmlns:a16="http://schemas.microsoft.com/office/drawing/2014/main" id="{D7409DB2-6342-834D-ABB2-A1B3DA3A9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9064" y="1860128"/>
            <a:ext cx="63325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RR format: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name, value, type, ttl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)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5FF3C084-C8BC-1946-AC92-BACA78ED2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7384" y="2774950"/>
            <a:ext cx="3810000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type=A</a:t>
            </a:r>
          </a:p>
          <a:p>
            <a:pPr marL="403225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name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is hostname</a:t>
            </a:r>
          </a:p>
          <a:p>
            <a:pPr marL="403225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value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is IP address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ZapfDingbats" charset="2"/>
              <a:buChar char="r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133ECBD3-7BA2-AC4D-ADED-9C9DE52EA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718" y="2797175"/>
            <a:ext cx="6176282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type=CNAME</a:t>
            </a:r>
          </a:p>
          <a:p>
            <a:pPr marL="403225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name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is alias name for some “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canonical” (the real) name</a:t>
            </a:r>
          </a:p>
          <a:p>
            <a:pPr marL="403225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20000"/>
              <a:buFont typeface="Wingdings" pitchFamily="2" charset="2"/>
              <a:buChar char="§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www.ibm.com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is really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servereast.backup2.ibm.com</a:t>
            </a:r>
          </a:p>
          <a:p>
            <a:pPr marL="403225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value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is canonical name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ZapfDingbats" charset="2"/>
              <a:buChar char="r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B62233DC-6662-1844-8E5F-FDE264813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718" y="4968875"/>
            <a:ext cx="5287866" cy="130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type=MX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value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is name of SMTP mail server associated with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name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ZapfDingbats" charset="2"/>
              <a:buChar char="r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34497C-A235-8C46-8A1B-FDC4DB9ACC31}"/>
              </a:ext>
            </a:extLst>
          </p:cNvPr>
          <p:cNvSpPr/>
          <p:nvPr/>
        </p:nvSpPr>
        <p:spPr>
          <a:xfrm>
            <a:off x="1358900" y="1270000"/>
            <a:ext cx="9690100" cy="11557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E3AF190D-9153-4849-8D73-82E2FC3A4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4161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8" grpId="0"/>
      <p:bldP spid="1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C9A6680-5220-C94B-B54B-8246CBDC5236}"/>
              </a:ext>
            </a:extLst>
          </p:cNvPr>
          <p:cNvGrpSpPr/>
          <p:nvPr/>
        </p:nvGrpSpPr>
        <p:grpSpPr>
          <a:xfrm>
            <a:off x="6272212" y="1937764"/>
            <a:ext cx="3671888" cy="4505326"/>
            <a:chOff x="6272212" y="1937764"/>
            <a:chExt cx="3671888" cy="4505326"/>
          </a:xfrm>
        </p:grpSpPr>
        <p:sp>
          <p:nvSpPr>
            <p:cNvPr id="20" name="Rectangle 12">
              <a:extLst>
                <a:ext uri="{FF2B5EF4-FFF2-40B4-BE49-F238E27FC236}">
                  <a16:creationId xmlns:a16="http://schemas.microsoft.com/office/drawing/2014/main" id="{99BE727C-D65D-1B40-96AC-483DEC4F5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7612" y="2339402"/>
              <a:ext cx="3614738" cy="41036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sx="101000" sy="101000" algn="bl" rotWithShape="0">
                <a:srgbClr val="0000A3">
                  <a:alpha val="40000"/>
                </a:srgbClr>
              </a:outerShdw>
            </a:effec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" name="Line 13">
              <a:extLst>
                <a:ext uri="{FF2B5EF4-FFF2-40B4-BE49-F238E27FC236}">
                  <a16:creationId xmlns:a16="http://schemas.microsoft.com/office/drawing/2014/main" id="{D3137C12-F806-3641-A910-12D839D308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57668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Line 14">
              <a:extLst>
                <a:ext uri="{FF2B5EF4-FFF2-40B4-BE49-F238E27FC236}">
                  <a16:creationId xmlns:a16="http://schemas.microsoft.com/office/drawing/2014/main" id="{EDBF86F0-1464-CB44-8885-0806AB78A6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7612" y="50810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Line 15">
              <a:extLst>
                <a:ext uri="{FF2B5EF4-FFF2-40B4-BE49-F238E27FC236}">
                  <a16:creationId xmlns:a16="http://schemas.microsoft.com/office/drawing/2014/main" id="{B63A2FA5-43E4-954D-9AB5-1D874BF6FD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43952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AAF4D57F-AE3F-9647-BE59-19E830D1D2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372052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Line 17">
              <a:extLst>
                <a:ext uri="{FF2B5EF4-FFF2-40B4-BE49-F238E27FC236}">
                  <a16:creationId xmlns:a16="http://schemas.microsoft.com/office/drawing/2014/main" id="{679A37C6-A060-1A4E-9044-88577B96F0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4912" y="326332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Line 18">
              <a:extLst>
                <a:ext uri="{FF2B5EF4-FFF2-40B4-BE49-F238E27FC236}">
                  <a16:creationId xmlns:a16="http://schemas.microsoft.com/office/drawing/2014/main" id="{673541D1-57E3-2945-9429-F011927643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2212" y="281247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Line 19">
              <a:extLst>
                <a:ext uri="{FF2B5EF4-FFF2-40B4-BE49-F238E27FC236}">
                  <a16:creationId xmlns:a16="http://schemas.microsoft.com/office/drawing/2014/main" id="{54CFADCD-AE37-1644-BF88-67FE47DB3E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4187" y="2350514"/>
              <a:ext cx="3175" cy="13604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Text Box 20">
              <a:extLst>
                <a:ext uri="{FF2B5EF4-FFF2-40B4-BE49-F238E27FC236}">
                  <a16:creationId xmlns:a16="http://schemas.microsoft.com/office/drawing/2014/main" id="{3D1A7AB7-6B0B-CF47-A475-00A1549B5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2087" y="2410839"/>
              <a:ext cx="13112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identification</a:t>
              </a:r>
            </a:p>
          </p:txBody>
        </p:sp>
        <p:sp>
          <p:nvSpPr>
            <p:cNvPr id="29" name="Text Box 21">
              <a:extLst>
                <a:ext uri="{FF2B5EF4-FFF2-40B4-BE49-F238E27FC236}">
                  <a16:creationId xmlns:a16="http://schemas.microsoft.com/office/drawing/2014/main" id="{F6CD8852-97C9-AA40-BE0D-939C3F2037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66162" y="2410839"/>
              <a:ext cx="6127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flags</a:t>
              </a:r>
            </a:p>
          </p:txBody>
        </p:sp>
        <p:sp>
          <p:nvSpPr>
            <p:cNvPr id="30" name="Text Box 22">
              <a:extLst>
                <a:ext uri="{FF2B5EF4-FFF2-40B4-BE49-F238E27FC236}">
                  <a16:creationId xmlns:a16="http://schemas.microsoft.com/office/drawing/2014/main" id="{8E843694-5A82-3146-BF88-2166E2F008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3837" y="2868039"/>
              <a:ext cx="12223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questions</a:t>
              </a:r>
            </a:p>
          </p:txBody>
        </p:sp>
        <p:sp>
          <p:nvSpPr>
            <p:cNvPr id="31" name="Text Box 23">
              <a:extLst>
                <a:ext uri="{FF2B5EF4-FFF2-40B4-BE49-F238E27FC236}">
                  <a16:creationId xmlns:a16="http://schemas.microsoft.com/office/drawing/2014/main" id="{647BB3F6-ABB6-7745-BEE2-09BC405C08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57950" y="3879277"/>
              <a:ext cx="32781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questions (variable # of questions)</a:t>
              </a:r>
            </a:p>
          </p:txBody>
        </p:sp>
        <p:sp>
          <p:nvSpPr>
            <p:cNvPr id="32" name="Text Box 26">
              <a:extLst>
                <a:ext uri="{FF2B5EF4-FFF2-40B4-BE49-F238E27FC236}">
                  <a16:creationId xmlns:a16="http://schemas.microsoft.com/office/drawing/2014/main" id="{43C35098-F1D5-F844-AD59-9E1AB2E6B0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7687" y="3323652"/>
              <a:ext cx="16716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additional RRs</a:t>
              </a:r>
            </a:p>
          </p:txBody>
        </p:sp>
        <p:sp>
          <p:nvSpPr>
            <p:cNvPr id="33" name="Text Box 27">
              <a:extLst>
                <a:ext uri="{FF2B5EF4-FFF2-40B4-BE49-F238E27FC236}">
                  <a16:creationId xmlns:a16="http://schemas.microsoft.com/office/drawing/2014/main" id="{C77DED5D-F85E-BD49-A1EA-E279AC50D9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5087" y="3325239"/>
              <a:ext cx="15843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authority RRs</a:t>
              </a:r>
            </a:p>
          </p:txBody>
        </p:sp>
        <p:sp>
          <p:nvSpPr>
            <p:cNvPr id="34" name="Text Box 28">
              <a:extLst>
                <a:ext uri="{FF2B5EF4-FFF2-40B4-BE49-F238E27FC236}">
                  <a16:creationId xmlns:a16="http://schemas.microsoft.com/office/drawing/2014/main" id="{570DB478-D786-3F43-96D9-4A3EFE52D1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6112" y="2877564"/>
              <a:ext cx="14589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answer RRs</a:t>
              </a:r>
            </a:p>
          </p:txBody>
        </p:sp>
        <p:sp>
          <p:nvSpPr>
            <p:cNvPr id="35" name="Text Box 30">
              <a:extLst>
                <a:ext uri="{FF2B5EF4-FFF2-40B4-BE49-F238E27FC236}">
                  <a16:creationId xmlns:a16="http://schemas.microsoft.com/office/drawing/2014/main" id="{EC9CAD9A-2ACC-E841-964A-C51614A31D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5925" y="4563489"/>
              <a:ext cx="26908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answers (variable # of RRs)</a:t>
              </a:r>
            </a:p>
          </p:txBody>
        </p:sp>
        <p:sp>
          <p:nvSpPr>
            <p:cNvPr id="36" name="Text Box 31">
              <a:extLst>
                <a:ext uri="{FF2B5EF4-FFF2-40B4-BE49-F238E27FC236}">
                  <a16:creationId xmlns:a16="http://schemas.microsoft.com/office/drawing/2014/main" id="{C50AEEC2-E934-374F-AD10-414E9A36FC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6087" y="5249289"/>
              <a:ext cx="27146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authority (variable # of RRs)</a:t>
              </a:r>
            </a:p>
          </p:txBody>
        </p:sp>
        <p:sp>
          <p:nvSpPr>
            <p:cNvPr id="37" name="Text Box 32">
              <a:extLst>
                <a:ext uri="{FF2B5EF4-FFF2-40B4-BE49-F238E27FC236}">
                  <a16:creationId xmlns:a16="http://schemas.microsoft.com/office/drawing/2014/main" id="{0F454706-890A-194D-A8B9-1F027F5A53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2875" y="5916039"/>
              <a:ext cx="31861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additional info (variable # of RRs)</a:t>
              </a:r>
            </a:p>
          </p:txBody>
        </p:sp>
        <p:grpSp>
          <p:nvGrpSpPr>
            <p:cNvPr id="40" name="Group 60">
              <a:extLst>
                <a:ext uri="{FF2B5EF4-FFF2-40B4-BE49-F238E27FC236}">
                  <a16:creationId xmlns:a16="http://schemas.microsoft.com/office/drawing/2014/main" id="{B20DF2CE-5427-7642-BC04-9D36B08A46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02375" y="1937764"/>
              <a:ext cx="1747837" cy="274638"/>
              <a:chOff x="2691" y="1194"/>
              <a:chExt cx="1101" cy="173"/>
            </a:xfrm>
          </p:grpSpPr>
          <p:sp>
            <p:nvSpPr>
              <p:cNvPr id="41" name="Text Box 57">
                <a:extLst>
                  <a:ext uri="{FF2B5EF4-FFF2-40B4-BE49-F238E27FC236}">
                    <a16:creationId xmlns:a16="http://schemas.microsoft.com/office/drawing/2014/main" id="{4CC1EC8B-ED8A-534D-B8AB-0E3E394818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2 bytes</a:t>
                </a:r>
              </a:p>
            </p:txBody>
          </p:sp>
          <p:sp>
            <p:nvSpPr>
              <p:cNvPr id="42" name="Line 58">
                <a:extLst>
                  <a:ext uri="{FF2B5EF4-FFF2-40B4-BE49-F238E27FC236}">
                    <a16:creationId xmlns:a16="http://schemas.microsoft.com/office/drawing/2014/main" id="{FD720698-F5B3-5C47-A102-5E4786459A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5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Line 59">
                <a:extLst>
                  <a:ext uri="{FF2B5EF4-FFF2-40B4-BE49-F238E27FC236}">
                    <a16:creationId xmlns:a16="http://schemas.microsoft.com/office/drawing/2014/main" id="{5FE43354-E99E-6549-837E-529B4A967B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91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4" name="Group 61">
              <a:extLst>
                <a:ext uri="{FF2B5EF4-FFF2-40B4-BE49-F238E27FC236}">
                  <a16:creationId xmlns:a16="http://schemas.microsoft.com/office/drawing/2014/main" id="{7B6CBFB9-B999-324E-91C4-CB7BCE5D86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77200" y="1937764"/>
              <a:ext cx="1747837" cy="274638"/>
              <a:chOff x="2691" y="1194"/>
              <a:chExt cx="1101" cy="173"/>
            </a:xfrm>
          </p:grpSpPr>
          <p:sp>
            <p:nvSpPr>
              <p:cNvPr id="45" name="Text Box 62">
                <a:extLst>
                  <a:ext uri="{FF2B5EF4-FFF2-40B4-BE49-F238E27FC236}">
                    <a16:creationId xmlns:a16="http://schemas.microsoft.com/office/drawing/2014/main" id="{E2F0F997-6116-0C45-BA9F-CBA730A159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2 bytes</a:t>
                </a:r>
              </a:p>
            </p:txBody>
          </p:sp>
          <p:sp>
            <p:nvSpPr>
              <p:cNvPr id="46" name="Line 63">
                <a:extLst>
                  <a:ext uri="{FF2B5EF4-FFF2-40B4-BE49-F238E27FC236}">
                    <a16:creationId xmlns:a16="http://schemas.microsoft.com/office/drawing/2014/main" id="{17A912FD-E8A8-8442-8F53-5994F27165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5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Line 64">
                <a:extLst>
                  <a:ext uri="{FF2B5EF4-FFF2-40B4-BE49-F238E27FC236}">
                    <a16:creationId xmlns:a16="http://schemas.microsoft.com/office/drawing/2014/main" id="{07B7A39C-E852-2B4C-941E-0B488FF8CD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91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267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DNS protocol messages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D167590-D12C-F842-94F3-26CF0F3023F4}"/>
              </a:ext>
            </a:extLst>
          </p:cNvPr>
          <p:cNvSpPr txBox="1">
            <a:spLocks noChangeArrowheads="1"/>
          </p:cNvSpPr>
          <p:nvPr/>
        </p:nvSpPr>
        <p:spPr>
          <a:xfrm>
            <a:off x="693057" y="1391557"/>
            <a:ext cx="10393362" cy="5143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query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and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reply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messages, both have same 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format: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F978C79B-5602-8E43-829C-44002A5A2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7887" y="2394964"/>
            <a:ext cx="4688114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ZapfDingbat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message header:</a:t>
            </a:r>
          </a:p>
          <a:p>
            <a:pPr marL="227013" marR="0" lvl="0" indent="-2270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identification: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 16 bit # for query, reply to query uses same #</a:t>
            </a:r>
          </a:p>
          <a:p>
            <a:pPr marL="227013" marR="0" lvl="0" indent="-2270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flags:</a:t>
            </a:r>
          </a:p>
          <a:p>
            <a:pPr marL="460375" marR="0" lvl="1" indent="-2301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query or reply</a:t>
            </a:r>
          </a:p>
          <a:p>
            <a:pPr marL="460375" marR="0" lvl="1" indent="-2301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recursion desired </a:t>
            </a:r>
          </a:p>
          <a:p>
            <a:pPr marL="460375" marR="0" lvl="1" indent="-2301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recursion available</a:t>
            </a:r>
          </a:p>
          <a:p>
            <a:pPr marL="460375" marR="0" lvl="1" indent="-2301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reply is authoritative</a:t>
            </a:r>
          </a:p>
        </p:txBody>
      </p:sp>
      <p:sp>
        <p:nvSpPr>
          <p:cNvPr id="38" name="Line 34">
            <a:extLst>
              <a:ext uri="{FF2B5EF4-FFF2-40B4-BE49-F238E27FC236}">
                <a16:creationId xmlns:a16="http://schemas.microsoft.com/office/drawing/2014/main" id="{03A0FB20-73AE-C645-8115-85F6EEA5B5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10672" y="2610864"/>
            <a:ext cx="2902854" cy="295274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Line 35">
            <a:extLst>
              <a:ext uri="{FF2B5EF4-FFF2-40B4-BE49-F238E27FC236}">
                <a16:creationId xmlns:a16="http://schemas.microsoft.com/office/drawing/2014/main" id="{1A55A89B-1CD7-B54F-863D-E99720E03B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52675" y="2590227"/>
            <a:ext cx="6383337" cy="1208088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lide Number Placeholder 2">
            <a:extLst>
              <a:ext uri="{FF2B5EF4-FFF2-40B4-BE49-F238E27FC236}">
                <a16:creationId xmlns:a16="http://schemas.microsoft.com/office/drawing/2014/main" id="{B83050FC-315F-2544-B90A-1FF8E08E69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1549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F3A966D3-2C53-7043-9726-8E5764BD36FD}"/>
              </a:ext>
            </a:extLst>
          </p:cNvPr>
          <p:cNvGrpSpPr/>
          <p:nvPr/>
        </p:nvGrpSpPr>
        <p:grpSpPr>
          <a:xfrm>
            <a:off x="6272212" y="1937764"/>
            <a:ext cx="3671888" cy="4505326"/>
            <a:chOff x="6272212" y="1937764"/>
            <a:chExt cx="3671888" cy="4505326"/>
          </a:xfrm>
        </p:grpSpPr>
        <p:sp>
          <p:nvSpPr>
            <p:cNvPr id="58" name="Rectangle 12">
              <a:extLst>
                <a:ext uri="{FF2B5EF4-FFF2-40B4-BE49-F238E27FC236}">
                  <a16:creationId xmlns:a16="http://schemas.microsoft.com/office/drawing/2014/main" id="{D3568E88-5955-424B-B8F5-A21359D5E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7612" y="2339402"/>
              <a:ext cx="3614738" cy="41036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sx="101000" sy="101000" algn="bl" rotWithShape="0">
                <a:srgbClr val="0000A3">
                  <a:alpha val="40000"/>
                </a:srgbClr>
              </a:outerShdw>
            </a:effec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9" name="Line 13">
              <a:extLst>
                <a:ext uri="{FF2B5EF4-FFF2-40B4-BE49-F238E27FC236}">
                  <a16:creationId xmlns:a16="http://schemas.microsoft.com/office/drawing/2014/main" id="{F1DAA21C-2CC0-F041-B1F7-E511608807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57668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Line 14">
              <a:extLst>
                <a:ext uri="{FF2B5EF4-FFF2-40B4-BE49-F238E27FC236}">
                  <a16:creationId xmlns:a16="http://schemas.microsoft.com/office/drawing/2014/main" id="{507E3301-3AAB-0340-A7F1-6C57515086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7612" y="50810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Line 15">
              <a:extLst>
                <a:ext uri="{FF2B5EF4-FFF2-40B4-BE49-F238E27FC236}">
                  <a16:creationId xmlns:a16="http://schemas.microsoft.com/office/drawing/2014/main" id="{C84DEA63-7944-AC4C-88AD-6817D39540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43952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Line 16">
              <a:extLst>
                <a:ext uri="{FF2B5EF4-FFF2-40B4-BE49-F238E27FC236}">
                  <a16:creationId xmlns:a16="http://schemas.microsoft.com/office/drawing/2014/main" id="{DC9B8E6D-9F7D-004C-98A3-75DEEEBD9A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372052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Line 17">
              <a:extLst>
                <a:ext uri="{FF2B5EF4-FFF2-40B4-BE49-F238E27FC236}">
                  <a16:creationId xmlns:a16="http://schemas.microsoft.com/office/drawing/2014/main" id="{306014BE-BC39-824E-9F78-D660CD2675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4912" y="326332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Line 18">
              <a:extLst>
                <a:ext uri="{FF2B5EF4-FFF2-40B4-BE49-F238E27FC236}">
                  <a16:creationId xmlns:a16="http://schemas.microsoft.com/office/drawing/2014/main" id="{A42C2C1E-84BD-9743-97E0-09CF9FCFF2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2212" y="281247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Line 19">
              <a:extLst>
                <a:ext uri="{FF2B5EF4-FFF2-40B4-BE49-F238E27FC236}">
                  <a16:creationId xmlns:a16="http://schemas.microsoft.com/office/drawing/2014/main" id="{A5708C43-6E7B-824A-980E-C5EB81FC21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4187" y="2350514"/>
              <a:ext cx="3175" cy="13604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Text Box 20">
              <a:extLst>
                <a:ext uri="{FF2B5EF4-FFF2-40B4-BE49-F238E27FC236}">
                  <a16:creationId xmlns:a16="http://schemas.microsoft.com/office/drawing/2014/main" id="{B5DFDF92-2319-2549-A363-2E65C12911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2087" y="2410839"/>
              <a:ext cx="13112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identification</a:t>
              </a:r>
            </a:p>
          </p:txBody>
        </p:sp>
        <p:sp>
          <p:nvSpPr>
            <p:cNvPr id="67" name="Text Box 21">
              <a:extLst>
                <a:ext uri="{FF2B5EF4-FFF2-40B4-BE49-F238E27FC236}">
                  <a16:creationId xmlns:a16="http://schemas.microsoft.com/office/drawing/2014/main" id="{D4E993B8-AE34-384B-8C59-1B56BB128D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66162" y="2410839"/>
              <a:ext cx="6127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flags</a:t>
              </a:r>
            </a:p>
          </p:txBody>
        </p:sp>
        <p:sp>
          <p:nvSpPr>
            <p:cNvPr id="68" name="Text Box 22">
              <a:extLst>
                <a:ext uri="{FF2B5EF4-FFF2-40B4-BE49-F238E27FC236}">
                  <a16:creationId xmlns:a16="http://schemas.microsoft.com/office/drawing/2014/main" id="{B3DF818C-F6C8-E14D-A46C-FD30630746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3837" y="2868039"/>
              <a:ext cx="12223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questions</a:t>
              </a:r>
            </a:p>
          </p:txBody>
        </p:sp>
        <p:sp>
          <p:nvSpPr>
            <p:cNvPr id="69" name="Text Box 23">
              <a:extLst>
                <a:ext uri="{FF2B5EF4-FFF2-40B4-BE49-F238E27FC236}">
                  <a16:creationId xmlns:a16="http://schemas.microsoft.com/office/drawing/2014/main" id="{9A6A9AC2-926A-8B4E-81B0-9CE0DD3BB5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57950" y="3879277"/>
              <a:ext cx="32781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questions (variable # of questions)</a:t>
              </a:r>
            </a:p>
          </p:txBody>
        </p:sp>
        <p:sp>
          <p:nvSpPr>
            <p:cNvPr id="70" name="Text Box 26">
              <a:extLst>
                <a:ext uri="{FF2B5EF4-FFF2-40B4-BE49-F238E27FC236}">
                  <a16:creationId xmlns:a16="http://schemas.microsoft.com/office/drawing/2014/main" id="{C9071FBC-5A74-7341-A63F-649340BD84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7687" y="3323652"/>
              <a:ext cx="16716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additional RRs</a:t>
              </a:r>
            </a:p>
          </p:txBody>
        </p:sp>
        <p:sp>
          <p:nvSpPr>
            <p:cNvPr id="71" name="Text Box 27">
              <a:extLst>
                <a:ext uri="{FF2B5EF4-FFF2-40B4-BE49-F238E27FC236}">
                  <a16:creationId xmlns:a16="http://schemas.microsoft.com/office/drawing/2014/main" id="{9513342D-3D82-2446-A7D3-28EDD5EAEE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5087" y="3325239"/>
              <a:ext cx="15843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authority RRs</a:t>
              </a:r>
            </a:p>
          </p:txBody>
        </p:sp>
        <p:sp>
          <p:nvSpPr>
            <p:cNvPr id="72" name="Text Box 28">
              <a:extLst>
                <a:ext uri="{FF2B5EF4-FFF2-40B4-BE49-F238E27FC236}">
                  <a16:creationId xmlns:a16="http://schemas.microsoft.com/office/drawing/2014/main" id="{83ED9871-C6FF-8644-98E4-EEE7A5BD02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6112" y="2877564"/>
              <a:ext cx="14589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answer RRs</a:t>
              </a:r>
            </a:p>
          </p:txBody>
        </p:sp>
        <p:sp>
          <p:nvSpPr>
            <p:cNvPr id="73" name="Text Box 30">
              <a:extLst>
                <a:ext uri="{FF2B5EF4-FFF2-40B4-BE49-F238E27FC236}">
                  <a16:creationId xmlns:a16="http://schemas.microsoft.com/office/drawing/2014/main" id="{646FFA4C-D2F4-804F-BB10-D2E1E711F5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5925" y="4563489"/>
              <a:ext cx="26908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answers (variable # of RRs)</a:t>
              </a:r>
            </a:p>
          </p:txBody>
        </p:sp>
        <p:sp>
          <p:nvSpPr>
            <p:cNvPr id="74" name="Text Box 31">
              <a:extLst>
                <a:ext uri="{FF2B5EF4-FFF2-40B4-BE49-F238E27FC236}">
                  <a16:creationId xmlns:a16="http://schemas.microsoft.com/office/drawing/2014/main" id="{F169C7FC-D0F8-9546-93C0-00F4E6E4B0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6087" y="5249289"/>
              <a:ext cx="27146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authority (variable # of RRs)</a:t>
              </a:r>
            </a:p>
          </p:txBody>
        </p:sp>
        <p:sp>
          <p:nvSpPr>
            <p:cNvPr id="75" name="Text Box 32">
              <a:extLst>
                <a:ext uri="{FF2B5EF4-FFF2-40B4-BE49-F238E27FC236}">
                  <a16:creationId xmlns:a16="http://schemas.microsoft.com/office/drawing/2014/main" id="{2A810C4D-9EF9-0B42-8366-C238D3FBAE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2875" y="5916039"/>
              <a:ext cx="31861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additional info (variable # of RRs)</a:t>
              </a:r>
            </a:p>
          </p:txBody>
        </p:sp>
        <p:grpSp>
          <p:nvGrpSpPr>
            <p:cNvPr id="76" name="Group 60">
              <a:extLst>
                <a:ext uri="{FF2B5EF4-FFF2-40B4-BE49-F238E27FC236}">
                  <a16:creationId xmlns:a16="http://schemas.microsoft.com/office/drawing/2014/main" id="{8BF3E406-CCE3-D64E-8AB4-D91149714F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02375" y="1937764"/>
              <a:ext cx="1747837" cy="274638"/>
              <a:chOff x="2691" y="1194"/>
              <a:chExt cx="1101" cy="173"/>
            </a:xfrm>
          </p:grpSpPr>
          <p:sp>
            <p:nvSpPr>
              <p:cNvPr id="81" name="Text Box 57">
                <a:extLst>
                  <a:ext uri="{FF2B5EF4-FFF2-40B4-BE49-F238E27FC236}">
                    <a16:creationId xmlns:a16="http://schemas.microsoft.com/office/drawing/2014/main" id="{C33F9937-2680-5C4C-811E-5F9E3D43BD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2 bytes</a:t>
                </a:r>
              </a:p>
            </p:txBody>
          </p:sp>
          <p:sp>
            <p:nvSpPr>
              <p:cNvPr id="82" name="Line 58">
                <a:extLst>
                  <a:ext uri="{FF2B5EF4-FFF2-40B4-BE49-F238E27FC236}">
                    <a16:creationId xmlns:a16="http://schemas.microsoft.com/office/drawing/2014/main" id="{B39B871F-A818-1B4E-A225-DA01D5EDAC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5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3" name="Line 59">
                <a:extLst>
                  <a:ext uri="{FF2B5EF4-FFF2-40B4-BE49-F238E27FC236}">
                    <a16:creationId xmlns:a16="http://schemas.microsoft.com/office/drawing/2014/main" id="{3CB8F9AE-D625-1D4A-8625-28F8772B9B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91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7" name="Group 61">
              <a:extLst>
                <a:ext uri="{FF2B5EF4-FFF2-40B4-BE49-F238E27FC236}">
                  <a16:creationId xmlns:a16="http://schemas.microsoft.com/office/drawing/2014/main" id="{711AFC78-9A4A-CD41-A49D-623142A481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77200" y="1937764"/>
              <a:ext cx="1747837" cy="274638"/>
              <a:chOff x="2691" y="1194"/>
              <a:chExt cx="1101" cy="173"/>
            </a:xfrm>
          </p:grpSpPr>
          <p:sp>
            <p:nvSpPr>
              <p:cNvPr id="78" name="Text Box 62">
                <a:extLst>
                  <a:ext uri="{FF2B5EF4-FFF2-40B4-BE49-F238E27FC236}">
                    <a16:creationId xmlns:a16="http://schemas.microsoft.com/office/drawing/2014/main" id="{D2686047-8DDE-AA4D-88A8-9F0670CBD0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2 bytes</a:t>
                </a:r>
              </a:p>
            </p:txBody>
          </p:sp>
          <p:sp>
            <p:nvSpPr>
              <p:cNvPr id="79" name="Line 63">
                <a:extLst>
                  <a:ext uri="{FF2B5EF4-FFF2-40B4-BE49-F238E27FC236}">
                    <a16:creationId xmlns:a16="http://schemas.microsoft.com/office/drawing/2014/main" id="{A93491FC-3FC2-BA4A-B5FC-8BFED42708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5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" name="Line 64">
                <a:extLst>
                  <a:ext uri="{FF2B5EF4-FFF2-40B4-BE49-F238E27FC236}">
                    <a16:creationId xmlns:a16="http://schemas.microsoft.com/office/drawing/2014/main" id="{B4EF32F5-CEE0-064C-98D1-0B2AED9C53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91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" name="Rectangle 3">
            <a:extLst>
              <a:ext uri="{FF2B5EF4-FFF2-40B4-BE49-F238E27FC236}">
                <a16:creationId xmlns:a16="http://schemas.microsoft.com/office/drawing/2014/main" id="{CD167590-D12C-F842-94F3-26CF0F3023F4}"/>
              </a:ext>
            </a:extLst>
          </p:cNvPr>
          <p:cNvSpPr txBox="1">
            <a:spLocks noChangeArrowheads="1"/>
          </p:cNvSpPr>
          <p:nvPr/>
        </p:nvSpPr>
        <p:spPr>
          <a:xfrm>
            <a:off x="693057" y="1391557"/>
            <a:ext cx="10393362" cy="5143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query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and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reply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messages, both have same 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format: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8" name="Text Box 4">
            <a:extLst>
              <a:ext uri="{FF2B5EF4-FFF2-40B4-BE49-F238E27FC236}">
                <a16:creationId xmlns:a16="http://schemas.microsoft.com/office/drawing/2014/main" id="{95042E94-C8A0-BE46-8EB4-39429E2BF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795" y="3882482"/>
            <a:ext cx="3970338" cy="409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name, type fields for a query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9" name="Text Box 5">
            <a:extLst>
              <a:ext uri="{FF2B5EF4-FFF2-40B4-BE49-F238E27FC236}">
                <a16:creationId xmlns:a16="http://schemas.microsoft.com/office/drawing/2014/main" id="{4E613433-F917-A147-AF5A-4DF4F76E7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138" y="4604794"/>
            <a:ext cx="4003170" cy="409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RRs in response to query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0" name="Text Box 6">
            <a:extLst>
              <a:ext uri="{FF2B5EF4-FFF2-40B4-BE49-F238E27FC236}">
                <a16:creationId xmlns:a16="http://schemas.microsoft.com/office/drawing/2014/main" id="{3FD623A6-A024-6347-B591-DAC5D82FD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715" y="5271771"/>
            <a:ext cx="4801281" cy="409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records for authoritative servers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1" name="Text Box 7">
            <a:extLst>
              <a:ext uri="{FF2B5EF4-FFF2-40B4-BE49-F238E27FC236}">
                <a16:creationId xmlns:a16="http://schemas.microsoft.com/office/drawing/2014/main" id="{4B8555F6-7100-944F-9974-2E826BBBD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371" y="5790401"/>
            <a:ext cx="4614409" cy="722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additional “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helpful”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info that may be used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2" name="Line 37">
            <a:extLst>
              <a:ext uri="{FF2B5EF4-FFF2-40B4-BE49-F238E27FC236}">
                <a16:creationId xmlns:a16="http://schemas.microsoft.com/office/drawing/2014/main" id="{F803F024-9C8E-164E-BC96-48776D3FA4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0475" y="6126704"/>
            <a:ext cx="1371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Line 38">
            <a:extLst>
              <a:ext uri="{FF2B5EF4-FFF2-40B4-BE49-F238E27FC236}">
                <a16:creationId xmlns:a16="http://schemas.microsoft.com/office/drawing/2014/main" id="{316EAAA0-F793-2043-BFB7-87E6DFAFF7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8413" y="5467891"/>
            <a:ext cx="1371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Line 39">
            <a:extLst>
              <a:ext uri="{FF2B5EF4-FFF2-40B4-BE49-F238E27FC236}">
                <a16:creationId xmlns:a16="http://schemas.microsoft.com/office/drawing/2014/main" id="{408447E0-07FB-1341-9B44-D1DA4C6774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86350" y="4809079"/>
            <a:ext cx="1371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Line 40">
            <a:extLst>
              <a:ext uri="{FF2B5EF4-FFF2-40B4-BE49-F238E27FC236}">
                <a16:creationId xmlns:a16="http://schemas.microsoft.com/office/drawing/2014/main" id="{F708B0A3-0C69-D745-B00F-2DDF2924D4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2063" y="4083591"/>
            <a:ext cx="1371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Title 1">
            <a:extLst>
              <a:ext uri="{FF2B5EF4-FFF2-40B4-BE49-F238E27FC236}">
                <a16:creationId xmlns:a16="http://schemas.microsoft.com/office/drawing/2014/main" id="{95E186ED-4245-C448-9822-1199EA93D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267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DNS protocol messages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39" name="Slide Number Placeholder 2">
            <a:extLst>
              <a:ext uri="{FF2B5EF4-FFF2-40B4-BE49-F238E27FC236}">
                <a16:creationId xmlns:a16="http://schemas.microsoft.com/office/drawing/2014/main" id="{C19D16D8-DC06-E546-AA51-6069613B4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685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50" grpId="0"/>
      <p:bldP spid="51" grpId="0"/>
      <p:bldP spid="52" grpId="0" animBg="1"/>
      <p:bldP spid="53" grpId="0" animBg="1"/>
      <p:bldP spid="54" grpId="0" animBg="1"/>
      <p:bldP spid="5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267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Getting your info into the DNS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56" name="Rectangle 4">
            <a:extLst>
              <a:ext uri="{FF2B5EF4-FFF2-40B4-BE49-F238E27FC236}">
                <a16:creationId xmlns:a16="http://schemas.microsoft.com/office/drawing/2014/main" id="{3216383A-5EC1-7E47-A0BE-F48A801236CE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404537"/>
            <a:ext cx="10253340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example: new startup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 Utopia”</a:t>
            </a:r>
          </a:p>
          <a:p>
            <a:pPr marL="352425" marR="0" lvl="0" indent="-295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register name networkuptopia.com at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 registrar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(e.g., Network Solutions)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provide names, IP addresses of authoritative name server (primary and secondary)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registrar inserts NS, A RRs into .com TLD server: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46355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 (networkutopia.com, dns1.networkutopia.com, NS)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 (dns1.networkutopia.com, 212.212.212.1, A)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ourier" pitchFamily="2" charset="0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95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create authoritative server locally with IP address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212.212.212.1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695325" marR="0" lvl="1" indent="-2952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type A record for www.networkuptopia.com</a:t>
            </a:r>
          </a:p>
          <a:p>
            <a:pPr marL="695325" marR="0" lvl="1" indent="-2952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type MX record for networkutopia.com</a:t>
            </a:r>
          </a:p>
          <a:p>
            <a:pPr marL="352425" marR="0" lvl="0" indent="-22225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7792EB6E-923E-9C45-A570-23DE9782A5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2651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20294</TotalTime>
  <Words>3687</Words>
  <Application>Microsoft Office PowerPoint</Application>
  <PresentationFormat>Widescreen</PresentationFormat>
  <Paragraphs>649</Paragraphs>
  <Slides>40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54" baseType="lpstr">
      <vt:lpstr>ＭＳ Ｐゴシック</vt:lpstr>
      <vt:lpstr>Arial</vt:lpstr>
      <vt:lpstr>Calibri</vt:lpstr>
      <vt:lpstr>Calibri Light</vt:lpstr>
      <vt:lpstr>Comic Sans MS</vt:lpstr>
      <vt:lpstr>Courier</vt:lpstr>
      <vt:lpstr>Courier New</vt:lpstr>
      <vt:lpstr>Gill Sans MT</vt:lpstr>
      <vt:lpstr>Open Sans</vt:lpstr>
      <vt:lpstr>Times New Roman</vt:lpstr>
      <vt:lpstr>Wingdings</vt:lpstr>
      <vt:lpstr>ZapfDingbats</vt:lpstr>
      <vt:lpstr>Office Theme</vt:lpstr>
      <vt:lpstr>1_Office Theme</vt:lpstr>
      <vt:lpstr>Application layer: overview</vt:lpstr>
      <vt:lpstr>Web and HTTP</vt:lpstr>
      <vt:lpstr>HTTP overview</vt:lpstr>
      <vt:lpstr>HTTP overview (continued)</vt:lpstr>
      <vt:lpstr>HTTP request message</vt:lpstr>
      <vt:lpstr>HTTP request message: general format</vt:lpstr>
      <vt:lpstr>Other HTTP request messages</vt:lpstr>
      <vt:lpstr>Key Differences</vt:lpstr>
      <vt:lpstr>HTTP response message</vt:lpstr>
      <vt:lpstr>HTTP response status codes</vt:lpstr>
      <vt:lpstr>Trying out HTTP (client side) for yourself</vt:lpstr>
      <vt:lpstr>Application layer: overview</vt:lpstr>
      <vt:lpstr>E-mail</vt:lpstr>
      <vt:lpstr>E-mail: mail servers</vt:lpstr>
      <vt:lpstr>SMTP RFC (5321)</vt:lpstr>
      <vt:lpstr>Scenario: Alice sends e-mail to Bob</vt:lpstr>
      <vt:lpstr>Sample SMTP interaction</vt:lpstr>
      <vt:lpstr>SMTP: observations</vt:lpstr>
      <vt:lpstr>Mail message format</vt:lpstr>
      <vt:lpstr>Retrieving email: mail access protocols</vt:lpstr>
      <vt:lpstr>Application Layer: Overview</vt:lpstr>
      <vt:lpstr>DNS: Domain Name System</vt:lpstr>
      <vt:lpstr>DNS: services, structure</vt:lpstr>
      <vt:lpstr>Host aliasing</vt:lpstr>
      <vt:lpstr>How Host Aliasing Works</vt:lpstr>
      <vt:lpstr>Benefits of Host Aliasing</vt:lpstr>
      <vt:lpstr>Example</vt:lpstr>
      <vt:lpstr>Thinking about the DNS</vt:lpstr>
      <vt:lpstr>DNS: a distributed, hierarchical database</vt:lpstr>
      <vt:lpstr>DNS: root name servers</vt:lpstr>
      <vt:lpstr>DNS: root name servers</vt:lpstr>
      <vt:lpstr>Top-Level Domain, and authoritative servers</vt:lpstr>
      <vt:lpstr>Local DNS name servers</vt:lpstr>
      <vt:lpstr>DNS name resolution: iterated query</vt:lpstr>
      <vt:lpstr>DNS name resolution: recursive query</vt:lpstr>
      <vt:lpstr>Caching DNS Information</vt:lpstr>
      <vt:lpstr>DNS records</vt:lpstr>
      <vt:lpstr>DNS protocol messages</vt:lpstr>
      <vt:lpstr>DNS protocol messages</vt:lpstr>
      <vt:lpstr>Getting your info into the DNS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Ly Vu</cp:lastModifiedBy>
  <cp:revision>337</cp:revision>
  <dcterms:created xsi:type="dcterms:W3CDTF">2020-01-18T07:24:59Z</dcterms:created>
  <dcterms:modified xsi:type="dcterms:W3CDTF">2026-02-02T07:05:00Z</dcterms:modified>
</cp:coreProperties>
</file>
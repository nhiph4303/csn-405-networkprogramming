
<file path=[Content_Types].xml><?xml version="1.0" encoding="utf-8"?>
<Types xmlns="http://schemas.openxmlformats.org/package/2006/content-types">
  <Default ContentType="image/jpeg" Extension="jpg"/>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oleObject" PartName="/ppt/embeddings/oleObject13.bin"/>
  <Override ContentType="application/vnd.openxmlformats-officedocument.oleObject" PartName="/ppt/embeddings/oleObject9.bin"/>
  <Override ContentType="application/vnd.openxmlformats-officedocument.oleObject" PartName="/ppt/embeddings/oleObject6.bin"/>
  <Override ContentType="application/vnd.openxmlformats-officedocument.oleObject" PartName="/ppt/embeddings/oleObject15.bin"/>
  <Override ContentType="application/vnd.openxmlformats-officedocument.oleObject" PartName="/ppt/embeddings/oleObject4.bin"/>
  <Override ContentType="application/vnd.openxmlformats-officedocument.oleObject" PartName="/ppt/embeddings/oleObject1.bin"/>
  <Override ContentType="application/vnd.openxmlformats-officedocument.oleObject" PartName="/ppt/embeddings/oleObject11.bin"/>
  <Override ContentType="application/vnd.openxmlformats-officedocument.oleObject" PartName="/ppt/embeddings/oleObject8.bin"/>
  <Override ContentType="application/vnd.openxmlformats-officedocument.oleObject" PartName="/ppt/embeddings/oleObject14.bin"/>
  <Override ContentType="application/vnd.openxmlformats-officedocument.oleObject" PartName="/ppt/embeddings/oleObject12.bin"/>
  <Override ContentType="application/vnd.openxmlformats-officedocument.oleObject" PartName="/ppt/embeddings/oleObject3.bin"/>
  <Override ContentType="application/vnd.openxmlformats-officedocument.oleObject" PartName="/ppt/embeddings/oleObject5.bin"/>
  <Override ContentType="application/vnd.openxmlformats-officedocument.oleObject" PartName="/ppt/embeddings/oleObject7.bin"/>
  <Override ContentType="application/vnd.openxmlformats-officedocument.oleObject" PartName="/ppt/embeddings/oleObject2.bin"/>
  <Override ContentType="application/vnd.openxmlformats-officedocument.oleObject" PartName="/ppt/embeddings/oleObject10.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Lst>
  <p:sldSz cy="6858000" cx="12192000"/>
  <p:notesSz cx="6858000" cy="9144000"/>
  <p:embeddedFontLst>
    <p:embeddedFont>
      <p:font typeface="Play"/>
      <p:regular r:id="rId75"/>
      <p:bold r:id="rId76"/>
    </p:embeddedFont>
    <p:embeddedFont>
      <p:font typeface="Tahoma"/>
      <p:regular r:id="rId77"/>
      <p:bold r:id="rId78"/>
    </p:embeddedFont>
    <p:embeddedFont>
      <p:font typeface="Gill Sans"/>
      <p:regular r:id="rId79"/>
      <p:bold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1" roundtripDataSignature="AMtx7mje/UmSiWtBvuYi3htGkFbLnmow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GillSans-bold.fntdata"/><Relationship Id="rId81" Type="http://customschemas.google.com/relationships/presentationmetadata" Target="meta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Play-regular.fntdata"/><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font" Target="fonts/Tahoma-regular.fntdata"/><Relationship Id="rId32" Type="http://schemas.openxmlformats.org/officeDocument/2006/relationships/slide" Target="slides/slide27.xml"/><Relationship Id="rId76" Type="http://schemas.openxmlformats.org/officeDocument/2006/relationships/font" Target="fonts/Play-bold.fntdata"/><Relationship Id="rId35" Type="http://schemas.openxmlformats.org/officeDocument/2006/relationships/slide" Target="slides/slide30.xml"/><Relationship Id="rId79" Type="http://schemas.openxmlformats.org/officeDocument/2006/relationships/font" Target="fonts/GillSans-regular.fntdata"/><Relationship Id="rId34" Type="http://schemas.openxmlformats.org/officeDocument/2006/relationships/slide" Target="slides/slide29.xml"/><Relationship Id="rId78" Type="http://schemas.openxmlformats.org/officeDocument/2006/relationships/font" Target="fonts/Tahoma-bold.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1" Type="http://schemas.openxmlformats.org/officeDocument/2006/relationships/image" Target="../media/image1.png"/><Relationship Id="rId10" Type="http://schemas.openxmlformats.org/officeDocument/2006/relationships/image" Target="../media/image4.png"/><Relationship Id="rId13" Type="http://schemas.openxmlformats.org/officeDocument/2006/relationships/image" Target="../media/image1.png"/><Relationship Id="rId12" Type="http://schemas.openxmlformats.org/officeDocument/2006/relationships/image" Target="../media/image7.png"/><Relationship Id="rId1" Type="http://schemas.openxmlformats.org/officeDocument/2006/relationships/image" Target="../media/image25.png"/><Relationship Id="rId2" Type="http://schemas.openxmlformats.org/officeDocument/2006/relationships/image" Target="../media/image11.png"/><Relationship Id="rId3" Type="http://schemas.openxmlformats.org/officeDocument/2006/relationships/image" Target="../media/image25.png"/><Relationship Id="rId4" Type="http://schemas.openxmlformats.org/officeDocument/2006/relationships/image" Target="../media/image11.png"/><Relationship Id="rId9" Type="http://schemas.openxmlformats.org/officeDocument/2006/relationships/image" Target="../media/image21.png"/><Relationship Id="rId15" Type="http://schemas.openxmlformats.org/officeDocument/2006/relationships/image" Target="../media/image1.png"/><Relationship Id="rId14" Type="http://schemas.openxmlformats.org/officeDocument/2006/relationships/image" Target="../media/image7.png"/><Relationship Id="rId5" Type="http://schemas.openxmlformats.org/officeDocument/2006/relationships/image" Target="../media/image25.png"/><Relationship Id="rId6" Type="http://schemas.openxmlformats.org/officeDocument/2006/relationships/image" Target="../media/image25.png"/><Relationship Id="rId7" Type="http://schemas.openxmlformats.org/officeDocument/2006/relationships/image" Target="../media/image3.png"/><Relationship Id="rId8" Type="http://schemas.openxmlformats.org/officeDocument/2006/relationships/image" Target="../media/image9.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162" name="Google Shape;16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1" name="Google Shape;42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Both Can  run on the same machine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2" name="Google Shape;47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8" name="Google Shape;49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5" name="Google Shape;50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5" name="Google Shape;55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8" name="Google Shape;57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8" name="Google Shape;63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646" name="Google Shape;64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7" name="Shape 657"/>
        <p:cNvGrpSpPr/>
        <p:nvPr/>
      </p:nvGrpSpPr>
      <p:grpSpPr>
        <a:xfrm>
          <a:off x="0" y="0"/>
          <a:ext cx="0" cy="0"/>
          <a:chOff x="0" y="0"/>
          <a:chExt cx="0" cy="0"/>
        </a:xfrm>
      </p:grpSpPr>
      <p:sp>
        <p:nvSpPr>
          <p:cNvPr id="658" name="Google Shape;658;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9" name="Google Shape;65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686" name="Google Shape;68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7" name="Google Shape;687;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8" name="Google Shape;69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709" name="Google Shape;70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0" name="Google Shape;71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6" name="Google Shape;71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2" name="Google Shape;72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2" name="Google Shape;78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2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8" name="Google Shape;78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4" name="Google Shape;79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2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6" name="Google Shape;80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2" name="Google Shape;81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2" name="Google Shape;84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8" name="Google Shape;848;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2" name="Shape 852"/>
        <p:cNvGrpSpPr/>
        <p:nvPr/>
      </p:nvGrpSpPr>
      <p:grpSpPr>
        <a:xfrm>
          <a:off x="0" y="0"/>
          <a:ext cx="0" cy="0"/>
          <a:chOff x="0" y="0"/>
          <a:chExt cx="0" cy="0"/>
        </a:xfrm>
      </p:grpSpPr>
      <p:sp>
        <p:nvSpPr>
          <p:cNvPr id="853" name="Google Shape;853;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4" name="Google Shape;85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8" name="Shape 858"/>
        <p:cNvGrpSpPr/>
        <p:nvPr/>
      </p:nvGrpSpPr>
      <p:grpSpPr>
        <a:xfrm>
          <a:off x="0" y="0"/>
          <a:ext cx="0" cy="0"/>
          <a:chOff x="0" y="0"/>
          <a:chExt cx="0" cy="0"/>
        </a:xfrm>
      </p:grpSpPr>
      <p:sp>
        <p:nvSpPr>
          <p:cNvPr id="859" name="Google Shape;859;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0" name="Google Shape;860;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6" name="Google Shape;86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2" name="Google Shape;872;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884" name="Google Shape;884;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5" name="Google Shape;885;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2" name="Google Shape;89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0" name="Google Shape;900;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3" name="Google Shape;913;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8" name="Google Shape;958;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3" name="Google Shape;963;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6" name="Google Shape;986;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2" name="Google Shape;992;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6" name="Shape 996"/>
        <p:cNvGrpSpPr/>
        <p:nvPr/>
      </p:nvGrpSpPr>
      <p:grpSpPr>
        <a:xfrm>
          <a:off x="0" y="0"/>
          <a:ext cx="0" cy="0"/>
          <a:chOff x="0" y="0"/>
          <a:chExt cx="0" cy="0"/>
        </a:xfrm>
      </p:grpSpPr>
      <p:sp>
        <p:nvSpPr>
          <p:cNvPr id="997" name="Google Shape;997;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8" name="Google Shape;99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2" name="Shape 1002"/>
        <p:cNvGrpSpPr/>
        <p:nvPr/>
      </p:nvGrpSpPr>
      <p:grpSpPr>
        <a:xfrm>
          <a:off x="0" y="0"/>
          <a:ext cx="0" cy="0"/>
          <a:chOff x="0" y="0"/>
          <a:chExt cx="0" cy="0"/>
        </a:xfrm>
      </p:grpSpPr>
      <p:sp>
        <p:nvSpPr>
          <p:cNvPr id="1003" name="Google Shape;1003;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4" name="Google Shape;100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0" name="Google Shape;1010;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5" name="Google Shape;1025;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9" name="Shape 1029"/>
        <p:cNvGrpSpPr/>
        <p:nvPr/>
      </p:nvGrpSpPr>
      <p:grpSpPr>
        <a:xfrm>
          <a:off x="0" y="0"/>
          <a:ext cx="0" cy="0"/>
          <a:chOff x="0" y="0"/>
          <a:chExt cx="0" cy="0"/>
        </a:xfrm>
      </p:grpSpPr>
      <p:sp>
        <p:nvSpPr>
          <p:cNvPr id="1030" name="Google Shape;1030;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1" name="Google Shape;1031;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7" name="Google Shape;1037;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3" name="Google Shape;104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p5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9" name="Google Shape;1049;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p5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5" name="Google Shape;105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chemeClr val="dk1"/>
                </a:solidFill>
                <a:latin typeface="Times New Roman"/>
                <a:ea typeface="Times New Roman"/>
                <a:cs typeface="Times New Roman"/>
                <a:sym typeface="Times New Roman"/>
              </a:rPr>
              <a:t>‹#›</a:t>
            </a:fld>
            <a:endParaRPr sz="1200">
              <a:solidFill>
                <a:schemeClr val="dk1"/>
              </a:solidFill>
              <a:latin typeface="Times New Roman"/>
              <a:ea typeface="Times New Roman"/>
              <a:cs typeface="Times New Roman"/>
              <a:sym typeface="Times New Roman"/>
            </a:endParaRPr>
          </a:p>
        </p:txBody>
      </p:sp>
      <p:sp>
        <p:nvSpPr>
          <p:cNvPr id="1061" name="Google Shape;106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62" name="Google Shape;1062;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5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2" name="Google Shape;1072;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9" name="Google Shape;1079;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4" name="Shape 1084"/>
        <p:cNvGrpSpPr/>
        <p:nvPr/>
      </p:nvGrpSpPr>
      <p:grpSpPr>
        <a:xfrm>
          <a:off x="0" y="0"/>
          <a:ext cx="0" cy="0"/>
          <a:chOff x="0" y="0"/>
          <a:chExt cx="0" cy="0"/>
        </a:xfrm>
      </p:grpSpPr>
      <p:sp>
        <p:nvSpPr>
          <p:cNvPr id="1085" name="Google Shape;1085;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6" name="Google Shape;1086;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2" name="Google Shape;1092;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6" name="Shape 1096"/>
        <p:cNvGrpSpPr/>
        <p:nvPr/>
      </p:nvGrpSpPr>
      <p:grpSpPr>
        <a:xfrm>
          <a:off x="0" y="0"/>
          <a:ext cx="0" cy="0"/>
          <a:chOff x="0" y="0"/>
          <a:chExt cx="0" cy="0"/>
        </a:xfrm>
      </p:grpSpPr>
      <p:sp>
        <p:nvSpPr>
          <p:cNvPr id="1097" name="Google Shape;1097;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8" name="Google Shape;1098;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5" name="Google Shape;1105;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1" name="Google Shape;1111;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7" name="Google Shape;1117;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2" name="Shape 1122"/>
        <p:cNvGrpSpPr/>
        <p:nvPr/>
      </p:nvGrpSpPr>
      <p:grpSpPr>
        <a:xfrm>
          <a:off x="0" y="0"/>
          <a:ext cx="0" cy="0"/>
          <a:chOff x="0" y="0"/>
          <a:chExt cx="0" cy="0"/>
        </a:xfrm>
      </p:grpSpPr>
      <p:sp>
        <p:nvSpPr>
          <p:cNvPr id="1123" name="Google Shape;1123;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4" name="Google Shape;1124;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0" name="Google Shape;1130;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9" name="Google Shape;1139;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3" name="Google Shape;1153;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2" name="Google Shape;1162;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2" name="Google Shape;1172;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8" name="Google Shape;1178;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5" name="Shape 1185"/>
        <p:cNvGrpSpPr/>
        <p:nvPr/>
      </p:nvGrpSpPr>
      <p:grpSpPr>
        <a:xfrm>
          <a:off x="0" y="0"/>
          <a:ext cx="0" cy="0"/>
          <a:chOff x="0" y="0"/>
          <a:chExt cx="0" cy="0"/>
        </a:xfrm>
      </p:grpSpPr>
      <p:sp>
        <p:nvSpPr>
          <p:cNvPr id="1186" name="Google Shape;1186;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7" name="Google Shape;1187;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2" name="Shape 1192"/>
        <p:cNvGrpSpPr/>
        <p:nvPr/>
      </p:nvGrpSpPr>
      <p:grpSpPr>
        <a:xfrm>
          <a:off x="0" y="0"/>
          <a:ext cx="0" cy="0"/>
          <a:chOff x="0" y="0"/>
          <a:chExt cx="0" cy="0"/>
        </a:xfrm>
      </p:grpSpPr>
      <p:sp>
        <p:nvSpPr>
          <p:cNvPr id="1193" name="Google Shape;1193;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4" name="Google Shape;1194;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7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7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1" name="Shape 21"/>
        <p:cNvGrpSpPr/>
        <p:nvPr/>
      </p:nvGrpSpPr>
      <p:grpSpPr>
        <a:xfrm>
          <a:off x="0" y="0"/>
          <a:ext cx="0" cy="0"/>
          <a:chOff x="0" y="0"/>
          <a:chExt cx="0" cy="0"/>
        </a:xfrm>
      </p:grpSpPr>
      <p:sp>
        <p:nvSpPr>
          <p:cNvPr id="22" name="Google Shape;22;p7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7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7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7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7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1" name="Google Shape;31;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7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7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9" name="Shape 39"/>
        <p:cNvGrpSpPr/>
        <p:nvPr/>
      </p:nvGrpSpPr>
      <p:grpSpPr>
        <a:xfrm>
          <a:off x="0" y="0"/>
          <a:ext cx="0" cy="0"/>
          <a:chOff x="0" y="0"/>
          <a:chExt cx="0" cy="0"/>
        </a:xfrm>
      </p:grpSpPr>
      <p:sp>
        <p:nvSpPr>
          <p:cNvPr id="40" name="Google Shape;40;p7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 name="Google Shape;41;p7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42" name="Google Shape;42;p7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5" name="Shape 45"/>
        <p:cNvGrpSpPr/>
        <p:nvPr/>
      </p:nvGrpSpPr>
      <p:grpSpPr>
        <a:xfrm>
          <a:off x="0" y="0"/>
          <a:ext cx="0" cy="0"/>
          <a:chOff x="0" y="0"/>
          <a:chExt cx="0" cy="0"/>
        </a:xfrm>
      </p:grpSpPr>
      <p:sp>
        <p:nvSpPr>
          <p:cNvPr id="46" name="Google Shape;46;p7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8" name="Google Shape;48;p7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7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0" name="Google Shape;50;p7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7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7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7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8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8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8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8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8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8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1"/>
          <p:cNvSpPr/>
          <p:nvPr>
            <p:ph idx="2" type="pic"/>
          </p:nvPr>
        </p:nvSpPr>
        <p:spPr>
          <a:xfrm>
            <a:off x="5183188" y="987425"/>
            <a:ext cx="6172200" cy="4873625"/>
          </a:xfrm>
          <a:prstGeom prst="rect">
            <a:avLst/>
          </a:prstGeom>
          <a:noFill/>
          <a:ln>
            <a:noFill/>
          </a:ln>
        </p:spPr>
      </p:sp>
      <p:sp>
        <p:nvSpPr>
          <p:cNvPr id="68" name="Google Shape;68;p8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8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8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8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8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8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8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8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8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8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8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0" name="Shape 90"/>
        <p:cNvGrpSpPr/>
        <p:nvPr/>
      </p:nvGrpSpPr>
      <p:grpSpPr>
        <a:xfrm>
          <a:off x="0" y="0"/>
          <a:ext cx="0" cy="0"/>
          <a:chOff x="0" y="0"/>
          <a:chExt cx="0" cy="0"/>
        </a:xfrm>
      </p:grpSpPr>
      <p:sp>
        <p:nvSpPr>
          <p:cNvPr id="91" name="Google Shape;91;p76"/>
          <p:cNvSpPr txBox="1"/>
          <p:nvPr>
            <p:ph type="title"/>
          </p:nvPr>
        </p:nvSpPr>
        <p:spPr>
          <a:xfrm>
            <a:off x="914400" y="609600"/>
            <a:ext cx="103632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2" name="Google Shape;92;p76"/>
          <p:cNvSpPr txBox="1"/>
          <p:nvPr>
            <p:ph idx="1" type="body"/>
          </p:nvPr>
        </p:nvSpPr>
        <p:spPr>
          <a:xfrm>
            <a:off x="914400" y="1981200"/>
            <a:ext cx="103632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rgbClr val="000099"/>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3" name="Google Shape;93;p76"/>
          <p:cNvSpPr txBox="1"/>
          <p:nvPr>
            <p:ph idx="11" type="ftr"/>
          </p:nvPr>
        </p:nvSpPr>
        <p:spPr>
          <a:xfrm>
            <a:off x="40640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76"/>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chemeClr val="dk1"/>
                </a:solidFill>
                <a:latin typeface="Comic Sans MS"/>
                <a:ea typeface="Comic Sans MS"/>
                <a:cs typeface="Comic Sans MS"/>
                <a:sym typeface="Comic Sans MS"/>
              </a:defRPr>
            </a:lvl1pPr>
            <a:lvl2pPr indent="0" lvl="1" marL="0" algn="r">
              <a:spcBef>
                <a:spcPts val="0"/>
              </a:spcBef>
              <a:buNone/>
              <a:defRPr sz="1200">
                <a:solidFill>
                  <a:schemeClr val="dk1"/>
                </a:solidFill>
                <a:latin typeface="Comic Sans MS"/>
                <a:ea typeface="Comic Sans MS"/>
                <a:cs typeface="Comic Sans MS"/>
                <a:sym typeface="Comic Sans MS"/>
              </a:defRPr>
            </a:lvl2pPr>
            <a:lvl3pPr indent="0" lvl="2" marL="0" algn="r">
              <a:spcBef>
                <a:spcPts val="0"/>
              </a:spcBef>
              <a:buNone/>
              <a:defRPr sz="1200">
                <a:solidFill>
                  <a:schemeClr val="dk1"/>
                </a:solidFill>
                <a:latin typeface="Comic Sans MS"/>
                <a:ea typeface="Comic Sans MS"/>
                <a:cs typeface="Comic Sans MS"/>
                <a:sym typeface="Comic Sans MS"/>
              </a:defRPr>
            </a:lvl3pPr>
            <a:lvl4pPr indent="0" lvl="3" marL="0" algn="r">
              <a:spcBef>
                <a:spcPts val="0"/>
              </a:spcBef>
              <a:buNone/>
              <a:defRPr sz="1200">
                <a:solidFill>
                  <a:schemeClr val="dk1"/>
                </a:solidFill>
                <a:latin typeface="Comic Sans MS"/>
                <a:ea typeface="Comic Sans MS"/>
                <a:cs typeface="Comic Sans MS"/>
                <a:sym typeface="Comic Sans MS"/>
              </a:defRPr>
            </a:lvl4pPr>
            <a:lvl5pPr indent="0" lvl="4" marL="0" algn="r">
              <a:spcBef>
                <a:spcPts val="0"/>
              </a:spcBef>
              <a:buNone/>
              <a:defRPr sz="1200">
                <a:solidFill>
                  <a:schemeClr val="dk1"/>
                </a:solidFill>
                <a:latin typeface="Comic Sans MS"/>
                <a:ea typeface="Comic Sans MS"/>
                <a:cs typeface="Comic Sans MS"/>
                <a:sym typeface="Comic Sans MS"/>
              </a:defRPr>
            </a:lvl5pPr>
            <a:lvl6pPr indent="0" lvl="5" marL="0" algn="r">
              <a:spcBef>
                <a:spcPts val="0"/>
              </a:spcBef>
              <a:buNone/>
              <a:defRPr sz="1200">
                <a:solidFill>
                  <a:schemeClr val="dk1"/>
                </a:solidFill>
                <a:latin typeface="Comic Sans MS"/>
                <a:ea typeface="Comic Sans MS"/>
                <a:cs typeface="Comic Sans MS"/>
                <a:sym typeface="Comic Sans MS"/>
              </a:defRPr>
            </a:lvl6pPr>
            <a:lvl7pPr indent="0" lvl="6" marL="0" algn="r">
              <a:spcBef>
                <a:spcPts val="0"/>
              </a:spcBef>
              <a:buNone/>
              <a:defRPr sz="1200">
                <a:solidFill>
                  <a:schemeClr val="dk1"/>
                </a:solidFill>
                <a:latin typeface="Comic Sans MS"/>
                <a:ea typeface="Comic Sans MS"/>
                <a:cs typeface="Comic Sans MS"/>
                <a:sym typeface="Comic Sans MS"/>
              </a:defRPr>
            </a:lvl7pPr>
            <a:lvl8pPr indent="0" lvl="7" marL="0" algn="r">
              <a:spcBef>
                <a:spcPts val="0"/>
              </a:spcBef>
              <a:buNone/>
              <a:defRPr sz="1200">
                <a:solidFill>
                  <a:schemeClr val="dk1"/>
                </a:solidFill>
                <a:latin typeface="Comic Sans MS"/>
                <a:ea typeface="Comic Sans MS"/>
                <a:cs typeface="Comic Sans MS"/>
                <a:sym typeface="Comic Sans MS"/>
              </a:defRPr>
            </a:lvl8pPr>
            <a:lvl9pPr indent="0" lvl="8" marL="0" algn="r">
              <a:spcBef>
                <a:spcPts val="0"/>
              </a:spcBef>
              <a:buNone/>
              <a:defRPr sz="1200">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5" name="Shape 95"/>
        <p:cNvGrpSpPr/>
        <p:nvPr/>
      </p:nvGrpSpPr>
      <p:grpSpPr>
        <a:xfrm>
          <a:off x="0" y="0"/>
          <a:ext cx="0" cy="0"/>
          <a:chOff x="0" y="0"/>
          <a:chExt cx="0" cy="0"/>
        </a:xfrm>
      </p:grpSpPr>
      <p:sp>
        <p:nvSpPr>
          <p:cNvPr id="96" name="Google Shape;96;p84"/>
          <p:cNvSpPr txBox="1"/>
          <p:nvPr>
            <p:ph type="ctrTitle"/>
          </p:nvPr>
        </p:nvSpPr>
        <p:spPr>
          <a:xfrm>
            <a:off x="914400" y="2130426"/>
            <a:ext cx="103632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7" name="Google Shape;97;p84"/>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spcBef>
                <a:spcPts val="560"/>
              </a:spcBef>
              <a:spcAft>
                <a:spcPts val="0"/>
              </a:spcAft>
              <a:buClr>
                <a:schemeClr val="dk1"/>
              </a:buClr>
              <a:buSzPts val="2800"/>
              <a:buFont typeface="Comic Sans MS"/>
              <a:buNone/>
              <a:defRPr/>
            </a:lvl1pPr>
            <a:lvl2pPr lvl="1" algn="ctr">
              <a:spcBef>
                <a:spcPts val="400"/>
              </a:spcBef>
              <a:spcAft>
                <a:spcPts val="0"/>
              </a:spcAft>
              <a:buClr>
                <a:srgbClr val="000099"/>
              </a:buClr>
              <a:buSzPts val="2000"/>
              <a:buFont typeface="Comic Sans MS"/>
              <a:buNone/>
              <a:defRPr/>
            </a:lvl2pPr>
            <a:lvl3pPr lvl="2" algn="ctr">
              <a:spcBef>
                <a:spcPts val="360"/>
              </a:spcBef>
              <a:spcAft>
                <a:spcPts val="0"/>
              </a:spcAft>
              <a:buClr>
                <a:schemeClr val="dk1"/>
              </a:buClr>
              <a:buSzPts val="1800"/>
              <a:buFont typeface="Comic Sans MS"/>
              <a:buNone/>
              <a:defRPr/>
            </a:lvl3pPr>
            <a:lvl4pPr lvl="3" algn="ctr">
              <a:spcBef>
                <a:spcPts val="320"/>
              </a:spcBef>
              <a:spcAft>
                <a:spcPts val="0"/>
              </a:spcAft>
              <a:buClr>
                <a:schemeClr val="dk1"/>
              </a:buClr>
              <a:buSzPts val="1600"/>
              <a:buFont typeface="Comic Sans MS"/>
              <a:buNone/>
              <a:defRPr/>
            </a:lvl4pPr>
            <a:lvl5pPr lvl="4" algn="ctr">
              <a:spcBef>
                <a:spcPts val="320"/>
              </a:spcBef>
              <a:spcAft>
                <a:spcPts val="0"/>
              </a:spcAft>
              <a:buClr>
                <a:schemeClr val="dk1"/>
              </a:buClr>
              <a:buSzPts val="1600"/>
              <a:buFont typeface="Comic Sans MS"/>
              <a:buNone/>
              <a:defRPr/>
            </a:lvl5pPr>
            <a:lvl6pPr lvl="5" algn="ctr">
              <a:spcBef>
                <a:spcPts val="320"/>
              </a:spcBef>
              <a:spcAft>
                <a:spcPts val="0"/>
              </a:spcAft>
              <a:buClr>
                <a:schemeClr val="dk1"/>
              </a:buClr>
              <a:buSzPts val="1600"/>
              <a:buFont typeface="Comic Sans MS"/>
              <a:buNone/>
              <a:defRPr/>
            </a:lvl6pPr>
            <a:lvl7pPr lvl="6" algn="ctr">
              <a:spcBef>
                <a:spcPts val="320"/>
              </a:spcBef>
              <a:spcAft>
                <a:spcPts val="0"/>
              </a:spcAft>
              <a:buClr>
                <a:schemeClr val="dk1"/>
              </a:buClr>
              <a:buSzPts val="1600"/>
              <a:buFont typeface="Comic Sans MS"/>
              <a:buNone/>
              <a:defRPr/>
            </a:lvl7pPr>
            <a:lvl8pPr lvl="7" algn="ctr">
              <a:spcBef>
                <a:spcPts val="320"/>
              </a:spcBef>
              <a:spcAft>
                <a:spcPts val="0"/>
              </a:spcAft>
              <a:buClr>
                <a:schemeClr val="dk1"/>
              </a:buClr>
              <a:buSzPts val="1600"/>
              <a:buFont typeface="Comic Sans MS"/>
              <a:buNone/>
              <a:defRPr/>
            </a:lvl8pPr>
            <a:lvl9pPr lvl="8" algn="ctr">
              <a:spcBef>
                <a:spcPts val="320"/>
              </a:spcBef>
              <a:spcAft>
                <a:spcPts val="0"/>
              </a:spcAft>
              <a:buClr>
                <a:schemeClr val="dk1"/>
              </a:buClr>
              <a:buSzPts val="1600"/>
              <a:buFont typeface="Comic Sans MS"/>
              <a:buNone/>
              <a:defRPr/>
            </a:lvl9pPr>
          </a:lstStyle>
          <a:p/>
        </p:txBody>
      </p:sp>
      <p:sp>
        <p:nvSpPr>
          <p:cNvPr id="98" name="Google Shape;98;p84"/>
          <p:cNvSpPr txBox="1"/>
          <p:nvPr>
            <p:ph idx="11" type="ftr"/>
          </p:nvPr>
        </p:nvSpPr>
        <p:spPr>
          <a:xfrm>
            <a:off x="40640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84"/>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chemeClr val="dk1"/>
                </a:solidFill>
                <a:latin typeface="Comic Sans MS"/>
                <a:ea typeface="Comic Sans MS"/>
                <a:cs typeface="Comic Sans MS"/>
                <a:sym typeface="Comic Sans MS"/>
              </a:defRPr>
            </a:lvl1pPr>
            <a:lvl2pPr indent="0" lvl="1" marL="0" algn="r">
              <a:spcBef>
                <a:spcPts val="0"/>
              </a:spcBef>
              <a:buNone/>
              <a:defRPr sz="1200">
                <a:solidFill>
                  <a:schemeClr val="dk1"/>
                </a:solidFill>
                <a:latin typeface="Comic Sans MS"/>
                <a:ea typeface="Comic Sans MS"/>
                <a:cs typeface="Comic Sans MS"/>
                <a:sym typeface="Comic Sans MS"/>
              </a:defRPr>
            </a:lvl2pPr>
            <a:lvl3pPr indent="0" lvl="2" marL="0" algn="r">
              <a:spcBef>
                <a:spcPts val="0"/>
              </a:spcBef>
              <a:buNone/>
              <a:defRPr sz="1200">
                <a:solidFill>
                  <a:schemeClr val="dk1"/>
                </a:solidFill>
                <a:latin typeface="Comic Sans MS"/>
                <a:ea typeface="Comic Sans MS"/>
                <a:cs typeface="Comic Sans MS"/>
                <a:sym typeface="Comic Sans MS"/>
              </a:defRPr>
            </a:lvl3pPr>
            <a:lvl4pPr indent="0" lvl="3" marL="0" algn="r">
              <a:spcBef>
                <a:spcPts val="0"/>
              </a:spcBef>
              <a:buNone/>
              <a:defRPr sz="1200">
                <a:solidFill>
                  <a:schemeClr val="dk1"/>
                </a:solidFill>
                <a:latin typeface="Comic Sans MS"/>
                <a:ea typeface="Comic Sans MS"/>
                <a:cs typeface="Comic Sans MS"/>
                <a:sym typeface="Comic Sans MS"/>
              </a:defRPr>
            </a:lvl4pPr>
            <a:lvl5pPr indent="0" lvl="4" marL="0" algn="r">
              <a:spcBef>
                <a:spcPts val="0"/>
              </a:spcBef>
              <a:buNone/>
              <a:defRPr sz="1200">
                <a:solidFill>
                  <a:schemeClr val="dk1"/>
                </a:solidFill>
                <a:latin typeface="Comic Sans MS"/>
                <a:ea typeface="Comic Sans MS"/>
                <a:cs typeface="Comic Sans MS"/>
                <a:sym typeface="Comic Sans MS"/>
              </a:defRPr>
            </a:lvl5pPr>
            <a:lvl6pPr indent="0" lvl="5" marL="0" algn="r">
              <a:spcBef>
                <a:spcPts val="0"/>
              </a:spcBef>
              <a:buNone/>
              <a:defRPr sz="1200">
                <a:solidFill>
                  <a:schemeClr val="dk1"/>
                </a:solidFill>
                <a:latin typeface="Comic Sans MS"/>
                <a:ea typeface="Comic Sans MS"/>
                <a:cs typeface="Comic Sans MS"/>
                <a:sym typeface="Comic Sans MS"/>
              </a:defRPr>
            </a:lvl6pPr>
            <a:lvl7pPr indent="0" lvl="6" marL="0" algn="r">
              <a:spcBef>
                <a:spcPts val="0"/>
              </a:spcBef>
              <a:buNone/>
              <a:defRPr sz="1200">
                <a:solidFill>
                  <a:schemeClr val="dk1"/>
                </a:solidFill>
                <a:latin typeface="Comic Sans MS"/>
                <a:ea typeface="Comic Sans MS"/>
                <a:cs typeface="Comic Sans MS"/>
                <a:sym typeface="Comic Sans MS"/>
              </a:defRPr>
            </a:lvl7pPr>
            <a:lvl8pPr indent="0" lvl="7" marL="0" algn="r">
              <a:spcBef>
                <a:spcPts val="0"/>
              </a:spcBef>
              <a:buNone/>
              <a:defRPr sz="1200">
                <a:solidFill>
                  <a:schemeClr val="dk1"/>
                </a:solidFill>
                <a:latin typeface="Comic Sans MS"/>
                <a:ea typeface="Comic Sans MS"/>
                <a:cs typeface="Comic Sans MS"/>
                <a:sym typeface="Comic Sans MS"/>
              </a:defRPr>
            </a:lvl8pPr>
            <a:lvl9pPr indent="0" lvl="8" marL="0" algn="r">
              <a:spcBef>
                <a:spcPts val="0"/>
              </a:spcBef>
              <a:buNone/>
              <a:defRPr sz="1200">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0" name="Shape 100"/>
        <p:cNvGrpSpPr/>
        <p:nvPr/>
      </p:nvGrpSpPr>
      <p:grpSpPr>
        <a:xfrm>
          <a:off x="0" y="0"/>
          <a:ext cx="0" cy="0"/>
          <a:chOff x="0" y="0"/>
          <a:chExt cx="0" cy="0"/>
        </a:xfrm>
      </p:grpSpPr>
      <p:sp>
        <p:nvSpPr>
          <p:cNvPr id="101" name="Google Shape;101;p85"/>
          <p:cNvSpPr txBox="1"/>
          <p:nvPr>
            <p:ph type="title"/>
          </p:nvPr>
        </p:nvSpPr>
        <p:spPr>
          <a:xfrm>
            <a:off x="963084" y="4406901"/>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2" name="Google Shape;102;p85"/>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Comic Sans MS"/>
              <a:buNone/>
              <a:defRPr sz="2000"/>
            </a:lvl1pPr>
            <a:lvl2pPr indent="-228600" lvl="1" marL="914400" algn="l">
              <a:spcBef>
                <a:spcPts val="360"/>
              </a:spcBef>
              <a:spcAft>
                <a:spcPts val="0"/>
              </a:spcAft>
              <a:buClr>
                <a:srgbClr val="000099"/>
              </a:buClr>
              <a:buSzPts val="1800"/>
              <a:buFont typeface="Comic Sans MS"/>
              <a:buNone/>
              <a:defRPr sz="1800"/>
            </a:lvl2pPr>
            <a:lvl3pPr indent="-228600" lvl="2" marL="1371600" algn="l">
              <a:spcBef>
                <a:spcPts val="320"/>
              </a:spcBef>
              <a:spcAft>
                <a:spcPts val="0"/>
              </a:spcAft>
              <a:buClr>
                <a:schemeClr val="dk1"/>
              </a:buClr>
              <a:buSzPts val="1600"/>
              <a:buFont typeface="Comic Sans MS"/>
              <a:buNone/>
              <a:defRPr sz="1600"/>
            </a:lvl3pPr>
            <a:lvl4pPr indent="-228600" lvl="3" marL="1828800" algn="l">
              <a:spcBef>
                <a:spcPts val="280"/>
              </a:spcBef>
              <a:spcAft>
                <a:spcPts val="0"/>
              </a:spcAft>
              <a:buClr>
                <a:schemeClr val="dk1"/>
              </a:buClr>
              <a:buSzPts val="1400"/>
              <a:buFont typeface="Comic Sans MS"/>
              <a:buNone/>
              <a:defRPr sz="1400"/>
            </a:lvl4pPr>
            <a:lvl5pPr indent="-228600" lvl="4" marL="2286000" algn="l">
              <a:spcBef>
                <a:spcPts val="280"/>
              </a:spcBef>
              <a:spcAft>
                <a:spcPts val="0"/>
              </a:spcAft>
              <a:buClr>
                <a:schemeClr val="dk1"/>
              </a:buClr>
              <a:buSzPts val="1400"/>
              <a:buFont typeface="Comic Sans MS"/>
              <a:buNone/>
              <a:defRPr sz="1400"/>
            </a:lvl5pPr>
            <a:lvl6pPr indent="-228600" lvl="5" marL="2743200" algn="l">
              <a:spcBef>
                <a:spcPts val="280"/>
              </a:spcBef>
              <a:spcAft>
                <a:spcPts val="0"/>
              </a:spcAft>
              <a:buClr>
                <a:schemeClr val="dk1"/>
              </a:buClr>
              <a:buSzPts val="1400"/>
              <a:buFont typeface="Comic Sans MS"/>
              <a:buNone/>
              <a:defRPr sz="1400"/>
            </a:lvl6pPr>
            <a:lvl7pPr indent="-228600" lvl="6" marL="3200400" algn="l">
              <a:spcBef>
                <a:spcPts val="280"/>
              </a:spcBef>
              <a:spcAft>
                <a:spcPts val="0"/>
              </a:spcAft>
              <a:buClr>
                <a:schemeClr val="dk1"/>
              </a:buClr>
              <a:buSzPts val="1400"/>
              <a:buFont typeface="Comic Sans MS"/>
              <a:buNone/>
              <a:defRPr sz="1400"/>
            </a:lvl7pPr>
            <a:lvl8pPr indent="-228600" lvl="7" marL="3657600" algn="l">
              <a:spcBef>
                <a:spcPts val="280"/>
              </a:spcBef>
              <a:spcAft>
                <a:spcPts val="0"/>
              </a:spcAft>
              <a:buClr>
                <a:schemeClr val="dk1"/>
              </a:buClr>
              <a:buSzPts val="1400"/>
              <a:buFont typeface="Comic Sans MS"/>
              <a:buNone/>
              <a:defRPr sz="1400"/>
            </a:lvl8pPr>
            <a:lvl9pPr indent="-228600" lvl="8" marL="4114800" algn="l">
              <a:spcBef>
                <a:spcPts val="280"/>
              </a:spcBef>
              <a:spcAft>
                <a:spcPts val="0"/>
              </a:spcAft>
              <a:buClr>
                <a:schemeClr val="dk1"/>
              </a:buClr>
              <a:buSzPts val="1400"/>
              <a:buFont typeface="Comic Sans MS"/>
              <a:buNone/>
              <a:defRPr sz="1400"/>
            </a:lvl9pPr>
          </a:lstStyle>
          <a:p/>
        </p:txBody>
      </p:sp>
      <p:sp>
        <p:nvSpPr>
          <p:cNvPr id="103" name="Google Shape;103;p85"/>
          <p:cNvSpPr txBox="1"/>
          <p:nvPr>
            <p:ph idx="11" type="ftr"/>
          </p:nvPr>
        </p:nvSpPr>
        <p:spPr>
          <a:xfrm>
            <a:off x="40640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85"/>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chemeClr val="dk1"/>
                </a:solidFill>
                <a:latin typeface="Comic Sans MS"/>
                <a:ea typeface="Comic Sans MS"/>
                <a:cs typeface="Comic Sans MS"/>
                <a:sym typeface="Comic Sans MS"/>
              </a:defRPr>
            </a:lvl1pPr>
            <a:lvl2pPr indent="0" lvl="1" marL="0" algn="r">
              <a:spcBef>
                <a:spcPts val="0"/>
              </a:spcBef>
              <a:buNone/>
              <a:defRPr sz="1200">
                <a:solidFill>
                  <a:schemeClr val="dk1"/>
                </a:solidFill>
                <a:latin typeface="Comic Sans MS"/>
                <a:ea typeface="Comic Sans MS"/>
                <a:cs typeface="Comic Sans MS"/>
                <a:sym typeface="Comic Sans MS"/>
              </a:defRPr>
            </a:lvl2pPr>
            <a:lvl3pPr indent="0" lvl="2" marL="0" algn="r">
              <a:spcBef>
                <a:spcPts val="0"/>
              </a:spcBef>
              <a:buNone/>
              <a:defRPr sz="1200">
                <a:solidFill>
                  <a:schemeClr val="dk1"/>
                </a:solidFill>
                <a:latin typeface="Comic Sans MS"/>
                <a:ea typeface="Comic Sans MS"/>
                <a:cs typeface="Comic Sans MS"/>
                <a:sym typeface="Comic Sans MS"/>
              </a:defRPr>
            </a:lvl3pPr>
            <a:lvl4pPr indent="0" lvl="3" marL="0" algn="r">
              <a:spcBef>
                <a:spcPts val="0"/>
              </a:spcBef>
              <a:buNone/>
              <a:defRPr sz="1200">
                <a:solidFill>
                  <a:schemeClr val="dk1"/>
                </a:solidFill>
                <a:latin typeface="Comic Sans MS"/>
                <a:ea typeface="Comic Sans MS"/>
                <a:cs typeface="Comic Sans MS"/>
                <a:sym typeface="Comic Sans MS"/>
              </a:defRPr>
            </a:lvl4pPr>
            <a:lvl5pPr indent="0" lvl="4" marL="0" algn="r">
              <a:spcBef>
                <a:spcPts val="0"/>
              </a:spcBef>
              <a:buNone/>
              <a:defRPr sz="1200">
                <a:solidFill>
                  <a:schemeClr val="dk1"/>
                </a:solidFill>
                <a:latin typeface="Comic Sans MS"/>
                <a:ea typeface="Comic Sans MS"/>
                <a:cs typeface="Comic Sans MS"/>
                <a:sym typeface="Comic Sans MS"/>
              </a:defRPr>
            </a:lvl5pPr>
            <a:lvl6pPr indent="0" lvl="5" marL="0" algn="r">
              <a:spcBef>
                <a:spcPts val="0"/>
              </a:spcBef>
              <a:buNone/>
              <a:defRPr sz="1200">
                <a:solidFill>
                  <a:schemeClr val="dk1"/>
                </a:solidFill>
                <a:latin typeface="Comic Sans MS"/>
                <a:ea typeface="Comic Sans MS"/>
                <a:cs typeface="Comic Sans MS"/>
                <a:sym typeface="Comic Sans MS"/>
              </a:defRPr>
            </a:lvl6pPr>
            <a:lvl7pPr indent="0" lvl="6" marL="0" algn="r">
              <a:spcBef>
                <a:spcPts val="0"/>
              </a:spcBef>
              <a:buNone/>
              <a:defRPr sz="1200">
                <a:solidFill>
                  <a:schemeClr val="dk1"/>
                </a:solidFill>
                <a:latin typeface="Comic Sans MS"/>
                <a:ea typeface="Comic Sans MS"/>
                <a:cs typeface="Comic Sans MS"/>
                <a:sym typeface="Comic Sans MS"/>
              </a:defRPr>
            </a:lvl7pPr>
            <a:lvl8pPr indent="0" lvl="7" marL="0" algn="r">
              <a:spcBef>
                <a:spcPts val="0"/>
              </a:spcBef>
              <a:buNone/>
              <a:defRPr sz="1200">
                <a:solidFill>
                  <a:schemeClr val="dk1"/>
                </a:solidFill>
                <a:latin typeface="Comic Sans MS"/>
                <a:ea typeface="Comic Sans MS"/>
                <a:cs typeface="Comic Sans MS"/>
                <a:sym typeface="Comic Sans MS"/>
              </a:defRPr>
            </a:lvl8pPr>
            <a:lvl9pPr indent="0" lvl="8" marL="0" algn="r">
              <a:spcBef>
                <a:spcPts val="0"/>
              </a:spcBef>
              <a:buNone/>
              <a:defRPr sz="1200">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5" name="Shape 105"/>
        <p:cNvGrpSpPr/>
        <p:nvPr/>
      </p:nvGrpSpPr>
      <p:grpSpPr>
        <a:xfrm>
          <a:off x="0" y="0"/>
          <a:ext cx="0" cy="0"/>
          <a:chOff x="0" y="0"/>
          <a:chExt cx="0" cy="0"/>
        </a:xfrm>
      </p:grpSpPr>
      <p:sp>
        <p:nvSpPr>
          <p:cNvPr id="106" name="Google Shape;106;p86"/>
          <p:cNvSpPr txBox="1"/>
          <p:nvPr>
            <p:ph type="title"/>
          </p:nvPr>
        </p:nvSpPr>
        <p:spPr>
          <a:xfrm>
            <a:off x="914400" y="609600"/>
            <a:ext cx="103632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7" name="Google Shape;107;p86"/>
          <p:cNvSpPr txBox="1"/>
          <p:nvPr>
            <p:ph idx="1" type="body"/>
          </p:nvPr>
        </p:nvSpPr>
        <p:spPr>
          <a:xfrm>
            <a:off x="914400" y="1981200"/>
            <a:ext cx="508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Comic Sans MS"/>
              <a:buChar char="•"/>
              <a:defRPr sz="2800"/>
            </a:lvl1pPr>
            <a:lvl2pPr indent="-381000" lvl="1" marL="914400" algn="l">
              <a:spcBef>
                <a:spcPts val="480"/>
              </a:spcBef>
              <a:spcAft>
                <a:spcPts val="0"/>
              </a:spcAft>
              <a:buClr>
                <a:srgbClr val="000099"/>
              </a:buClr>
              <a:buSzPts val="2400"/>
              <a:buFont typeface="Comic Sans MS"/>
              <a:buChar char="–"/>
              <a:defRPr sz="2400"/>
            </a:lvl2pPr>
            <a:lvl3pPr indent="-355600" lvl="2" marL="1371600" algn="l">
              <a:spcBef>
                <a:spcPts val="400"/>
              </a:spcBef>
              <a:spcAft>
                <a:spcPts val="0"/>
              </a:spcAft>
              <a:buClr>
                <a:schemeClr val="dk1"/>
              </a:buClr>
              <a:buSzPts val="2000"/>
              <a:buFont typeface="Comic Sans MS"/>
              <a:buChar char="•"/>
              <a:defRPr sz="2000"/>
            </a:lvl3pPr>
            <a:lvl4pPr indent="-342900" lvl="3" marL="1828800" algn="l">
              <a:spcBef>
                <a:spcPts val="360"/>
              </a:spcBef>
              <a:spcAft>
                <a:spcPts val="0"/>
              </a:spcAft>
              <a:buClr>
                <a:schemeClr val="dk1"/>
              </a:buClr>
              <a:buSzPts val="1800"/>
              <a:buFont typeface="Comic Sans MS"/>
              <a:buChar char="–"/>
              <a:defRPr sz="1800"/>
            </a:lvl4pPr>
            <a:lvl5pPr indent="-342900" lvl="4" marL="2286000" algn="l">
              <a:spcBef>
                <a:spcPts val="360"/>
              </a:spcBef>
              <a:spcAft>
                <a:spcPts val="0"/>
              </a:spcAft>
              <a:buClr>
                <a:schemeClr val="dk1"/>
              </a:buClr>
              <a:buSzPts val="1800"/>
              <a:buFont typeface="Comic Sans MS"/>
              <a:buChar char="»"/>
              <a:defRPr sz="1800"/>
            </a:lvl5pPr>
            <a:lvl6pPr indent="-342900" lvl="5" marL="2743200" algn="l">
              <a:spcBef>
                <a:spcPts val="360"/>
              </a:spcBef>
              <a:spcAft>
                <a:spcPts val="0"/>
              </a:spcAft>
              <a:buClr>
                <a:schemeClr val="dk1"/>
              </a:buClr>
              <a:buSzPts val="1800"/>
              <a:buFont typeface="Comic Sans MS"/>
              <a:buChar char="»"/>
              <a:defRPr sz="1800"/>
            </a:lvl6pPr>
            <a:lvl7pPr indent="-342900" lvl="6" marL="3200400" algn="l">
              <a:spcBef>
                <a:spcPts val="360"/>
              </a:spcBef>
              <a:spcAft>
                <a:spcPts val="0"/>
              </a:spcAft>
              <a:buClr>
                <a:schemeClr val="dk1"/>
              </a:buClr>
              <a:buSzPts val="1800"/>
              <a:buFont typeface="Comic Sans MS"/>
              <a:buChar char="»"/>
              <a:defRPr sz="1800"/>
            </a:lvl7pPr>
            <a:lvl8pPr indent="-342900" lvl="7" marL="3657600" algn="l">
              <a:spcBef>
                <a:spcPts val="360"/>
              </a:spcBef>
              <a:spcAft>
                <a:spcPts val="0"/>
              </a:spcAft>
              <a:buClr>
                <a:schemeClr val="dk1"/>
              </a:buClr>
              <a:buSzPts val="1800"/>
              <a:buFont typeface="Comic Sans MS"/>
              <a:buChar char="»"/>
              <a:defRPr sz="1800"/>
            </a:lvl8pPr>
            <a:lvl9pPr indent="-342900" lvl="8" marL="4114800" algn="l">
              <a:spcBef>
                <a:spcPts val="360"/>
              </a:spcBef>
              <a:spcAft>
                <a:spcPts val="0"/>
              </a:spcAft>
              <a:buClr>
                <a:schemeClr val="dk1"/>
              </a:buClr>
              <a:buSzPts val="1800"/>
              <a:buFont typeface="Comic Sans MS"/>
              <a:buChar char="»"/>
              <a:defRPr sz="1800"/>
            </a:lvl9pPr>
          </a:lstStyle>
          <a:p/>
        </p:txBody>
      </p:sp>
      <p:sp>
        <p:nvSpPr>
          <p:cNvPr id="108" name="Google Shape;108;p86"/>
          <p:cNvSpPr txBox="1"/>
          <p:nvPr>
            <p:ph idx="2" type="body"/>
          </p:nvPr>
        </p:nvSpPr>
        <p:spPr>
          <a:xfrm>
            <a:off x="6197600" y="1981200"/>
            <a:ext cx="5080000" cy="4114800"/>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Comic Sans MS"/>
              <a:buChar char="•"/>
              <a:defRPr sz="2800"/>
            </a:lvl1pPr>
            <a:lvl2pPr indent="-381000" lvl="1" marL="914400" algn="l">
              <a:spcBef>
                <a:spcPts val="480"/>
              </a:spcBef>
              <a:spcAft>
                <a:spcPts val="0"/>
              </a:spcAft>
              <a:buClr>
                <a:srgbClr val="000099"/>
              </a:buClr>
              <a:buSzPts val="2400"/>
              <a:buFont typeface="Comic Sans MS"/>
              <a:buChar char="–"/>
              <a:defRPr sz="2400"/>
            </a:lvl2pPr>
            <a:lvl3pPr indent="-355600" lvl="2" marL="1371600" algn="l">
              <a:spcBef>
                <a:spcPts val="400"/>
              </a:spcBef>
              <a:spcAft>
                <a:spcPts val="0"/>
              </a:spcAft>
              <a:buClr>
                <a:schemeClr val="dk1"/>
              </a:buClr>
              <a:buSzPts val="2000"/>
              <a:buFont typeface="Comic Sans MS"/>
              <a:buChar char="•"/>
              <a:defRPr sz="2000"/>
            </a:lvl3pPr>
            <a:lvl4pPr indent="-342900" lvl="3" marL="1828800" algn="l">
              <a:spcBef>
                <a:spcPts val="360"/>
              </a:spcBef>
              <a:spcAft>
                <a:spcPts val="0"/>
              </a:spcAft>
              <a:buClr>
                <a:schemeClr val="dk1"/>
              </a:buClr>
              <a:buSzPts val="1800"/>
              <a:buFont typeface="Comic Sans MS"/>
              <a:buChar char="–"/>
              <a:defRPr sz="1800"/>
            </a:lvl4pPr>
            <a:lvl5pPr indent="-342900" lvl="4" marL="2286000" algn="l">
              <a:spcBef>
                <a:spcPts val="360"/>
              </a:spcBef>
              <a:spcAft>
                <a:spcPts val="0"/>
              </a:spcAft>
              <a:buClr>
                <a:schemeClr val="dk1"/>
              </a:buClr>
              <a:buSzPts val="1800"/>
              <a:buFont typeface="Comic Sans MS"/>
              <a:buChar char="»"/>
              <a:defRPr sz="1800"/>
            </a:lvl5pPr>
            <a:lvl6pPr indent="-342900" lvl="5" marL="2743200" algn="l">
              <a:spcBef>
                <a:spcPts val="360"/>
              </a:spcBef>
              <a:spcAft>
                <a:spcPts val="0"/>
              </a:spcAft>
              <a:buClr>
                <a:schemeClr val="dk1"/>
              </a:buClr>
              <a:buSzPts val="1800"/>
              <a:buFont typeface="Comic Sans MS"/>
              <a:buChar char="»"/>
              <a:defRPr sz="1800"/>
            </a:lvl6pPr>
            <a:lvl7pPr indent="-342900" lvl="6" marL="3200400" algn="l">
              <a:spcBef>
                <a:spcPts val="360"/>
              </a:spcBef>
              <a:spcAft>
                <a:spcPts val="0"/>
              </a:spcAft>
              <a:buClr>
                <a:schemeClr val="dk1"/>
              </a:buClr>
              <a:buSzPts val="1800"/>
              <a:buFont typeface="Comic Sans MS"/>
              <a:buChar char="»"/>
              <a:defRPr sz="1800"/>
            </a:lvl7pPr>
            <a:lvl8pPr indent="-342900" lvl="7" marL="3657600" algn="l">
              <a:spcBef>
                <a:spcPts val="360"/>
              </a:spcBef>
              <a:spcAft>
                <a:spcPts val="0"/>
              </a:spcAft>
              <a:buClr>
                <a:schemeClr val="dk1"/>
              </a:buClr>
              <a:buSzPts val="1800"/>
              <a:buFont typeface="Comic Sans MS"/>
              <a:buChar char="»"/>
              <a:defRPr sz="1800"/>
            </a:lvl8pPr>
            <a:lvl9pPr indent="-342900" lvl="8" marL="4114800" algn="l">
              <a:spcBef>
                <a:spcPts val="360"/>
              </a:spcBef>
              <a:spcAft>
                <a:spcPts val="0"/>
              </a:spcAft>
              <a:buClr>
                <a:schemeClr val="dk1"/>
              </a:buClr>
              <a:buSzPts val="1800"/>
              <a:buFont typeface="Comic Sans MS"/>
              <a:buChar char="»"/>
              <a:defRPr sz="1800"/>
            </a:lvl9pPr>
          </a:lstStyle>
          <a:p/>
        </p:txBody>
      </p:sp>
      <p:sp>
        <p:nvSpPr>
          <p:cNvPr id="109" name="Google Shape;109;p86"/>
          <p:cNvSpPr txBox="1"/>
          <p:nvPr>
            <p:ph idx="11" type="ftr"/>
          </p:nvPr>
        </p:nvSpPr>
        <p:spPr>
          <a:xfrm>
            <a:off x="40640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86"/>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chemeClr val="dk1"/>
                </a:solidFill>
                <a:latin typeface="Comic Sans MS"/>
                <a:ea typeface="Comic Sans MS"/>
                <a:cs typeface="Comic Sans MS"/>
                <a:sym typeface="Comic Sans MS"/>
              </a:defRPr>
            </a:lvl1pPr>
            <a:lvl2pPr indent="0" lvl="1" marL="0" algn="r">
              <a:spcBef>
                <a:spcPts val="0"/>
              </a:spcBef>
              <a:buNone/>
              <a:defRPr sz="1200">
                <a:solidFill>
                  <a:schemeClr val="dk1"/>
                </a:solidFill>
                <a:latin typeface="Comic Sans MS"/>
                <a:ea typeface="Comic Sans MS"/>
                <a:cs typeface="Comic Sans MS"/>
                <a:sym typeface="Comic Sans MS"/>
              </a:defRPr>
            </a:lvl2pPr>
            <a:lvl3pPr indent="0" lvl="2" marL="0" algn="r">
              <a:spcBef>
                <a:spcPts val="0"/>
              </a:spcBef>
              <a:buNone/>
              <a:defRPr sz="1200">
                <a:solidFill>
                  <a:schemeClr val="dk1"/>
                </a:solidFill>
                <a:latin typeface="Comic Sans MS"/>
                <a:ea typeface="Comic Sans MS"/>
                <a:cs typeface="Comic Sans MS"/>
                <a:sym typeface="Comic Sans MS"/>
              </a:defRPr>
            </a:lvl3pPr>
            <a:lvl4pPr indent="0" lvl="3" marL="0" algn="r">
              <a:spcBef>
                <a:spcPts val="0"/>
              </a:spcBef>
              <a:buNone/>
              <a:defRPr sz="1200">
                <a:solidFill>
                  <a:schemeClr val="dk1"/>
                </a:solidFill>
                <a:latin typeface="Comic Sans MS"/>
                <a:ea typeface="Comic Sans MS"/>
                <a:cs typeface="Comic Sans MS"/>
                <a:sym typeface="Comic Sans MS"/>
              </a:defRPr>
            </a:lvl4pPr>
            <a:lvl5pPr indent="0" lvl="4" marL="0" algn="r">
              <a:spcBef>
                <a:spcPts val="0"/>
              </a:spcBef>
              <a:buNone/>
              <a:defRPr sz="1200">
                <a:solidFill>
                  <a:schemeClr val="dk1"/>
                </a:solidFill>
                <a:latin typeface="Comic Sans MS"/>
                <a:ea typeface="Comic Sans MS"/>
                <a:cs typeface="Comic Sans MS"/>
                <a:sym typeface="Comic Sans MS"/>
              </a:defRPr>
            </a:lvl5pPr>
            <a:lvl6pPr indent="0" lvl="5" marL="0" algn="r">
              <a:spcBef>
                <a:spcPts val="0"/>
              </a:spcBef>
              <a:buNone/>
              <a:defRPr sz="1200">
                <a:solidFill>
                  <a:schemeClr val="dk1"/>
                </a:solidFill>
                <a:latin typeface="Comic Sans MS"/>
                <a:ea typeface="Comic Sans MS"/>
                <a:cs typeface="Comic Sans MS"/>
                <a:sym typeface="Comic Sans MS"/>
              </a:defRPr>
            </a:lvl6pPr>
            <a:lvl7pPr indent="0" lvl="6" marL="0" algn="r">
              <a:spcBef>
                <a:spcPts val="0"/>
              </a:spcBef>
              <a:buNone/>
              <a:defRPr sz="1200">
                <a:solidFill>
                  <a:schemeClr val="dk1"/>
                </a:solidFill>
                <a:latin typeface="Comic Sans MS"/>
                <a:ea typeface="Comic Sans MS"/>
                <a:cs typeface="Comic Sans MS"/>
                <a:sym typeface="Comic Sans MS"/>
              </a:defRPr>
            </a:lvl7pPr>
            <a:lvl8pPr indent="0" lvl="7" marL="0" algn="r">
              <a:spcBef>
                <a:spcPts val="0"/>
              </a:spcBef>
              <a:buNone/>
              <a:defRPr sz="1200">
                <a:solidFill>
                  <a:schemeClr val="dk1"/>
                </a:solidFill>
                <a:latin typeface="Comic Sans MS"/>
                <a:ea typeface="Comic Sans MS"/>
                <a:cs typeface="Comic Sans MS"/>
                <a:sym typeface="Comic Sans MS"/>
              </a:defRPr>
            </a:lvl8pPr>
            <a:lvl9pPr indent="0" lvl="8" marL="0" algn="r">
              <a:spcBef>
                <a:spcPts val="0"/>
              </a:spcBef>
              <a:buNone/>
              <a:defRPr sz="1200">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1" name="Shape 111"/>
        <p:cNvGrpSpPr/>
        <p:nvPr/>
      </p:nvGrpSpPr>
      <p:grpSpPr>
        <a:xfrm>
          <a:off x="0" y="0"/>
          <a:ext cx="0" cy="0"/>
          <a:chOff x="0" y="0"/>
          <a:chExt cx="0" cy="0"/>
        </a:xfrm>
      </p:grpSpPr>
      <p:sp>
        <p:nvSpPr>
          <p:cNvPr id="112" name="Google Shape;112;p87"/>
          <p:cNvSpPr txBox="1"/>
          <p:nvPr>
            <p:ph type="title"/>
          </p:nvPr>
        </p:nvSpPr>
        <p:spPr>
          <a:xfrm>
            <a:off x="609600" y="274638"/>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3" name="Google Shape;113;p87"/>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Comic Sans MS"/>
              <a:buNone/>
              <a:defRPr b="1" sz="2400"/>
            </a:lvl1pPr>
            <a:lvl2pPr indent="-228600" lvl="1" marL="914400" algn="l">
              <a:spcBef>
                <a:spcPts val="400"/>
              </a:spcBef>
              <a:spcAft>
                <a:spcPts val="0"/>
              </a:spcAft>
              <a:buClr>
                <a:srgbClr val="000099"/>
              </a:buClr>
              <a:buSzPts val="2000"/>
              <a:buFont typeface="Comic Sans MS"/>
              <a:buNone/>
              <a:defRPr b="1" sz="2000"/>
            </a:lvl2pPr>
            <a:lvl3pPr indent="-228600" lvl="2" marL="1371600" algn="l">
              <a:spcBef>
                <a:spcPts val="360"/>
              </a:spcBef>
              <a:spcAft>
                <a:spcPts val="0"/>
              </a:spcAft>
              <a:buClr>
                <a:schemeClr val="dk1"/>
              </a:buClr>
              <a:buSzPts val="1800"/>
              <a:buFont typeface="Comic Sans MS"/>
              <a:buNone/>
              <a:defRPr b="1" sz="1800"/>
            </a:lvl3pPr>
            <a:lvl4pPr indent="-228600" lvl="3" marL="1828800" algn="l">
              <a:spcBef>
                <a:spcPts val="320"/>
              </a:spcBef>
              <a:spcAft>
                <a:spcPts val="0"/>
              </a:spcAft>
              <a:buClr>
                <a:schemeClr val="dk1"/>
              </a:buClr>
              <a:buSzPts val="1600"/>
              <a:buFont typeface="Comic Sans MS"/>
              <a:buNone/>
              <a:defRPr b="1" sz="1600"/>
            </a:lvl4pPr>
            <a:lvl5pPr indent="-228600" lvl="4" marL="2286000" algn="l">
              <a:spcBef>
                <a:spcPts val="320"/>
              </a:spcBef>
              <a:spcAft>
                <a:spcPts val="0"/>
              </a:spcAft>
              <a:buClr>
                <a:schemeClr val="dk1"/>
              </a:buClr>
              <a:buSzPts val="1600"/>
              <a:buFont typeface="Comic Sans MS"/>
              <a:buNone/>
              <a:defRPr b="1" sz="1600"/>
            </a:lvl5pPr>
            <a:lvl6pPr indent="-228600" lvl="5" marL="2743200" algn="l">
              <a:spcBef>
                <a:spcPts val="320"/>
              </a:spcBef>
              <a:spcAft>
                <a:spcPts val="0"/>
              </a:spcAft>
              <a:buClr>
                <a:schemeClr val="dk1"/>
              </a:buClr>
              <a:buSzPts val="1600"/>
              <a:buFont typeface="Comic Sans MS"/>
              <a:buNone/>
              <a:defRPr b="1" sz="1600"/>
            </a:lvl6pPr>
            <a:lvl7pPr indent="-228600" lvl="6" marL="3200400" algn="l">
              <a:spcBef>
                <a:spcPts val="320"/>
              </a:spcBef>
              <a:spcAft>
                <a:spcPts val="0"/>
              </a:spcAft>
              <a:buClr>
                <a:schemeClr val="dk1"/>
              </a:buClr>
              <a:buSzPts val="1600"/>
              <a:buFont typeface="Comic Sans MS"/>
              <a:buNone/>
              <a:defRPr b="1" sz="1600"/>
            </a:lvl7pPr>
            <a:lvl8pPr indent="-228600" lvl="7" marL="3657600" algn="l">
              <a:spcBef>
                <a:spcPts val="320"/>
              </a:spcBef>
              <a:spcAft>
                <a:spcPts val="0"/>
              </a:spcAft>
              <a:buClr>
                <a:schemeClr val="dk1"/>
              </a:buClr>
              <a:buSzPts val="1600"/>
              <a:buFont typeface="Comic Sans MS"/>
              <a:buNone/>
              <a:defRPr b="1" sz="1600"/>
            </a:lvl8pPr>
            <a:lvl9pPr indent="-228600" lvl="8" marL="4114800" algn="l">
              <a:spcBef>
                <a:spcPts val="320"/>
              </a:spcBef>
              <a:spcAft>
                <a:spcPts val="0"/>
              </a:spcAft>
              <a:buClr>
                <a:schemeClr val="dk1"/>
              </a:buClr>
              <a:buSzPts val="1600"/>
              <a:buFont typeface="Comic Sans MS"/>
              <a:buNone/>
              <a:defRPr b="1" sz="1600"/>
            </a:lvl9pPr>
          </a:lstStyle>
          <a:p/>
        </p:txBody>
      </p:sp>
      <p:sp>
        <p:nvSpPr>
          <p:cNvPr id="114" name="Google Shape;114;p87"/>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Comic Sans MS"/>
              <a:buChar char="•"/>
              <a:defRPr sz="2400"/>
            </a:lvl1pPr>
            <a:lvl2pPr indent="-355600" lvl="1" marL="914400" algn="l">
              <a:spcBef>
                <a:spcPts val="400"/>
              </a:spcBef>
              <a:spcAft>
                <a:spcPts val="0"/>
              </a:spcAft>
              <a:buClr>
                <a:srgbClr val="000099"/>
              </a:buClr>
              <a:buSzPts val="2000"/>
              <a:buFont typeface="Comic Sans MS"/>
              <a:buChar char="–"/>
              <a:defRPr sz="2000"/>
            </a:lvl2pPr>
            <a:lvl3pPr indent="-342900" lvl="2" marL="1371600" algn="l">
              <a:spcBef>
                <a:spcPts val="360"/>
              </a:spcBef>
              <a:spcAft>
                <a:spcPts val="0"/>
              </a:spcAft>
              <a:buClr>
                <a:schemeClr val="dk1"/>
              </a:buClr>
              <a:buSzPts val="1800"/>
              <a:buFont typeface="Comic Sans MS"/>
              <a:buChar char="•"/>
              <a:defRPr sz="1800"/>
            </a:lvl3pPr>
            <a:lvl4pPr indent="-330200" lvl="3" marL="1828800" algn="l">
              <a:spcBef>
                <a:spcPts val="320"/>
              </a:spcBef>
              <a:spcAft>
                <a:spcPts val="0"/>
              </a:spcAft>
              <a:buClr>
                <a:schemeClr val="dk1"/>
              </a:buClr>
              <a:buSzPts val="1600"/>
              <a:buFont typeface="Comic Sans MS"/>
              <a:buChar char="–"/>
              <a:defRPr sz="1600"/>
            </a:lvl4pPr>
            <a:lvl5pPr indent="-330200" lvl="4" marL="2286000" algn="l">
              <a:spcBef>
                <a:spcPts val="320"/>
              </a:spcBef>
              <a:spcAft>
                <a:spcPts val="0"/>
              </a:spcAft>
              <a:buClr>
                <a:schemeClr val="dk1"/>
              </a:buClr>
              <a:buSzPts val="1600"/>
              <a:buFont typeface="Comic Sans MS"/>
              <a:buChar char="»"/>
              <a:defRPr sz="1600"/>
            </a:lvl5pPr>
            <a:lvl6pPr indent="-330200" lvl="5" marL="2743200" algn="l">
              <a:spcBef>
                <a:spcPts val="320"/>
              </a:spcBef>
              <a:spcAft>
                <a:spcPts val="0"/>
              </a:spcAft>
              <a:buClr>
                <a:schemeClr val="dk1"/>
              </a:buClr>
              <a:buSzPts val="1600"/>
              <a:buFont typeface="Comic Sans MS"/>
              <a:buChar char="»"/>
              <a:defRPr sz="1600"/>
            </a:lvl6pPr>
            <a:lvl7pPr indent="-330200" lvl="6" marL="3200400" algn="l">
              <a:spcBef>
                <a:spcPts val="320"/>
              </a:spcBef>
              <a:spcAft>
                <a:spcPts val="0"/>
              </a:spcAft>
              <a:buClr>
                <a:schemeClr val="dk1"/>
              </a:buClr>
              <a:buSzPts val="1600"/>
              <a:buFont typeface="Comic Sans MS"/>
              <a:buChar char="»"/>
              <a:defRPr sz="1600"/>
            </a:lvl7pPr>
            <a:lvl8pPr indent="-330200" lvl="7" marL="3657600" algn="l">
              <a:spcBef>
                <a:spcPts val="320"/>
              </a:spcBef>
              <a:spcAft>
                <a:spcPts val="0"/>
              </a:spcAft>
              <a:buClr>
                <a:schemeClr val="dk1"/>
              </a:buClr>
              <a:buSzPts val="1600"/>
              <a:buFont typeface="Comic Sans MS"/>
              <a:buChar char="»"/>
              <a:defRPr sz="1600"/>
            </a:lvl8pPr>
            <a:lvl9pPr indent="-330200" lvl="8" marL="4114800" algn="l">
              <a:spcBef>
                <a:spcPts val="320"/>
              </a:spcBef>
              <a:spcAft>
                <a:spcPts val="0"/>
              </a:spcAft>
              <a:buClr>
                <a:schemeClr val="dk1"/>
              </a:buClr>
              <a:buSzPts val="1600"/>
              <a:buFont typeface="Comic Sans MS"/>
              <a:buChar char="»"/>
              <a:defRPr sz="1600"/>
            </a:lvl9pPr>
          </a:lstStyle>
          <a:p/>
        </p:txBody>
      </p:sp>
      <p:sp>
        <p:nvSpPr>
          <p:cNvPr id="115" name="Google Shape;115;p87"/>
          <p:cNvSpPr txBox="1"/>
          <p:nvPr>
            <p:ph idx="3" type="body"/>
          </p:nvPr>
        </p:nvSpPr>
        <p:spPr>
          <a:xfrm>
            <a:off x="6193368"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Comic Sans MS"/>
              <a:buNone/>
              <a:defRPr b="1" sz="2400"/>
            </a:lvl1pPr>
            <a:lvl2pPr indent="-228600" lvl="1" marL="914400" algn="l">
              <a:spcBef>
                <a:spcPts val="400"/>
              </a:spcBef>
              <a:spcAft>
                <a:spcPts val="0"/>
              </a:spcAft>
              <a:buClr>
                <a:srgbClr val="000099"/>
              </a:buClr>
              <a:buSzPts val="2000"/>
              <a:buFont typeface="Comic Sans MS"/>
              <a:buNone/>
              <a:defRPr b="1" sz="2000"/>
            </a:lvl2pPr>
            <a:lvl3pPr indent="-228600" lvl="2" marL="1371600" algn="l">
              <a:spcBef>
                <a:spcPts val="360"/>
              </a:spcBef>
              <a:spcAft>
                <a:spcPts val="0"/>
              </a:spcAft>
              <a:buClr>
                <a:schemeClr val="dk1"/>
              </a:buClr>
              <a:buSzPts val="1800"/>
              <a:buFont typeface="Comic Sans MS"/>
              <a:buNone/>
              <a:defRPr b="1" sz="1800"/>
            </a:lvl3pPr>
            <a:lvl4pPr indent="-228600" lvl="3" marL="1828800" algn="l">
              <a:spcBef>
                <a:spcPts val="320"/>
              </a:spcBef>
              <a:spcAft>
                <a:spcPts val="0"/>
              </a:spcAft>
              <a:buClr>
                <a:schemeClr val="dk1"/>
              </a:buClr>
              <a:buSzPts val="1600"/>
              <a:buFont typeface="Comic Sans MS"/>
              <a:buNone/>
              <a:defRPr b="1" sz="1600"/>
            </a:lvl4pPr>
            <a:lvl5pPr indent="-228600" lvl="4" marL="2286000" algn="l">
              <a:spcBef>
                <a:spcPts val="320"/>
              </a:spcBef>
              <a:spcAft>
                <a:spcPts val="0"/>
              </a:spcAft>
              <a:buClr>
                <a:schemeClr val="dk1"/>
              </a:buClr>
              <a:buSzPts val="1600"/>
              <a:buFont typeface="Comic Sans MS"/>
              <a:buNone/>
              <a:defRPr b="1" sz="1600"/>
            </a:lvl5pPr>
            <a:lvl6pPr indent="-228600" lvl="5" marL="2743200" algn="l">
              <a:spcBef>
                <a:spcPts val="320"/>
              </a:spcBef>
              <a:spcAft>
                <a:spcPts val="0"/>
              </a:spcAft>
              <a:buClr>
                <a:schemeClr val="dk1"/>
              </a:buClr>
              <a:buSzPts val="1600"/>
              <a:buFont typeface="Comic Sans MS"/>
              <a:buNone/>
              <a:defRPr b="1" sz="1600"/>
            </a:lvl6pPr>
            <a:lvl7pPr indent="-228600" lvl="6" marL="3200400" algn="l">
              <a:spcBef>
                <a:spcPts val="320"/>
              </a:spcBef>
              <a:spcAft>
                <a:spcPts val="0"/>
              </a:spcAft>
              <a:buClr>
                <a:schemeClr val="dk1"/>
              </a:buClr>
              <a:buSzPts val="1600"/>
              <a:buFont typeface="Comic Sans MS"/>
              <a:buNone/>
              <a:defRPr b="1" sz="1600"/>
            </a:lvl7pPr>
            <a:lvl8pPr indent="-228600" lvl="7" marL="3657600" algn="l">
              <a:spcBef>
                <a:spcPts val="320"/>
              </a:spcBef>
              <a:spcAft>
                <a:spcPts val="0"/>
              </a:spcAft>
              <a:buClr>
                <a:schemeClr val="dk1"/>
              </a:buClr>
              <a:buSzPts val="1600"/>
              <a:buFont typeface="Comic Sans MS"/>
              <a:buNone/>
              <a:defRPr b="1" sz="1600"/>
            </a:lvl8pPr>
            <a:lvl9pPr indent="-228600" lvl="8" marL="4114800" algn="l">
              <a:spcBef>
                <a:spcPts val="320"/>
              </a:spcBef>
              <a:spcAft>
                <a:spcPts val="0"/>
              </a:spcAft>
              <a:buClr>
                <a:schemeClr val="dk1"/>
              </a:buClr>
              <a:buSzPts val="1600"/>
              <a:buFont typeface="Comic Sans MS"/>
              <a:buNone/>
              <a:defRPr b="1" sz="1600"/>
            </a:lvl9pPr>
          </a:lstStyle>
          <a:p/>
        </p:txBody>
      </p:sp>
      <p:sp>
        <p:nvSpPr>
          <p:cNvPr id="116" name="Google Shape;116;p87"/>
          <p:cNvSpPr txBox="1"/>
          <p:nvPr>
            <p:ph idx="4" type="body"/>
          </p:nvPr>
        </p:nvSpPr>
        <p:spPr>
          <a:xfrm>
            <a:off x="6193368"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Comic Sans MS"/>
              <a:buChar char="•"/>
              <a:defRPr sz="2400"/>
            </a:lvl1pPr>
            <a:lvl2pPr indent="-355600" lvl="1" marL="914400" algn="l">
              <a:spcBef>
                <a:spcPts val="400"/>
              </a:spcBef>
              <a:spcAft>
                <a:spcPts val="0"/>
              </a:spcAft>
              <a:buClr>
                <a:srgbClr val="000099"/>
              </a:buClr>
              <a:buSzPts val="2000"/>
              <a:buFont typeface="Comic Sans MS"/>
              <a:buChar char="–"/>
              <a:defRPr sz="2000"/>
            </a:lvl2pPr>
            <a:lvl3pPr indent="-342900" lvl="2" marL="1371600" algn="l">
              <a:spcBef>
                <a:spcPts val="360"/>
              </a:spcBef>
              <a:spcAft>
                <a:spcPts val="0"/>
              </a:spcAft>
              <a:buClr>
                <a:schemeClr val="dk1"/>
              </a:buClr>
              <a:buSzPts val="1800"/>
              <a:buFont typeface="Comic Sans MS"/>
              <a:buChar char="•"/>
              <a:defRPr sz="1800"/>
            </a:lvl3pPr>
            <a:lvl4pPr indent="-330200" lvl="3" marL="1828800" algn="l">
              <a:spcBef>
                <a:spcPts val="320"/>
              </a:spcBef>
              <a:spcAft>
                <a:spcPts val="0"/>
              </a:spcAft>
              <a:buClr>
                <a:schemeClr val="dk1"/>
              </a:buClr>
              <a:buSzPts val="1600"/>
              <a:buFont typeface="Comic Sans MS"/>
              <a:buChar char="–"/>
              <a:defRPr sz="1600"/>
            </a:lvl4pPr>
            <a:lvl5pPr indent="-330200" lvl="4" marL="2286000" algn="l">
              <a:spcBef>
                <a:spcPts val="320"/>
              </a:spcBef>
              <a:spcAft>
                <a:spcPts val="0"/>
              </a:spcAft>
              <a:buClr>
                <a:schemeClr val="dk1"/>
              </a:buClr>
              <a:buSzPts val="1600"/>
              <a:buFont typeface="Comic Sans MS"/>
              <a:buChar char="»"/>
              <a:defRPr sz="1600"/>
            </a:lvl5pPr>
            <a:lvl6pPr indent="-330200" lvl="5" marL="2743200" algn="l">
              <a:spcBef>
                <a:spcPts val="320"/>
              </a:spcBef>
              <a:spcAft>
                <a:spcPts val="0"/>
              </a:spcAft>
              <a:buClr>
                <a:schemeClr val="dk1"/>
              </a:buClr>
              <a:buSzPts val="1600"/>
              <a:buFont typeface="Comic Sans MS"/>
              <a:buChar char="»"/>
              <a:defRPr sz="1600"/>
            </a:lvl6pPr>
            <a:lvl7pPr indent="-330200" lvl="6" marL="3200400" algn="l">
              <a:spcBef>
                <a:spcPts val="320"/>
              </a:spcBef>
              <a:spcAft>
                <a:spcPts val="0"/>
              </a:spcAft>
              <a:buClr>
                <a:schemeClr val="dk1"/>
              </a:buClr>
              <a:buSzPts val="1600"/>
              <a:buFont typeface="Comic Sans MS"/>
              <a:buChar char="»"/>
              <a:defRPr sz="1600"/>
            </a:lvl7pPr>
            <a:lvl8pPr indent="-330200" lvl="7" marL="3657600" algn="l">
              <a:spcBef>
                <a:spcPts val="320"/>
              </a:spcBef>
              <a:spcAft>
                <a:spcPts val="0"/>
              </a:spcAft>
              <a:buClr>
                <a:schemeClr val="dk1"/>
              </a:buClr>
              <a:buSzPts val="1600"/>
              <a:buFont typeface="Comic Sans MS"/>
              <a:buChar char="»"/>
              <a:defRPr sz="1600"/>
            </a:lvl8pPr>
            <a:lvl9pPr indent="-330200" lvl="8" marL="4114800" algn="l">
              <a:spcBef>
                <a:spcPts val="320"/>
              </a:spcBef>
              <a:spcAft>
                <a:spcPts val="0"/>
              </a:spcAft>
              <a:buClr>
                <a:schemeClr val="dk1"/>
              </a:buClr>
              <a:buSzPts val="1600"/>
              <a:buFont typeface="Comic Sans MS"/>
              <a:buChar char="»"/>
              <a:defRPr sz="1600"/>
            </a:lvl9pPr>
          </a:lstStyle>
          <a:p/>
        </p:txBody>
      </p:sp>
      <p:sp>
        <p:nvSpPr>
          <p:cNvPr id="117" name="Google Shape;117;p87"/>
          <p:cNvSpPr txBox="1"/>
          <p:nvPr>
            <p:ph idx="11" type="ftr"/>
          </p:nvPr>
        </p:nvSpPr>
        <p:spPr>
          <a:xfrm>
            <a:off x="40640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87"/>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chemeClr val="dk1"/>
                </a:solidFill>
                <a:latin typeface="Comic Sans MS"/>
                <a:ea typeface="Comic Sans MS"/>
                <a:cs typeface="Comic Sans MS"/>
                <a:sym typeface="Comic Sans MS"/>
              </a:defRPr>
            </a:lvl1pPr>
            <a:lvl2pPr indent="0" lvl="1" marL="0" algn="r">
              <a:spcBef>
                <a:spcPts val="0"/>
              </a:spcBef>
              <a:buNone/>
              <a:defRPr sz="1200">
                <a:solidFill>
                  <a:schemeClr val="dk1"/>
                </a:solidFill>
                <a:latin typeface="Comic Sans MS"/>
                <a:ea typeface="Comic Sans MS"/>
                <a:cs typeface="Comic Sans MS"/>
                <a:sym typeface="Comic Sans MS"/>
              </a:defRPr>
            </a:lvl2pPr>
            <a:lvl3pPr indent="0" lvl="2" marL="0" algn="r">
              <a:spcBef>
                <a:spcPts val="0"/>
              </a:spcBef>
              <a:buNone/>
              <a:defRPr sz="1200">
                <a:solidFill>
                  <a:schemeClr val="dk1"/>
                </a:solidFill>
                <a:latin typeface="Comic Sans MS"/>
                <a:ea typeface="Comic Sans MS"/>
                <a:cs typeface="Comic Sans MS"/>
                <a:sym typeface="Comic Sans MS"/>
              </a:defRPr>
            </a:lvl3pPr>
            <a:lvl4pPr indent="0" lvl="3" marL="0" algn="r">
              <a:spcBef>
                <a:spcPts val="0"/>
              </a:spcBef>
              <a:buNone/>
              <a:defRPr sz="1200">
                <a:solidFill>
                  <a:schemeClr val="dk1"/>
                </a:solidFill>
                <a:latin typeface="Comic Sans MS"/>
                <a:ea typeface="Comic Sans MS"/>
                <a:cs typeface="Comic Sans MS"/>
                <a:sym typeface="Comic Sans MS"/>
              </a:defRPr>
            </a:lvl4pPr>
            <a:lvl5pPr indent="0" lvl="4" marL="0" algn="r">
              <a:spcBef>
                <a:spcPts val="0"/>
              </a:spcBef>
              <a:buNone/>
              <a:defRPr sz="1200">
                <a:solidFill>
                  <a:schemeClr val="dk1"/>
                </a:solidFill>
                <a:latin typeface="Comic Sans MS"/>
                <a:ea typeface="Comic Sans MS"/>
                <a:cs typeface="Comic Sans MS"/>
                <a:sym typeface="Comic Sans MS"/>
              </a:defRPr>
            </a:lvl5pPr>
            <a:lvl6pPr indent="0" lvl="5" marL="0" algn="r">
              <a:spcBef>
                <a:spcPts val="0"/>
              </a:spcBef>
              <a:buNone/>
              <a:defRPr sz="1200">
                <a:solidFill>
                  <a:schemeClr val="dk1"/>
                </a:solidFill>
                <a:latin typeface="Comic Sans MS"/>
                <a:ea typeface="Comic Sans MS"/>
                <a:cs typeface="Comic Sans MS"/>
                <a:sym typeface="Comic Sans MS"/>
              </a:defRPr>
            </a:lvl6pPr>
            <a:lvl7pPr indent="0" lvl="6" marL="0" algn="r">
              <a:spcBef>
                <a:spcPts val="0"/>
              </a:spcBef>
              <a:buNone/>
              <a:defRPr sz="1200">
                <a:solidFill>
                  <a:schemeClr val="dk1"/>
                </a:solidFill>
                <a:latin typeface="Comic Sans MS"/>
                <a:ea typeface="Comic Sans MS"/>
                <a:cs typeface="Comic Sans MS"/>
                <a:sym typeface="Comic Sans MS"/>
              </a:defRPr>
            </a:lvl7pPr>
            <a:lvl8pPr indent="0" lvl="7" marL="0" algn="r">
              <a:spcBef>
                <a:spcPts val="0"/>
              </a:spcBef>
              <a:buNone/>
              <a:defRPr sz="1200">
                <a:solidFill>
                  <a:schemeClr val="dk1"/>
                </a:solidFill>
                <a:latin typeface="Comic Sans MS"/>
                <a:ea typeface="Comic Sans MS"/>
                <a:cs typeface="Comic Sans MS"/>
                <a:sym typeface="Comic Sans MS"/>
              </a:defRPr>
            </a:lvl8pPr>
            <a:lvl9pPr indent="0" lvl="8" marL="0" algn="r">
              <a:spcBef>
                <a:spcPts val="0"/>
              </a:spcBef>
              <a:buNone/>
              <a:defRPr sz="1200">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sp>
        <p:nvSpPr>
          <p:cNvPr id="120" name="Google Shape;120;p88"/>
          <p:cNvSpPr txBox="1"/>
          <p:nvPr>
            <p:ph type="title"/>
          </p:nvPr>
        </p:nvSpPr>
        <p:spPr>
          <a:xfrm>
            <a:off x="914400" y="609600"/>
            <a:ext cx="103632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1" name="Google Shape;121;p88"/>
          <p:cNvSpPr txBox="1"/>
          <p:nvPr>
            <p:ph idx="11" type="ftr"/>
          </p:nvPr>
        </p:nvSpPr>
        <p:spPr>
          <a:xfrm>
            <a:off x="40640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88"/>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chemeClr val="dk1"/>
                </a:solidFill>
                <a:latin typeface="Comic Sans MS"/>
                <a:ea typeface="Comic Sans MS"/>
                <a:cs typeface="Comic Sans MS"/>
                <a:sym typeface="Comic Sans MS"/>
              </a:defRPr>
            </a:lvl1pPr>
            <a:lvl2pPr indent="0" lvl="1" marL="0" algn="r">
              <a:spcBef>
                <a:spcPts val="0"/>
              </a:spcBef>
              <a:buNone/>
              <a:defRPr sz="1200">
                <a:solidFill>
                  <a:schemeClr val="dk1"/>
                </a:solidFill>
                <a:latin typeface="Comic Sans MS"/>
                <a:ea typeface="Comic Sans MS"/>
                <a:cs typeface="Comic Sans MS"/>
                <a:sym typeface="Comic Sans MS"/>
              </a:defRPr>
            </a:lvl2pPr>
            <a:lvl3pPr indent="0" lvl="2" marL="0" algn="r">
              <a:spcBef>
                <a:spcPts val="0"/>
              </a:spcBef>
              <a:buNone/>
              <a:defRPr sz="1200">
                <a:solidFill>
                  <a:schemeClr val="dk1"/>
                </a:solidFill>
                <a:latin typeface="Comic Sans MS"/>
                <a:ea typeface="Comic Sans MS"/>
                <a:cs typeface="Comic Sans MS"/>
                <a:sym typeface="Comic Sans MS"/>
              </a:defRPr>
            </a:lvl3pPr>
            <a:lvl4pPr indent="0" lvl="3" marL="0" algn="r">
              <a:spcBef>
                <a:spcPts val="0"/>
              </a:spcBef>
              <a:buNone/>
              <a:defRPr sz="1200">
                <a:solidFill>
                  <a:schemeClr val="dk1"/>
                </a:solidFill>
                <a:latin typeface="Comic Sans MS"/>
                <a:ea typeface="Comic Sans MS"/>
                <a:cs typeface="Comic Sans MS"/>
                <a:sym typeface="Comic Sans MS"/>
              </a:defRPr>
            </a:lvl4pPr>
            <a:lvl5pPr indent="0" lvl="4" marL="0" algn="r">
              <a:spcBef>
                <a:spcPts val="0"/>
              </a:spcBef>
              <a:buNone/>
              <a:defRPr sz="1200">
                <a:solidFill>
                  <a:schemeClr val="dk1"/>
                </a:solidFill>
                <a:latin typeface="Comic Sans MS"/>
                <a:ea typeface="Comic Sans MS"/>
                <a:cs typeface="Comic Sans MS"/>
                <a:sym typeface="Comic Sans MS"/>
              </a:defRPr>
            </a:lvl5pPr>
            <a:lvl6pPr indent="0" lvl="5" marL="0" algn="r">
              <a:spcBef>
                <a:spcPts val="0"/>
              </a:spcBef>
              <a:buNone/>
              <a:defRPr sz="1200">
                <a:solidFill>
                  <a:schemeClr val="dk1"/>
                </a:solidFill>
                <a:latin typeface="Comic Sans MS"/>
                <a:ea typeface="Comic Sans MS"/>
                <a:cs typeface="Comic Sans MS"/>
                <a:sym typeface="Comic Sans MS"/>
              </a:defRPr>
            </a:lvl6pPr>
            <a:lvl7pPr indent="0" lvl="6" marL="0" algn="r">
              <a:spcBef>
                <a:spcPts val="0"/>
              </a:spcBef>
              <a:buNone/>
              <a:defRPr sz="1200">
                <a:solidFill>
                  <a:schemeClr val="dk1"/>
                </a:solidFill>
                <a:latin typeface="Comic Sans MS"/>
                <a:ea typeface="Comic Sans MS"/>
                <a:cs typeface="Comic Sans MS"/>
                <a:sym typeface="Comic Sans MS"/>
              </a:defRPr>
            </a:lvl7pPr>
            <a:lvl8pPr indent="0" lvl="7" marL="0" algn="r">
              <a:spcBef>
                <a:spcPts val="0"/>
              </a:spcBef>
              <a:buNone/>
              <a:defRPr sz="1200">
                <a:solidFill>
                  <a:schemeClr val="dk1"/>
                </a:solidFill>
                <a:latin typeface="Comic Sans MS"/>
                <a:ea typeface="Comic Sans MS"/>
                <a:cs typeface="Comic Sans MS"/>
                <a:sym typeface="Comic Sans MS"/>
              </a:defRPr>
            </a:lvl8pPr>
            <a:lvl9pPr indent="0" lvl="8" marL="0" algn="r">
              <a:spcBef>
                <a:spcPts val="0"/>
              </a:spcBef>
              <a:buNone/>
              <a:defRPr sz="1200">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3" name="Shape 123"/>
        <p:cNvGrpSpPr/>
        <p:nvPr/>
      </p:nvGrpSpPr>
      <p:grpSpPr>
        <a:xfrm>
          <a:off x="0" y="0"/>
          <a:ext cx="0" cy="0"/>
          <a:chOff x="0" y="0"/>
          <a:chExt cx="0" cy="0"/>
        </a:xfrm>
      </p:grpSpPr>
      <p:sp>
        <p:nvSpPr>
          <p:cNvPr id="124" name="Google Shape;124;p89"/>
          <p:cNvSpPr txBox="1"/>
          <p:nvPr>
            <p:ph idx="11" type="ftr"/>
          </p:nvPr>
        </p:nvSpPr>
        <p:spPr>
          <a:xfrm>
            <a:off x="40640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89"/>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chemeClr val="dk1"/>
                </a:solidFill>
                <a:latin typeface="Comic Sans MS"/>
                <a:ea typeface="Comic Sans MS"/>
                <a:cs typeface="Comic Sans MS"/>
                <a:sym typeface="Comic Sans MS"/>
              </a:defRPr>
            </a:lvl1pPr>
            <a:lvl2pPr indent="0" lvl="1" marL="0" algn="r">
              <a:spcBef>
                <a:spcPts val="0"/>
              </a:spcBef>
              <a:buNone/>
              <a:defRPr sz="1200">
                <a:solidFill>
                  <a:schemeClr val="dk1"/>
                </a:solidFill>
                <a:latin typeface="Comic Sans MS"/>
                <a:ea typeface="Comic Sans MS"/>
                <a:cs typeface="Comic Sans MS"/>
                <a:sym typeface="Comic Sans MS"/>
              </a:defRPr>
            </a:lvl2pPr>
            <a:lvl3pPr indent="0" lvl="2" marL="0" algn="r">
              <a:spcBef>
                <a:spcPts val="0"/>
              </a:spcBef>
              <a:buNone/>
              <a:defRPr sz="1200">
                <a:solidFill>
                  <a:schemeClr val="dk1"/>
                </a:solidFill>
                <a:latin typeface="Comic Sans MS"/>
                <a:ea typeface="Comic Sans MS"/>
                <a:cs typeface="Comic Sans MS"/>
                <a:sym typeface="Comic Sans MS"/>
              </a:defRPr>
            </a:lvl3pPr>
            <a:lvl4pPr indent="0" lvl="3" marL="0" algn="r">
              <a:spcBef>
                <a:spcPts val="0"/>
              </a:spcBef>
              <a:buNone/>
              <a:defRPr sz="1200">
                <a:solidFill>
                  <a:schemeClr val="dk1"/>
                </a:solidFill>
                <a:latin typeface="Comic Sans MS"/>
                <a:ea typeface="Comic Sans MS"/>
                <a:cs typeface="Comic Sans MS"/>
                <a:sym typeface="Comic Sans MS"/>
              </a:defRPr>
            </a:lvl4pPr>
            <a:lvl5pPr indent="0" lvl="4" marL="0" algn="r">
              <a:spcBef>
                <a:spcPts val="0"/>
              </a:spcBef>
              <a:buNone/>
              <a:defRPr sz="1200">
                <a:solidFill>
                  <a:schemeClr val="dk1"/>
                </a:solidFill>
                <a:latin typeface="Comic Sans MS"/>
                <a:ea typeface="Comic Sans MS"/>
                <a:cs typeface="Comic Sans MS"/>
                <a:sym typeface="Comic Sans MS"/>
              </a:defRPr>
            </a:lvl5pPr>
            <a:lvl6pPr indent="0" lvl="5" marL="0" algn="r">
              <a:spcBef>
                <a:spcPts val="0"/>
              </a:spcBef>
              <a:buNone/>
              <a:defRPr sz="1200">
                <a:solidFill>
                  <a:schemeClr val="dk1"/>
                </a:solidFill>
                <a:latin typeface="Comic Sans MS"/>
                <a:ea typeface="Comic Sans MS"/>
                <a:cs typeface="Comic Sans MS"/>
                <a:sym typeface="Comic Sans MS"/>
              </a:defRPr>
            </a:lvl6pPr>
            <a:lvl7pPr indent="0" lvl="6" marL="0" algn="r">
              <a:spcBef>
                <a:spcPts val="0"/>
              </a:spcBef>
              <a:buNone/>
              <a:defRPr sz="1200">
                <a:solidFill>
                  <a:schemeClr val="dk1"/>
                </a:solidFill>
                <a:latin typeface="Comic Sans MS"/>
                <a:ea typeface="Comic Sans MS"/>
                <a:cs typeface="Comic Sans MS"/>
                <a:sym typeface="Comic Sans MS"/>
              </a:defRPr>
            </a:lvl7pPr>
            <a:lvl8pPr indent="0" lvl="7" marL="0" algn="r">
              <a:spcBef>
                <a:spcPts val="0"/>
              </a:spcBef>
              <a:buNone/>
              <a:defRPr sz="1200">
                <a:solidFill>
                  <a:schemeClr val="dk1"/>
                </a:solidFill>
                <a:latin typeface="Comic Sans MS"/>
                <a:ea typeface="Comic Sans MS"/>
                <a:cs typeface="Comic Sans MS"/>
                <a:sym typeface="Comic Sans MS"/>
              </a:defRPr>
            </a:lvl8pPr>
            <a:lvl9pPr indent="0" lvl="8" marL="0" algn="r">
              <a:spcBef>
                <a:spcPts val="0"/>
              </a:spcBef>
              <a:buNone/>
              <a:defRPr sz="1200">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6" name="Shape 126"/>
        <p:cNvGrpSpPr/>
        <p:nvPr/>
      </p:nvGrpSpPr>
      <p:grpSpPr>
        <a:xfrm>
          <a:off x="0" y="0"/>
          <a:ext cx="0" cy="0"/>
          <a:chOff x="0" y="0"/>
          <a:chExt cx="0" cy="0"/>
        </a:xfrm>
      </p:grpSpPr>
      <p:sp>
        <p:nvSpPr>
          <p:cNvPr id="127" name="Google Shape;127;p90"/>
          <p:cNvSpPr txBox="1"/>
          <p:nvPr>
            <p:ph type="title"/>
          </p:nvPr>
        </p:nvSpPr>
        <p:spPr>
          <a:xfrm>
            <a:off x="609601"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8" name="Google Shape;128;p90"/>
          <p:cNvSpPr txBox="1"/>
          <p:nvPr>
            <p:ph idx="1" type="body"/>
          </p:nvPr>
        </p:nvSpPr>
        <p:spPr>
          <a:xfrm>
            <a:off x="4766733" y="273051"/>
            <a:ext cx="6815667"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Comic Sans MS"/>
              <a:buChar char="•"/>
              <a:defRPr sz="3200"/>
            </a:lvl1pPr>
            <a:lvl2pPr indent="-406400" lvl="1" marL="914400" algn="l">
              <a:spcBef>
                <a:spcPts val="560"/>
              </a:spcBef>
              <a:spcAft>
                <a:spcPts val="0"/>
              </a:spcAft>
              <a:buClr>
                <a:srgbClr val="000099"/>
              </a:buClr>
              <a:buSzPts val="2800"/>
              <a:buFont typeface="Comic Sans MS"/>
              <a:buChar char="–"/>
              <a:defRPr sz="2800"/>
            </a:lvl2pPr>
            <a:lvl3pPr indent="-381000" lvl="2" marL="1371600" algn="l">
              <a:spcBef>
                <a:spcPts val="480"/>
              </a:spcBef>
              <a:spcAft>
                <a:spcPts val="0"/>
              </a:spcAft>
              <a:buClr>
                <a:schemeClr val="dk1"/>
              </a:buClr>
              <a:buSzPts val="2400"/>
              <a:buFont typeface="Comic Sans MS"/>
              <a:buChar char="•"/>
              <a:defRPr sz="2400"/>
            </a:lvl3pPr>
            <a:lvl4pPr indent="-355600" lvl="3" marL="1828800" algn="l">
              <a:spcBef>
                <a:spcPts val="400"/>
              </a:spcBef>
              <a:spcAft>
                <a:spcPts val="0"/>
              </a:spcAft>
              <a:buClr>
                <a:schemeClr val="dk1"/>
              </a:buClr>
              <a:buSzPts val="2000"/>
              <a:buFont typeface="Comic Sans MS"/>
              <a:buChar char="–"/>
              <a:defRPr sz="2000"/>
            </a:lvl4pPr>
            <a:lvl5pPr indent="-355600" lvl="4" marL="2286000" algn="l">
              <a:spcBef>
                <a:spcPts val="400"/>
              </a:spcBef>
              <a:spcAft>
                <a:spcPts val="0"/>
              </a:spcAft>
              <a:buClr>
                <a:schemeClr val="dk1"/>
              </a:buClr>
              <a:buSzPts val="2000"/>
              <a:buFont typeface="Comic Sans MS"/>
              <a:buChar char="»"/>
              <a:defRPr sz="2000"/>
            </a:lvl5pPr>
            <a:lvl6pPr indent="-355600" lvl="5" marL="2743200" algn="l">
              <a:spcBef>
                <a:spcPts val="400"/>
              </a:spcBef>
              <a:spcAft>
                <a:spcPts val="0"/>
              </a:spcAft>
              <a:buClr>
                <a:schemeClr val="dk1"/>
              </a:buClr>
              <a:buSzPts val="2000"/>
              <a:buFont typeface="Comic Sans MS"/>
              <a:buChar char="»"/>
              <a:defRPr sz="2000"/>
            </a:lvl6pPr>
            <a:lvl7pPr indent="-355600" lvl="6" marL="3200400" algn="l">
              <a:spcBef>
                <a:spcPts val="400"/>
              </a:spcBef>
              <a:spcAft>
                <a:spcPts val="0"/>
              </a:spcAft>
              <a:buClr>
                <a:schemeClr val="dk1"/>
              </a:buClr>
              <a:buSzPts val="2000"/>
              <a:buFont typeface="Comic Sans MS"/>
              <a:buChar char="»"/>
              <a:defRPr sz="2000"/>
            </a:lvl7pPr>
            <a:lvl8pPr indent="-355600" lvl="7" marL="3657600" algn="l">
              <a:spcBef>
                <a:spcPts val="400"/>
              </a:spcBef>
              <a:spcAft>
                <a:spcPts val="0"/>
              </a:spcAft>
              <a:buClr>
                <a:schemeClr val="dk1"/>
              </a:buClr>
              <a:buSzPts val="2000"/>
              <a:buFont typeface="Comic Sans MS"/>
              <a:buChar char="»"/>
              <a:defRPr sz="2000"/>
            </a:lvl8pPr>
            <a:lvl9pPr indent="-355600" lvl="8" marL="4114800" algn="l">
              <a:spcBef>
                <a:spcPts val="400"/>
              </a:spcBef>
              <a:spcAft>
                <a:spcPts val="0"/>
              </a:spcAft>
              <a:buClr>
                <a:schemeClr val="dk1"/>
              </a:buClr>
              <a:buSzPts val="2000"/>
              <a:buFont typeface="Comic Sans MS"/>
              <a:buChar char="»"/>
              <a:defRPr sz="2000"/>
            </a:lvl9pPr>
          </a:lstStyle>
          <a:p/>
        </p:txBody>
      </p:sp>
      <p:sp>
        <p:nvSpPr>
          <p:cNvPr id="129" name="Google Shape;129;p90"/>
          <p:cNvSpPr txBox="1"/>
          <p:nvPr>
            <p:ph idx="2" type="body"/>
          </p:nvPr>
        </p:nvSpPr>
        <p:spPr>
          <a:xfrm>
            <a:off x="609601" y="1435101"/>
            <a:ext cx="4011084"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Comic Sans MS"/>
              <a:buNone/>
              <a:defRPr sz="1400"/>
            </a:lvl1pPr>
            <a:lvl2pPr indent="-228600" lvl="1" marL="914400" algn="l">
              <a:spcBef>
                <a:spcPts val="240"/>
              </a:spcBef>
              <a:spcAft>
                <a:spcPts val="0"/>
              </a:spcAft>
              <a:buClr>
                <a:srgbClr val="000099"/>
              </a:buClr>
              <a:buSzPts val="1200"/>
              <a:buFont typeface="Comic Sans MS"/>
              <a:buNone/>
              <a:defRPr sz="1200"/>
            </a:lvl2pPr>
            <a:lvl3pPr indent="-228600" lvl="2" marL="1371600" algn="l">
              <a:spcBef>
                <a:spcPts val="200"/>
              </a:spcBef>
              <a:spcAft>
                <a:spcPts val="0"/>
              </a:spcAft>
              <a:buClr>
                <a:schemeClr val="dk1"/>
              </a:buClr>
              <a:buSzPts val="1000"/>
              <a:buFont typeface="Comic Sans MS"/>
              <a:buNone/>
              <a:defRPr sz="1000"/>
            </a:lvl3pPr>
            <a:lvl4pPr indent="-228600" lvl="3" marL="1828800" algn="l">
              <a:spcBef>
                <a:spcPts val="180"/>
              </a:spcBef>
              <a:spcAft>
                <a:spcPts val="0"/>
              </a:spcAft>
              <a:buClr>
                <a:schemeClr val="dk1"/>
              </a:buClr>
              <a:buSzPts val="900"/>
              <a:buFont typeface="Comic Sans MS"/>
              <a:buNone/>
              <a:defRPr sz="900"/>
            </a:lvl4pPr>
            <a:lvl5pPr indent="-228600" lvl="4" marL="2286000" algn="l">
              <a:spcBef>
                <a:spcPts val="180"/>
              </a:spcBef>
              <a:spcAft>
                <a:spcPts val="0"/>
              </a:spcAft>
              <a:buClr>
                <a:schemeClr val="dk1"/>
              </a:buClr>
              <a:buSzPts val="900"/>
              <a:buFont typeface="Comic Sans MS"/>
              <a:buNone/>
              <a:defRPr sz="900"/>
            </a:lvl5pPr>
            <a:lvl6pPr indent="-228600" lvl="5" marL="2743200" algn="l">
              <a:spcBef>
                <a:spcPts val="180"/>
              </a:spcBef>
              <a:spcAft>
                <a:spcPts val="0"/>
              </a:spcAft>
              <a:buClr>
                <a:schemeClr val="dk1"/>
              </a:buClr>
              <a:buSzPts val="900"/>
              <a:buFont typeface="Comic Sans MS"/>
              <a:buNone/>
              <a:defRPr sz="900"/>
            </a:lvl6pPr>
            <a:lvl7pPr indent="-228600" lvl="6" marL="3200400" algn="l">
              <a:spcBef>
                <a:spcPts val="180"/>
              </a:spcBef>
              <a:spcAft>
                <a:spcPts val="0"/>
              </a:spcAft>
              <a:buClr>
                <a:schemeClr val="dk1"/>
              </a:buClr>
              <a:buSzPts val="900"/>
              <a:buFont typeface="Comic Sans MS"/>
              <a:buNone/>
              <a:defRPr sz="900"/>
            </a:lvl7pPr>
            <a:lvl8pPr indent="-228600" lvl="7" marL="3657600" algn="l">
              <a:spcBef>
                <a:spcPts val="180"/>
              </a:spcBef>
              <a:spcAft>
                <a:spcPts val="0"/>
              </a:spcAft>
              <a:buClr>
                <a:schemeClr val="dk1"/>
              </a:buClr>
              <a:buSzPts val="900"/>
              <a:buFont typeface="Comic Sans MS"/>
              <a:buNone/>
              <a:defRPr sz="900"/>
            </a:lvl8pPr>
            <a:lvl9pPr indent="-228600" lvl="8" marL="4114800" algn="l">
              <a:spcBef>
                <a:spcPts val="180"/>
              </a:spcBef>
              <a:spcAft>
                <a:spcPts val="0"/>
              </a:spcAft>
              <a:buClr>
                <a:schemeClr val="dk1"/>
              </a:buClr>
              <a:buSzPts val="900"/>
              <a:buFont typeface="Comic Sans MS"/>
              <a:buNone/>
              <a:defRPr sz="900"/>
            </a:lvl9pPr>
          </a:lstStyle>
          <a:p/>
        </p:txBody>
      </p:sp>
      <p:sp>
        <p:nvSpPr>
          <p:cNvPr id="130" name="Google Shape;130;p90"/>
          <p:cNvSpPr txBox="1"/>
          <p:nvPr>
            <p:ph idx="11" type="ftr"/>
          </p:nvPr>
        </p:nvSpPr>
        <p:spPr>
          <a:xfrm>
            <a:off x="40640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90"/>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chemeClr val="dk1"/>
                </a:solidFill>
                <a:latin typeface="Comic Sans MS"/>
                <a:ea typeface="Comic Sans MS"/>
                <a:cs typeface="Comic Sans MS"/>
                <a:sym typeface="Comic Sans MS"/>
              </a:defRPr>
            </a:lvl1pPr>
            <a:lvl2pPr indent="0" lvl="1" marL="0" algn="r">
              <a:spcBef>
                <a:spcPts val="0"/>
              </a:spcBef>
              <a:buNone/>
              <a:defRPr sz="1200">
                <a:solidFill>
                  <a:schemeClr val="dk1"/>
                </a:solidFill>
                <a:latin typeface="Comic Sans MS"/>
                <a:ea typeface="Comic Sans MS"/>
                <a:cs typeface="Comic Sans MS"/>
                <a:sym typeface="Comic Sans MS"/>
              </a:defRPr>
            </a:lvl2pPr>
            <a:lvl3pPr indent="0" lvl="2" marL="0" algn="r">
              <a:spcBef>
                <a:spcPts val="0"/>
              </a:spcBef>
              <a:buNone/>
              <a:defRPr sz="1200">
                <a:solidFill>
                  <a:schemeClr val="dk1"/>
                </a:solidFill>
                <a:latin typeface="Comic Sans MS"/>
                <a:ea typeface="Comic Sans MS"/>
                <a:cs typeface="Comic Sans MS"/>
                <a:sym typeface="Comic Sans MS"/>
              </a:defRPr>
            </a:lvl3pPr>
            <a:lvl4pPr indent="0" lvl="3" marL="0" algn="r">
              <a:spcBef>
                <a:spcPts val="0"/>
              </a:spcBef>
              <a:buNone/>
              <a:defRPr sz="1200">
                <a:solidFill>
                  <a:schemeClr val="dk1"/>
                </a:solidFill>
                <a:latin typeface="Comic Sans MS"/>
                <a:ea typeface="Comic Sans MS"/>
                <a:cs typeface="Comic Sans MS"/>
                <a:sym typeface="Comic Sans MS"/>
              </a:defRPr>
            </a:lvl4pPr>
            <a:lvl5pPr indent="0" lvl="4" marL="0" algn="r">
              <a:spcBef>
                <a:spcPts val="0"/>
              </a:spcBef>
              <a:buNone/>
              <a:defRPr sz="1200">
                <a:solidFill>
                  <a:schemeClr val="dk1"/>
                </a:solidFill>
                <a:latin typeface="Comic Sans MS"/>
                <a:ea typeface="Comic Sans MS"/>
                <a:cs typeface="Comic Sans MS"/>
                <a:sym typeface="Comic Sans MS"/>
              </a:defRPr>
            </a:lvl5pPr>
            <a:lvl6pPr indent="0" lvl="5" marL="0" algn="r">
              <a:spcBef>
                <a:spcPts val="0"/>
              </a:spcBef>
              <a:buNone/>
              <a:defRPr sz="1200">
                <a:solidFill>
                  <a:schemeClr val="dk1"/>
                </a:solidFill>
                <a:latin typeface="Comic Sans MS"/>
                <a:ea typeface="Comic Sans MS"/>
                <a:cs typeface="Comic Sans MS"/>
                <a:sym typeface="Comic Sans MS"/>
              </a:defRPr>
            </a:lvl6pPr>
            <a:lvl7pPr indent="0" lvl="6" marL="0" algn="r">
              <a:spcBef>
                <a:spcPts val="0"/>
              </a:spcBef>
              <a:buNone/>
              <a:defRPr sz="1200">
                <a:solidFill>
                  <a:schemeClr val="dk1"/>
                </a:solidFill>
                <a:latin typeface="Comic Sans MS"/>
                <a:ea typeface="Comic Sans MS"/>
                <a:cs typeface="Comic Sans MS"/>
                <a:sym typeface="Comic Sans MS"/>
              </a:defRPr>
            </a:lvl7pPr>
            <a:lvl8pPr indent="0" lvl="7" marL="0" algn="r">
              <a:spcBef>
                <a:spcPts val="0"/>
              </a:spcBef>
              <a:buNone/>
              <a:defRPr sz="1200">
                <a:solidFill>
                  <a:schemeClr val="dk1"/>
                </a:solidFill>
                <a:latin typeface="Comic Sans MS"/>
                <a:ea typeface="Comic Sans MS"/>
                <a:cs typeface="Comic Sans MS"/>
                <a:sym typeface="Comic Sans MS"/>
              </a:defRPr>
            </a:lvl8pPr>
            <a:lvl9pPr indent="0" lvl="8" marL="0" algn="r">
              <a:spcBef>
                <a:spcPts val="0"/>
              </a:spcBef>
              <a:buNone/>
              <a:defRPr sz="1200">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91"/>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4" name="Google Shape;134;p91"/>
          <p:cNvSpPr/>
          <p:nvPr>
            <p:ph idx="2" type="pic"/>
          </p:nvPr>
        </p:nvSpPr>
        <p:spPr>
          <a:xfrm>
            <a:off x="2389717" y="612775"/>
            <a:ext cx="7315200" cy="4114800"/>
          </a:xfrm>
          <a:prstGeom prst="rect">
            <a:avLst/>
          </a:prstGeom>
          <a:noFill/>
          <a:ln>
            <a:noFill/>
          </a:ln>
        </p:spPr>
      </p:sp>
      <p:sp>
        <p:nvSpPr>
          <p:cNvPr id="135" name="Google Shape;135;p91"/>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Comic Sans MS"/>
              <a:buNone/>
              <a:defRPr sz="1400"/>
            </a:lvl1pPr>
            <a:lvl2pPr indent="-228600" lvl="1" marL="914400" algn="l">
              <a:spcBef>
                <a:spcPts val="240"/>
              </a:spcBef>
              <a:spcAft>
                <a:spcPts val="0"/>
              </a:spcAft>
              <a:buClr>
                <a:srgbClr val="000099"/>
              </a:buClr>
              <a:buSzPts val="1200"/>
              <a:buFont typeface="Comic Sans MS"/>
              <a:buNone/>
              <a:defRPr sz="1200"/>
            </a:lvl2pPr>
            <a:lvl3pPr indent="-228600" lvl="2" marL="1371600" algn="l">
              <a:spcBef>
                <a:spcPts val="200"/>
              </a:spcBef>
              <a:spcAft>
                <a:spcPts val="0"/>
              </a:spcAft>
              <a:buClr>
                <a:schemeClr val="dk1"/>
              </a:buClr>
              <a:buSzPts val="1000"/>
              <a:buFont typeface="Comic Sans MS"/>
              <a:buNone/>
              <a:defRPr sz="1000"/>
            </a:lvl3pPr>
            <a:lvl4pPr indent="-228600" lvl="3" marL="1828800" algn="l">
              <a:spcBef>
                <a:spcPts val="180"/>
              </a:spcBef>
              <a:spcAft>
                <a:spcPts val="0"/>
              </a:spcAft>
              <a:buClr>
                <a:schemeClr val="dk1"/>
              </a:buClr>
              <a:buSzPts val="900"/>
              <a:buFont typeface="Comic Sans MS"/>
              <a:buNone/>
              <a:defRPr sz="900"/>
            </a:lvl4pPr>
            <a:lvl5pPr indent="-228600" lvl="4" marL="2286000" algn="l">
              <a:spcBef>
                <a:spcPts val="180"/>
              </a:spcBef>
              <a:spcAft>
                <a:spcPts val="0"/>
              </a:spcAft>
              <a:buClr>
                <a:schemeClr val="dk1"/>
              </a:buClr>
              <a:buSzPts val="900"/>
              <a:buFont typeface="Comic Sans MS"/>
              <a:buNone/>
              <a:defRPr sz="900"/>
            </a:lvl5pPr>
            <a:lvl6pPr indent="-228600" lvl="5" marL="2743200" algn="l">
              <a:spcBef>
                <a:spcPts val="180"/>
              </a:spcBef>
              <a:spcAft>
                <a:spcPts val="0"/>
              </a:spcAft>
              <a:buClr>
                <a:schemeClr val="dk1"/>
              </a:buClr>
              <a:buSzPts val="900"/>
              <a:buFont typeface="Comic Sans MS"/>
              <a:buNone/>
              <a:defRPr sz="900"/>
            </a:lvl6pPr>
            <a:lvl7pPr indent="-228600" lvl="6" marL="3200400" algn="l">
              <a:spcBef>
                <a:spcPts val="180"/>
              </a:spcBef>
              <a:spcAft>
                <a:spcPts val="0"/>
              </a:spcAft>
              <a:buClr>
                <a:schemeClr val="dk1"/>
              </a:buClr>
              <a:buSzPts val="900"/>
              <a:buFont typeface="Comic Sans MS"/>
              <a:buNone/>
              <a:defRPr sz="900"/>
            </a:lvl7pPr>
            <a:lvl8pPr indent="-228600" lvl="7" marL="3657600" algn="l">
              <a:spcBef>
                <a:spcPts val="180"/>
              </a:spcBef>
              <a:spcAft>
                <a:spcPts val="0"/>
              </a:spcAft>
              <a:buClr>
                <a:schemeClr val="dk1"/>
              </a:buClr>
              <a:buSzPts val="900"/>
              <a:buFont typeface="Comic Sans MS"/>
              <a:buNone/>
              <a:defRPr sz="900"/>
            </a:lvl8pPr>
            <a:lvl9pPr indent="-228600" lvl="8" marL="4114800" algn="l">
              <a:spcBef>
                <a:spcPts val="180"/>
              </a:spcBef>
              <a:spcAft>
                <a:spcPts val="0"/>
              </a:spcAft>
              <a:buClr>
                <a:schemeClr val="dk1"/>
              </a:buClr>
              <a:buSzPts val="900"/>
              <a:buFont typeface="Comic Sans MS"/>
              <a:buNone/>
              <a:defRPr sz="900"/>
            </a:lvl9pPr>
          </a:lstStyle>
          <a:p/>
        </p:txBody>
      </p:sp>
      <p:sp>
        <p:nvSpPr>
          <p:cNvPr id="136" name="Google Shape;136;p91"/>
          <p:cNvSpPr txBox="1"/>
          <p:nvPr>
            <p:ph idx="11" type="ftr"/>
          </p:nvPr>
        </p:nvSpPr>
        <p:spPr>
          <a:xfrm>
            <a:off x="40640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91"/>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chemeClr val="dk1"/>
                </a:solidFill>
                <a:latin typeface="Comic Sans MS"/>
                <a:ea typeface="Comic Sans MS"/>
                <a:cs typeface="Comic Sans MS"/>
                <a:sym typeface="Comic Sans MS"/>
              </a:defRPr>
            </a:lvl1pPr>
            <a:lvl2pPr indent="0" lvl="1" marL="0" algn="r">
              <a:spcBef>
                <a:spcPts val="0"/>
              </a:spcBef>
              <a:buNone/>
              <a:defRPr sz="1200">
                <a:solidFill>
                  <a:schemeClr val="dk1"/>
                </a:solidFill>
                <a:latin typeface="Comic Sans MS"/>
                <a:ea typeface="Comic Sans MS"/>
                <a:cs typeface="Comic Sans MS"/>
                <a:sym typeface="Comic Sans MS"/>
              </a:defRPr>
            </a:lvl2pPr>
            <a:lvl3pPr indent="0" lvl="2" marL="0" algn="r">
              <a:spcBef>
                <a:spcPts val="0"/>
              </a:spcBef>
              <a:buNone/>
              <a:defRPr sz="1200">
                <a:solidFill>
                  <a:schemeClr val="dk1"/>
                </a:solidFill>
                <a:latin typeface="Comic Sans MS"/>
                <a:ea typeface="Comic Sans MS"/>
                <a:cs typeface="Comic Sans MS"/>
                <a:sym typeface="Comic Sans MS"/>
              </a:defRPr>
            </a:lvl3pPr>
            <a:lvl4pPr indent="0" lvl="3" marL="0" algn="r">
              <a:spcBef>
                <a:spcPts val="0"/>
              </a:spcBef>
              <a:buNone/>
              <a:defRPr sz="1200">
                <a:solidFill>
                  <a:schemeClr val="dk1"/>
                </a:solidFill>
                <a:latin typeface="Comic Sans MS"/>
                <a:ea typeface="Comic Sans MS"/>
                <a:cs typeface="Comic Sans MS"/>
                <a:sym typeface="Comic Sans MS"/>
              </a:defRPr>
            </a:lvl4pPr>
            <a:lvl5pPr indent="0" lvl="4" marL="0" algn="r">
              <a:spcBef>
                <a:spcPts val="0"/>
              </a:spcBef>
              <a:buNone/>
              <a:defRPr sz="1200">
                <a:solidFill>
                  <a:schemeClr val="dk1"/>
                </a:solidFill>
                <a:latin typeface="Comic Sans MS"/>
                <a:ea typeface="Comic Sans MS"/>
                <a:cs typeface="Comic Sans MS"/>
                <a:sym typeface="Comic Sans MS"/>
              </a:defRPr>
            </a:lvl5pPr>
            <a:lvl6pPr indent="0" lvl="5" marL="0" algn="r">
              <a:spcBef>
                <a:spcPts val="0"/>
              </a:spcBef>
              <a:buNone/>
              <a:defRPr sz="1200">
                <a:solidFill>
                  <a:schemeClr val="dk1"/>
                </a:solidFill>
                <a:latin typeface="Comic Sans MS"/>
                <a:ea typeface="Comic Sans MS"/>
                <a:cs typeface="Comic Sans MS"/>
                <a:sym typeface="Comic Sans MS"/>
              </a:defRPr>
            </a:lvl6pPr>
            <a:lvl7pPr indent="0" lvl="6" marL="0" algn="r">
              <a:spcBef>
                <a:spcPts val="0"/>
              </a:spcBef>
              <a:buNone/>
              <a:defRPr sz="1200">
                <a:solidFill>
                  <a:schemeClr val="dk1"/>
                </a:solidFill>
                <a:latin typeface="Comic Sans MS"/>
                <a:ea typeface="Comic Sans MS"/>
                <a:cs typeface="Comic Sans MS"/>
                <a:sym typeface="Comic Sans MS"/>
              </a:defRPr>
            </a:lvl7pPr>
            <a:lvl8pPr indent="0" lvl="7" marL="0" algn="r">
              <a:spcBef>
                <a:spcPts val="0"/>
              </a:spcBef>
              <a:buNone/>
              <a:defRPr sz="1200">
                <a:solidFill>
                  <a:schemeClr val="dk1"/>
                </a:solidFill>
                <a:latin typeface="Comic Sans MS"/>
                <a:ea typeface="Comic Sans MS"/>
                <a:cs typeface="Comic Sans MS"/>
                <a:sym typeface="Comic Sans MS"/>
              </a:defRPr>
            </a:lvl8pPr>
            <a:lvl9pPr indent="0" lvl="8" marL="0" algn="r">
              <a:spcBef>
                <a:spcPts val="0"/>
              </a:spcBef>
              <a:buNone/>
              <a:defRPr sz="1200">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8" name="Shape 138"/>
        <p:cNvGrpSpPr/>
        <p:nvPr/>
      </p:nvGrpSpPr>
      <p:grpSpPr>
        <a:xfrm>
          <a:off x="0" y="0"/>
          <a:ext cx="0" cy="0"/>
          <a:chOff x="0" y="0"/>
          <a:chExt cx="0" cy="0"/>
        </a:xfrm>
      </p:grpSpPr>
      <p:sp>
        <p:nvSpPr>
          <p:cNvPr id="139" name="Google Shape;139;p92"/>
          <p:cNvSpPr txBox="1"/>
          <p:nvPr>
            <p:ph type="title"/>
          </p:nvPr>
        </p:nvSpPr>
        <p:spPr>
          <a:xfrm>
            <a:off x="914400" y="609600"/>
            <a:ext cx="103632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0" name="Google Shape;140;p92"/>
          <p:cNvSpPr txBox="1"/>
          <p:nvPr>
            <p:ph idx="1" type="body"/>
          </p:nvPr>
        </p:nvSpPr>
        <p:spPr>
          <a:xfrm rot="5400000">
            <a:off x="4038600" y="-1143000"/>
            <a:ext cx="4114800" cy="10363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rgbClr val="000099"/>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1" name="Google Shape;141;p92"/>
          <p:cNvSpPr txBox="1"/>
          <p:nvPr>
            <p:ph idx="11" type="ftr"/>
          </p:nvPr>
        </p:nvSpPr>
        <p:spPr>
          <a:xfrm>
            <a:off x="40640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92"/>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chemeClr val="dk1"/>
                </a:solidFill>
                <a:latin typeface="Comic Sans MS"/>
                <a:ea typeface="Comic Sans MS"/>
                <a:cs typeface="Comic Sans MS"/>
                <a:sym typeface="Comic Sans MS"/>
              </a:defRPr>
            </a:lvl1pPr>
            <a:lvl2pPr indent="0" lvl="1" marL="0" algn="r">
              <a:spcBef>
                <a:spcPts val="0"/>
              </a:spcBef>
              <a:buNone/>
              <a:defRPr sz="1200">
                <a:solidFill>
                  <a:schemeClr val="dk1"/>
                </a:solidFill>
                <a:latin typeface="Comic Sans MS"/>
                <a:ea typeface="Comic Sans MS"/>
                <a:cs typeface="Comic Sans MS"/>
                <a:sym typeface="Comic Sans MS"/>
              </a:defRPr>
            </a:lvl2pPr>
            <a:lvl3pPr indent="0" lvl="2" marL="0" algn="r">
              <a:spcBef>
                <a:spcPts val="0"/>
              </a:spcBef>
              <a:buNone/>
              <a:defRPr sz="1200">
                <a:solidFill>
                  <a:schemeClr val="dk1"/>
                </a:solidFill>
                <a:latin typeface="Comic Sans MS"/>
                <a:ea typeface="Comic Sans MS"/>
                <a:cs typeface="Comic Sans MS"/>
                <a:sym typeface="Comic Sans MS"/>
              </a:defRPr>
            </a:lvl3pPr>
            <a:lvl4pPr indent="0" lvl="3" marL="0" algn="r">
              <a:spcBef>
                <a:spcPts val="0"/>
              </a:spcBef>
              <a:buNone/>
              <a:defRPr sz="1200">
                <a:solidFill>
                  <a:schemeClr val="dk1"/>
                </a:solidFill>
                <a:latin typeface="Comic Sans MS"/>
                <a:ea typeface="Comic Sans MS"/>
                <a:cs typeface="Comic Sans MS"/>
                <a:sym typeface="Comic Sans MS"/>
              </a:defRPr>
            </a:lvl4pPr>
            <a:lvl5pPr indent="0" lvl="4" marL="0" algn="r">
              <a:spcBef>
                <a:spcPts val="0"/>
              </a:spcBef>
              <a:buNone/>
              <a:defRPr sz="1200">
                <a:solidFill>
                  <a:schemeClr val="dk1"/>
                </a:solidFill>
                <a:latin typeface="Comic Sans MS"/>
                <a:ea typeface="Comic Sans MS"/>
                <a:cs typeface="Comic Sans MS"/>
                <a:sym typeface="Comic Sans MS"/>
              </a:defRPr>
            </a:lvl5pPr>
            <a:lvl6pPr indent="0" lvl="5" marL="0" algn="r">
              <a:spcBef>
                <a:spcPts val="0"/>
              </a:spcBef>
              <a:buNone/>
              <a:defRPr sz="1200">
                <a:solidFill>
                  <a:schemeClr val="dk1"/>
                </a:solidFill>
                <a:latin typeface="Comic Sans MS"/>
                <a:ea typeface="Comic Sans MS"/>
                <a:cs typeface="Comic Sans MS"/>
                <a:sym typeface="Comic Sans MS"/>
              </a:defRPr>
            </a:lvl6pPr>
            <a:lvl7pPr indent="0" lvl="6" marL="0" algn="r">
              <a:spcBef>
                <a:spcPts val="0"/>
              </a:spcBef>
              <a:buNone/>
              <a:defRPr sz="1200">
                <a:solidFill>
                  <a:schemeClr val="dk1"/>
                </a:solidFill>
                <a:latin typeface="Comic Sans MS"/>
                <a:ea typeface="Comic Sans MS"/>
                <a:cs typeface="Comic Sans MS"/>
                <a:sym typeface="Comic Sans MS"/>
              </a:defRPr>
            </a:lvl7pPr>
            <a:lvl8pPr indent="0" lvl="7" marL="0" algn="r">
              <a:spcBef>
                <a:spcPts val="0"/>
              </a:spcBef>
              <a:buNone/>
              <a:defRPr sz="1200">
                <a:solidFill>
                  <a:schemeClr val="dk1"/>
                </a:solidFill>
                <a:latin typeface="Comic Sans MS"/>
                <a:ea typeface="Comic Sans MS"/>
                <a:cs typeface="Comic Sans MS"/>
                <a:sym typeface="Comic Sans MS"/>
              </a:defRPr>
            </a:lvl8pPr>
            <a:lvl9pPr indent="0" lvl="8" marL="0" algn="r">
              <a:spcBef>
                <a:spcPts val="0"/>
              </a:spcBef>
              <a:buNone/>
              <a:defRPr sz="1200">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3" name="Shape 143"/>
        <p:cNvGrpSpPr/>
        <p:nvPr/>
      </p:nvGrpSpPr>
      <p:grpSpPr>
        <a:xfrm>
          <a:off x="0" y="0"/>
          <a:ext cx="0" cy="0"/>
          <a:chOff x="0" y="0"/>
          <a:chExt cx="0" cy="0"/>
        </a:xfrm>
      </p:grpSpPr>
      <p:sp>
        <p:nvSpPr>
          <p:cNvPr id="144" name="Google Shape;144;p93"/>
          <p:cNvSpPr txBox="1"/>
          <p:nvPr>
            <p:ph type="title"/>
          </p:nvPr>
        </p:nvSpPr>
        <p:spPr>
          <a:xfrm rot="5400000">
            <a:off x="7239000" y="2057400"/>
            <a:ext cx="5486400" cy="25908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5" name="Google Shape;145;p93"/>
          <p:cNvSpPr txBox="1"/>
          <p:nvPr>
            <p:ph idx="1" type="body"/>
          </p:nvPr>
        </p:nvSpPr>
        <p:spPr>
          <a:xfrm rot="5400000">
            <a:off x="1955800" y="-431800"/>
            <a:ext cx="5486400" cy="75692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rgbClr val="000099"/>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p93"/>
          <p:cNvSpPr txBox="1"/>
          <p:nvPr>
            <p:ph idx="11" type="ftr"/>
          </p:nvPr>
        </p:nvSpPr>
        <p:spPr>
          <a:xfrm>
            <a:off x="40640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93"/>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chemeClr val="dk1"/>
                </a:solidFill>
                <a:latin typeface="Comic Sans MS"/>
                <a:ea typeface="Comic Sans MS"/>
                <a:cs typeface="Comic Sans MS"/>
                <a:sym typeface="Comic Sans MS"/>
              </a:defRPr>
            </a:lvl1pPr>
            <a:lvl2pPr indent="0" lvl="1" marL="0" algn="r">
              <a:spcBef>
                <a:spcPts val="0"/>
              </a:spcBef>
              <a:buNone/>
              <a:defRPr sz="1200">
                <a:solidFill>
                  <a:schemeClr val="dk1"/>
                </a:solidFill>
                <a:latin typeface="Comic Sans MS"/>
                <a:ea typeface="Comic Sans MS"/>
                <a:cs typeface="Comic Sans MS"/>
                <a:sym typeface="Comic Sans MS"/>
              </a:defRPr>
            </a:lvl2pPr>
            <a:lvl3pPr indent="0" lvl="2" marL="0" algn="r">
              <a:spcBef>
                <a:spcPts val="0"/>
              </a:spcBef>
              <a:buNone/>
              <a:defRPr sz="1200">
                <a:solidFill>
                  <a:schemeClr val="dk1"/>
                </a:solidFill>
                <a:latin typeface="Comic Sans MS"/>
                <a:ea typeface="Comic Sans MS"/>
                <a:cs typeface="Comic Sans MS"/>
                <a:sym typeface="Comic Sans MS"/>
              </a:defRPr>
            </a:lvl3pPr>
            <a:lvl4pPr indent="0" lvl="3" marL="0" algn="r">
              <a:spcBef>
                <a:spcPts val="0"/>
              </a:spcBef>
              <a:buNone/>
              <a:defRPr sz="1200">
                <a:solidFill>
                  <a:schemeClr val="dk1"/>
                </a:solidFill>
                <a:latin typeface="Comic Sans MS"/>
                <a:ea typeface="Comic Sans MS"/>
                <a:cs typeface="Comic Sans MS"/>
                <a:sym typeface="Comic Sans MS"/>
              </a:defRPr>
            </a:lvl4pPr>
            <a:lvl5pPr indent="0" lvl="4" marL="0" algn="r">
              <a:spcBef>
                <a:spcPts val="0"/>
              </a:spcBef>
              <a:buNone/>
              <a:defRPr sz="1200">
                <a:solidFill>
                  <a:schemeClr val="dk1"/>
                </a:solidFill>
                <a:latin typeface="Comic Sans MS"/>
                <a:ea typeface="Comic Sans MS"/>
                <a:cs typeface="Comic Sans MS"/>
                <a:sym typeface="Comic Sans MS"/>
              </a:defRPr>
            </a:lvl5pPr>
            <a:lvl6pPr indent="0" lvl="5" marL="0" algn="r">
              <a:spcBef>
                <a:spcPts val="0"/>
              </a:spcBef>
              <a:buNone/>
              <a:defRPr sz="1200">
                <a:solidFill>
                  <a:schemeClr val="dk1"/>
                </a:solidFill>
                <a:latin typeface="Comic Sans MS"/>
                <a:ea typeface="Comic Sans MS"/>
                <a:cs typeface="Comic Sans MS"/>
                <a:sym typeface="Comic Sans MS"/>
              </a:defRPr>
            </a:lvl6pPr>
            <a:lvl7pPr indent="0" lvl="6" marL="0" algn="r">
              <a:spcBef>
                <a:spcPts val="0"/>
              </a:spcBef>
              <a:buNone/>
              <a:defRPr sz="1200">
                <a:solidFill>
                  <a:schemeClr val="dk1"/>
                </a:solidFill>
                <a:latin typeface="Comic Sans MS"/>
                <a:ea typeface="Comic Sans MS"/>
                <a:cs typeface="Comic Sans MS"/>
                <a:sym typeface="Comic Sans MS"/>
              </a:defRPr>
            </a:lvl7pPr>
            <a:lvl8pPr indent="0" lvl="7" marL="0" algn="r">
              <a:spcBef>
                <a:spcPts val="0"/>
              </a:spcBef>
              <a:buNone/>
              <a:defRPr sz="1200">
                <a:solidFill>
                  <a:schemeClr val="dk1"/>
                </a:solidFill>
                <a:latin typeface="Comic Sans MS"/>
                <a:ea typeface="Comic Sans MS"/>
                <a:cs typeface="Comic Sans MS"/>
                <a:sym typeface="Comic Sans MS"/>
              </a:defRPr>
            </a:lvl8pPr>
            <a:lvl9pPr indent="0" lvl="8" marL="0" algn="r">
              <a:spcBef>
                <a:spcPts val="0"/>
              </a:spcBef>
              <a:buNone/>
              <a:defRPr sz="1200">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lip Art and Text" type="clipArtAndTx">
  <p:cSld name="CLIPART_AND_TEXT">
    <p:spTree>
      <p:nvGrpSpPr>
        <p:cNvPr id="148" name="Shape 148"/>
        <p:cNvGrpSpPr/>
        <p:nvPr/>
      </p:nvGrpSpPr>
      <p:grpSpPr>
        <a:xfrm>
          <a:off x="0" y="0"/>
          <a:ext cx="0" cy="0"/>
          <a:chOff x="0" y="0"/>
          <a:chExt cx="0" cy="0"/>
        </a:xfrm>
      </p:grpSpPr>
      <p:sp>
        <p:nvSpPr>
          <p:cNvPr id="149" name="Google Shape;149;p94"/>
          <p:cNvSpPr txBox="1"/>
          <p:nvPr>
            <p:ph type="title"/>
          </p:nvPr>
        </p:nvSpPr>
        <p:spPr>
          <a:xfrm>
            <a:off x="914400" y="609600"/>
            <a:ext cx="103632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0" name="Google Shape;150;p94"/>
          <p:cNvSpPr/>
          <p:nvPr>
            <p:ph idx="2" type="clipArt"/>
          </p:nvPr>
        </p:nvSpPr>
        <p:spPr>
          <a:xfrm>
            <a:off x="914400" y="1981200"/>
            <a:ext cx="5080000" cy="4114800"/>
          </a:xfrm>
          <a:prstGeom prst="rect">
            <a:avLst/>
          </a:prstGeom>
          <a:noFill/>
          <a:ln>
            <a:noFill/>
          </a:ln>
        </p:spPr>
      </p:sp>
      <p:sp>
        <p:nvSpPr>
          <p:cNvPr id="151" name="Google Shape;151;p94"/>
          <p:cNvSpPr txBox="1"/>
          <p:nvPr>
            <p:ph idx="1" type="body"/>
          </p:nvPr>
        </p:nvSpPr>
        <p:spPr>
          <a:xfrm>
            <a:off x="6197600" y="1981200"/>
            <a:ext cx="5080000" cy="4114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rgbClr val="000099"/>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p94"/>
          <p:cNvSpPr txBox="1"/>
          <p:nvPr>
            <p:ph idx="11" type="ftr"/>
          </p:nvPr>
        </p:nvSpPr>
        <p:spPr>
          <a:xfrm>
            <a:off x="4064000" y="6248400"/>
            <a:ext cx="3962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94"/>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algn="r">
              <a:spcBef>
                <a:spcPts val="0"/>
              </a:spcBef>
              <a:buNone/>
              <a:defRPr sz="1200">
                <a:solidFill>
                  <a:schemeClr val="dk1"/>
                </a:solidFill>
                <a:latin typeface="Comic Sans MS"/>
                <a:ea typeface="Comic Sans MS"/>
                <a:cs typeface="Comic Sans MS"/>
                <a:sym typeface="Comic Sans MS"/>
              </a:defRPr>
            </a:lvl1pPr>
            <a:lvl2pPr indent="0" lvl="1" marL="0" algn="r">
              <a:spcBef>
                <a:spcPts val="0"/>
              </a:spcBef>
              <a:buNone/>
              <a:defRPr sz="1200">
                <a:solidFill>
                  <a:schemeClr val="dk1"/>
                </a:solidFill>
                <a:latin typeface="Comic Sans MS"/>
                <a:ea typeface="Comic Sans MS"/>
                <a:cs typeface="Comic Sans MS"/>
                <a:sym typeface="Comic Sans MS"/>
              </a:defRPr>
            </a:lvl2pPr>
            <a:lvl3pPr indent="0" lvl="2" marL="0" algn="r">
              <a:spcBef>
                <a:spcPts val="0"/>
              </a:spcBef>
              <a:buNone/>
              <a:defRPr sz="1200">
                <a:solidFill>
                  <a:schemeClr val="dk1"/>
                </a:solidFill>
                <a:latin typeface="Comic Sans MS"/>
                <a:ea typeface="Comic Sans MS"/>
                <a:cs typeface="Comic Sans MS"/>
                <a:sym typeface="Comic Sans MS"/>
              </a:defRPr>
            </a:lvl3pPr>
            <a:lvl4pPr indent="0" lvl="3" marL="0" algn="r">
              <a:spcBef>
                <a:spcPts val="0"/>
              </a:spcBef>
              <a:buNone/>
              <a:defRPr sz="1200">
                <a:solidFill>
                  <a:schemeClr val="dk1"/>
                </a:solidFill>
                <a:latin typeface="Comic Sans MS"/>
                <a:ea typeface="Comic Sans MS"/>
                <a:cs typeface="Comic Sans MS"/>
                <a:sym typeface="Comic Sans MS"/>
              </a:defRPr>
            </a:lvl4pPr>
            <a:lvl5pPr indent="0" lvl="4" marL="0" algn="r">
              <a:spcBef>
                <a:spcPts val="0"/>
              </a:spcBef>
              <a:buNone/>
              <a:defRPr sz="1200">
                <a:solidFill>
                  <a:schemeClr val="dk1"/>
                </a:solidFill>
                <a:latin typeface="Comic Sans MS"/>
                <a:ea typeface="Comic Sans MS"/>
                <a:cs typeface="Comic Sans MS"/>
                <a:sym typeface="Comic Sans MS"/>
              </a:defRPr>
            </a:lvl5pPr>
            <a:lvl6pPr indent="0" lvl="5" marL="0" algn="r">
              <a:spcBef>
                <a:spcPts val="0"/>
              </a:spcBef>
              <a:buNone/>
              <a:defRPr sz="1200">
                <a:solidFill>
                  <a:schemeClr val="dk1"/>
                </a:solidFill>
                <a:latin typeface="Comic Sans MS"/>
                <a:ea typeface="Comic Sans MS"/>
                <a:cs typeface="Comic Sans MS"/>
                <a:sym typeface="Comic Sans MS"/>
              </a:defRPr>
            </a:lvl6pPr>
            <a:lvl7pPr indent="0" lvl="6" marL="0" algn="r">
              <a:spcBef>
                <a:spcPts val="0"/>
              </a:spcBef>
              <a:buNone/>
              <a:defRPr sz="1200">
                <a:solidFill>
                  <a:schemeClr val="dk1"/>
                </a:solidFill>
                <a:latin typeface="Comic Sans MS"/>
                <a:ea typeface="Comic Sans MS"/>
                <a:cs typeface="Comic Sans MS"/>
                <a:sym typeface="Comic Sans MS"/>
              </a:defRPr>
            </a:lvl7pPr>
            <a:lvl8pPr indent="0" lvl="7" marL="0" algn="r">
              <a:spcBef>
                <a:spcPts val="0"/>
              </a:spcBef>
              <a:buNone/>
              <a:defRPr sz="1200">
                <a:solidFill>
                  <a:schemeClr val="dk1"/>
                </a:solidFill>
                <a:latin typeface="Comic Sans MS"/>
                <a:ea typeface="Comic Sans MS"/>
                <a:cs typeface="Comic Sans MS"/>
                <a:sym typeface="Comic Sans MS"/>
              </a:defRPr>
            </a:lvl8pPr>
            <a:lvl9pPr indent="0" lvl="8" marL="0" algn="r">
              <a:spcBef>
                <a:spcPts val="0"/>
              </a:spcBef>
              <a:buNone/>
              <a:defRPr sz="1200">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theme" Target="../theme/theme1.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7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p75"/>
          <p:cNvSpPr txBox="1"/>
          <p:nvPr>
            <p:ph type="title"/>
          </p:nvPr>
        </p:nvSpPr>
        <p:spPr>
          <a:xfrm>
            <a:off x="914400" y="609600"/>
            <a:ext cx="103632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000" u="none" cap="none" strike="noStrike">
                <a:solidFill>
                  <a:srgbClr val="000099"/>
                </a:solidFill>
                <a:latin typeface="Comic Sans MS"/>
                <a:ea typeface="Comic Sans MS"/>
                <a:cs typeface="Comic Sans MS"/>
                <a:sym typeface="Comic Sans MS"/>
              </a:defRPr>
            </a:lvl1pPr>
            <a:lvl2pPr lvl="1" marR="0" rtl="0" algn="ctr">
              <a:spcBef>
                <a:spcPts val="0"/>
              </a:spcBef>
              <a:spcAft>
                <a:spcPts val="0"/>
              </a:spcAft>
              <a:buSzPts val="1400"/>
              <a:buNone/>
              <a:defRPr b="0" i="0" sz="4000" u="none" cap="none" strike="noStrike">
                <a:solidFill>
                  <a:srgbClr val="000099"/>
                </a:solidFill>
                <a:latin typeface="Comic Sans MS"/>
                <a:ea typeface="Comic Sans MS"/>
                <a:cs typeface="Comic Sans MS"/>
                <a:sym typeface="Comic Sans MS"/>
              </a:defRPr>
            </a:lvl2pPr>
            <a:lvl3pPr lvl="2" marR="0" rtl="0" algn="ctr">
              <a:spcBef>
                <a:spcPts val="0"/>
              </a:spcBef>
              <a:spcAft>
                <a:spcPts val="0"/>
              </a:spcAft>
              <a:buSzPts val="1400"/>
              <a:buNone/>
              <a:defRPr b="0" i="0" sz="4000" u="none" cap="none" strike="noStrike">
                <a:solidFill>
                  <a:srgbClr val="000099"/>
                </a:solidFill>
                <a:latin typeface="Comic Sans MS"/>
                <a:ea typeface="Comic Sans MS"/>
                <a:cs typeface="Comic Sans MS"/>
                <a:sym typeface="Comic Sans MS"/>
              </a:defRPr>
            </a:lvl3pPr>
            <a:lvl4pPr lvl="3" marR="0" rtl="0" algn="ctr">
              <a:spcBef>
                <a:spcPts val="0"/>
              </a:spcBef>
              <a:spcAft>
                <a:spcPts val="0"/>
              </a:spcAft>
              <a:buSzPts val="1400"/>
              <a:buNone/>
              <a:defRPr b="0" i="0" sz="4000" u="none" cap="none" strike="noStrike">
                <a:solidFill>
                  <a:srgbClr val="000099"/>
                </a:solidFill>
                <a:latin typeface="Comic Sans MS"/>
                <a:ea typeface="Comic Sans MS"/>
                <a:cs typeface="Comic Sans MS"/>
                <a:sym typeface="Comic Sans MS"/>
              </a:defRPr>
            </a:lvl4pPr>
            <a:lvl5pPr lvl="4" marR="0" rtl="0" algn="ctr">
              <a:spcBef>
                <a:spcPts val="0"/>
              </a:spcBef>
              <a:spcAft>
                <a:spcPts val="0"/>
              </a:spcAft>
              <a:buSzPts val="1400"/>
              <a:buNone/>
              <a:defRPr b="0" i="0" sz="4000" u="none" cap="none" strike="noStrike">
                <a:solidFill>
                  <a:srgbClr val="000099"/>
                </a:solidFill>
                <a:latin typeface="Comic Sans MS"/>
                <a:ea typeface="Comic Sans MS"/>
                <a:cs typeface="Comic Sans MS"/>
                <a:sym typeface="Comic Sans MS"/>
              </a:defRPr>
            </a:lvl5pPr>
            <a:lvl6pPr lvl="5" marR="0" rtl="0" algn="ctr">
              <a:spcBef>
                <a:spcPts val="0"/>
              </a:spcBef>
              <a:spcAft>
                <a:spcPts val="0"/>
              </a:spcAft>
              <a:buSzPts val="1400"/>
              <a:buNone/>
              <a:defRPr b="0" i="0" sz="4000" u="none" cap="none" strike="noStrike">
                <a:solidFill>
                  <a:srgbClr val="000099"/>
                </a:solidFill>
                <a:latin typeface="Comic Sans MS"/>
                <a:ea typeface="Comic Sans MS"/>
                <a:cs typeface="Comic Sans MS"/>
                <a:sym typeface="Comic Sans MS"/>
              </a:defRPr>
            </a:lvl6pPr>
            <a:lvl7pPr lvl="6" marR="0" rtl="0" algn="ctr">
              <a:spcBef>
                <a:spcPts val="0"/>
              </a:spcBef>
              <a:spcAft>
                <a:spcPts val="0"/>
              </a:spcAft>
              <a:buSzPts val="1400"/>
              <a:buNone/>
              <a:defRPr b="0" i="0" sz="4000" u="none" cap="none" strike="noStrike">
                <a:solidFill>
                  <a:srgbClr val="000099"/>
                </a:solidFill>
                <a:latin typeface="Comic Sans MS"/>
                <a:ea typeface="Comic Sans MS"/>
                <a:cs typeface="Comic Sans MS"/>
                <a:sym typeface="Comic Sans MS"/>
              </a:defRPr>
            </a:lvl7pPr>
            <a:lvl8pPr lvl="7" marR="0" rtl="0" algn="ctr">
              <a:spcBef>
                <a:spcPts val="0"/>
              </a:spcBef>
              <a:spcAft>
                <a:spcPts val="0"/>
              </a:spcAft>
              <a:buSzPts val="1400"/>
              <a:buNone/>
              <a:defRPr b="0" i="0" sz="4000" u="none" cap="none" strike="noStrike">
                <a:solidFill>
                  <a:srgbClr val="000099"/>
                </a:solidFill>
                <a:latin typeface="Comic Sans MS"/>
                <a:ea typeface="Comic Sans MS"/>
                <a:cs typeface="Comic Sans MS"/>
                <a:sym typeface="Comic Sans MS"/>
              </a:defRPr>
            </a:lvl8pPr>
            <a:lvl9pPr lvl="8" marR="0" rtl="0" algn="ctr">
              <a:spcBef>
                <a:spcPts val="0"/>
              </a:spcBef>
              <a:spcAft>
                <a:spcPts val="0"/>
              </a:spcAft>
              <a:buSzPts val="1400"/>
              <a:buNone/>
              <a:defRPr b="0" i="0" sz="4000" u="none" cap="none" strike="noStrike">
                <a:solidFill>
                  <a:srgbClr val="000099"/>
                </a:solidFill>
                <a:latin typeface="Comic Sans MS"/>
                <a:ea typeface="Comic Sans MS"/>
                <a:cs typeface="Comic Sans MS"/>
                <a:sym typeface="Comic Sans MS"/>
              </a:defRPr>
            </a:lvl9pPr>
          </a:lstStyle>
          <a:p/>
        </p:txBody>
      </p:sp>
      <p:sp>
        <p:nvSpPr>
          <p:cNvPr id="86" name="Google Shape;86;p75"/>
          <p:cNvSpPr txBox="1"/>
          <p:nvPr>
            <p:ph idx="1" type="body"/>
          </p:nvPr>
        </p:nvSpPr>
        <p:spPr>
          <a:xfrm>
            <a:off x="914400" y="1981200"/>
            <a:ext cx="10363200" cy="4114800"/>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Comic Sans MS"/>
              <a:buChar char="•"/>
              <a:defRPr b="0" i="0" sz="2800" u="none" cap="none" strike="noStrike">
                <a:solidFill>
                  <a:schemeClr val="dk1"/>
                </a:solidFill>
                <a:latin typeface="Comic Sans MS"/>
                <a:ea typeface="Comic Sans MS"/>
                <a:cs typeface="Comic Sans MS"/>
                <a:sym typeface="Comic Sans MS"/>
              </a:defRPr>
            </a:lvl1pPr>
            <a:lvl2pPr indent="-355600" lvl="1" marL="914400" marR="0" rtl="0" algn="l">
              <a:spcBef>
                <a:spcPts val="400"/>
              </a:spcBef>
              <a:spcAft>
                <a:spcPts val="0"/>
              </a:spcAft>
              <a:buClr>
                <a:srgbClr val="000099"/>
              </a:buClr>
              <a:buSzPts val="2000"/>
              <a:buFont typeface="Comic Sans MS"/>
              <a:buChar char="–"/>
              <a:defRPr b="0" i="0" sz="2000" u="none" cap="none" strike="noStrike">
                <a:solidFill>
                  <a:srgbClr val="000099"/>
                </a:solidFill>
                <a:latin typeface="Comic Sans MS"/>
                <a:ea typeface="Comic Sans MS"/>
                <a:cs typeface="Comic Sans MS"/>
                <a:sym typeface="Comic Sans MS"/>
              </a:defRPr>
            </a:lvl2pPr>
            <a:lvl3pPr indent="-342900" lvl="2" marL="1371600" marR="0" rtl="0" algn="l">
              <a:spcBef>
                <a:spcPts val="360"/>
              </a:spcBef>
              <a:spcAft>
                <a:spcPts val="0"/>
              </a:spcAft>
              <a:buClr>
                <a:schemeClr val="dk1"/>
              </a:buClr>
              <a:buSzPts val="1800"/>
              <a:buFont typeface="Comic Sans MS"/>
              <a:buChar char="•"/>
              <a:defRPr b="0" i="0" sz="1800" u="none" cap="none" strike="noStrike">
                <a:solidFill>
                  <a:schemeClr val="dk1"/>
                </a:solidFill>
                <a:latin typeface="Comic Sans MS"/>
                <a:ea typeface="Comic Sans MS"/>
                <a:cs typeface="Comic Sans MS"/>
                <a:sym typeface="Comic Sans MS"/>
              </a:defRPr>
            </a:lvl3pPr>
            <a:lvl4pPr indent="-330200" lvl="3" marL="1828800" marR="0" rtl="0" algn="l">
              <a:spcBef>
                <a:spcPts val="320"/>
              </a:spcBef>
              <a:spcAft>
                <a:spcPts val="0"/>
              </a:spcAft>
              <a:buClr>
                <a:schemeClr val="dk1"/>
              </a:buClr>
              <a:buSzPts val="1600"/>
              <a:buFont typeface="Comic Sans MS"/>
              <a:buChar char="–"/>
              <a:defRPr b="0" i="0" sz="1600" u="none" cap="none" strike="noStrike">
                <a:solidFill>
                  <a:schemeClr val="dk1"/>
                </a:solidFill>
                <a:latin typeface="Comic Sans MS"/>
                <a:ea typeface="Comic Sans MS"/>
                <a:cs typeface="Comic Sans MS"/>
                <a:sym typeface="Comic Sans MS"/>
              </a:defRPr>
            </a:lvl4pPr>
            <a:lvl5pPr indent="-330200" lvl="4" marL="2286000" marR="0" rtl="0" algn="l">
              <a:spcBef>
                <a:spcPts val="320"/>
              </a:spcBef>
              <a:spcAft>
                <a:spcPts val="0"/>
              </a:spcAft>
              <a:buClr>
                <a:schemeClr val="dk1"/>
              </a:buClr>
              <a:buSzPts val="1600"/>
              <a:buFont typeface="Comic Sans MS"/>
              <a:buChar char="»"/>
              <a:defRPr b="0" i="0" sz="1600" u="none" cap="none" strike="noStrike">
                <a:solidFill>
                  <a:schemeClr val="dk1"/>
                </a:solidFill>
                <a:latin typeface="Comic Sans MS"/>
                <a:ea typeface="Comic Sans MS"/>
                <a:cs typeface="Comic Sans MS"/>
                <a:sym typeface="Comic Sans MS"/>
              </a:defRPr>
            </a:lvl5pPr>
            <a:lvl6pPr indent="-330200" lvl="5" marL="2743200" marR="0" rtl="0" algn="l">
              <a:spcBef>
                <a:spcPts val="320"/>
              </a:spcBef>
              <a:spcAft>
                <a:spcPts val="0"/>
              </a:spcAft>
              <a:buClr>
                <a:schemeClr val="dk1"/>
              </a:buClr>
              <a:buSzPts val="1600"/>
              <a:buFont typeface="Comic Sans MS"/>
              <a:buChar char="»"/>
              <a:defRPr b="0" i="0" sz="1600" u="none" cap="none" strike="noStrike">
                <a:solidFill>
                  <a:schemeClr val="dk1"/>
                </a:solidFill>
                <a:latin typeface="Comic Sans MS"/>
                <a:ea typeface="Comic Sans MS"/>
                <a:cs typeface="Comic Sans MS"/>
                <a:sym typeface="Comic Sans MS"/>
              </a:defRPr>
            </a:lvl6pPr>
            <a:lvl7pPr indent="-330200" lvl="6" marL="3200400" marR="0" rtl="0" algn="l">
              <a:spcBef>
                <a:spcPts val="320"/>
              </a:spcBef>
              <a:spcAft>
                <a:spcPts val="0"/>
              </a:spcAft>
              <a:buClr>
                <a:schemeClr val="dk1"/>
              </a:buClr>
              <a:buSzPts val="1600"/>
              <a:buFont typeface="Comic Sans MS"/>
              <a:buChar char="»"/>
              <a:defRPr b="0" i="0" sz="1600" u="none" cap="none" strike="noStrike">
                <a:solidFill>
                  <a:schemeClr val="dk1"/>
                </a:solidFill>
                <a:latin typeface="Comic Sans MS"/>
                <a:ea typeface="Comic Sans MS"/>
                <a:cs typeface="Comic Sans MS"/>
                <a:sym typeface="Comic Sans MS"/>
              </a:defRPr>
            </a:lvl7pPr>
            <a:lvl8pPr indent="-330200" lvl="7" marL="3657600" marR="0" rtl="0" algn="l">
              <a:spcBef>
                <a:spcPts val="320"/>
              </a:spcBef>
              <a:spcAft>
                <a:spcPts val="0"/>
              </a:spcAft>
              <a:buClr>
                <a:schemeClr val="dk1"/>
              </a:buClr>
              <a:buSzPts val="1600"/>
              <a:buFont typeface="Comic Sans MS"/>
              <a:buChar char="»"/>
              <a:defRPr b="0" i="0" sz="1600" u="none" cap="none" strike="noStrike">
                <a:solidFill>
                  <a:schemeClr val="dk1"/>
                </a:solidFill>
                <a:latin typeface="Comic Sans MS"/>
                <a:ea typeface="Comic Sans MS"/>
                <a:cs typeface="Comic Sans MS"/>
                <a:sym typeface="Comic Sans MS"/>
              </a:defRPr>
            </a:lvl8pPr>
            <a:lvl9pPr indent="-330200" lvl="8" marL="4114800" marR="0" rtl="0" algn="l">
              <a:spcBef>
                <a:spcPts val="320"/>
              </a:spcBef>
              <a:spcAft>
                <a:spcPts val="0"/>
              </a:spcAft>
              <a:buClr>
                <a:schemeClr val="dk1"/>
              </a:buClr>
              <a:buSzPts val="1600"/>
              <a:buFont typeface="Comic Sans MS"/>
              <a:buChar char="»"/>
              <a:defRPr b="0" i="0" sz="1600" u="none" cap="none" strike="noStrike">
                <a:solidFill>
                  <a:schemeClr val="dk1"/>
                </a:solidFill>
                <a:latin typeface="Comic Sans MS"/>
                <a:ea typeface="Comic Sans MS"/>
                <a:cs typeface="Comic Sans MS"/>
                <a:sym typeface="Comic Sans MS"/>
              </a:defRPr>
            </a:lvl9pPr>
          </a:lstStyle>
          <a:p/>
        </p:txBody>
      </p:sp>
      <p:sp>
        <p:nvSpPr>
          <p:cNvPr id="87" name="Google Shape;87;p75"/>
          <p:cNvSpPr txBox="1"/>
          <p:nvPr>
            <p:ph idx="11" type="ftr"/>
          </p:nvPr>
        </p:nvSpPr>
        <p:spPr>
          <a:xfrm>
            <a:off x="4064000" y="6248400"/>
            <a:ext cx="3962400" cy="4572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sz="1200">
                <a:solidFill>
                  <a:schemeClr val="dk1"/>
                </a:solidFill>
                <a:latin typeface="Comic Sans MS"/>
                <a:ea typeface="Comic Sans MS"/>
                <a:cs typeface="Comic Sans MS"/>
                <a:sym typeface="Comic Sans MS"/>
              </a:defRPr>
            </a:lvl1pPr>
            <a:lvl2pPr lvl="1" marR="0" rtl="0" algn="l">
              <a:spcBef>
                <a:spcPts val="0"/>
              </a:spcBef>
              <a:spcAft>
                <a:spcPts val="0"/>
              </a:spcAft>
              <a:buSzPts val="1400"/>
              <a:buNone/>
              <a:defRPr b="0" i="0" sz="1800" u="none" cap="none" strike="noStrike">
                <a:solidFill>
                  <a:schemeClr val="dk1"/>
                </a:solidFill>
                <a:latin typeface="Comic Sans MS"/>
                <a:ea typeface="Comic Sans MS"/>
                <a:cs typeface="Comic Sans MS"/>
                <a:sym typeface="Comic Sans MS"/>
              </a:defRPr>
            </a:lvl2pPr>
            <a:lvl3pPr lvl="2" marR="0" rtl="0" algn="l">
              <a:spcBef>
                <a:spcPts val="0"/>
              </a:spcBef>
              <a:spcAft>
                <a:spcPts val="0"/>
              </a:spcAft>
              <a:buSzPts val="1400"/>
              <a:buNone/>
              <a:defRPr b="0" i="0" sz="1800" u="none" cap="none" strike="noStrike">
                <a:solidFill>
                  <a:schemeClr val="dk1"/>
                </a:solidFill>
                <a:latin typeface="Comic Sans MS"/>
                <a:ea typeface="Comic Sans MS"/>
                <a:cs typeface="Comic Sans MS"/>
                <a:sym typeface="Comic Sans MS"/>
              </a:defRPr>
            </a:lvl3pPr>
            <a:lvl4pPr lvl="3" marR="0" rtl="0" algn="l">
              <a:spcBef>
                <a:spcPts val="0"/>
              </a:spcBef>
              <a:spcAft>
                <a:spcPts val="0"/>
              </a:spcAft>
              <a:buSzPts val="1400"/>
              <a:buNone/>
              <a:defRPr b="0" i="0" sz="1800" u="none" cap="none" strike="noStrike">
                <a:solidFill>
                  <a:schemeClr val="dk1"/>
                </a:solidFill>
                <a:latin typeface="Comic Sans MS"/>
                <a:ea typeface="Comic Sans MS"/>
                <a:cs typeface="Comic Sans MS"/>
                <a:sym typeface="Comic Sans MS"/>
              </a:defRPr>
            </a:lvl4pPr>
            <a:lvl5pPr lvl="4" marR="0" rtl="0" algn="l">
              <a:spcBef>
                <a:spcPts val="0"/>
              </a:spcBef>
              <a:spcAft>
                <a:spcPts val="0"/>
              </a:spcAft>
              <a:buSzPts val="1400"/>
              <a:buNone/>
              <a:defRPr b="0" i="0" sz="1800" u="none" cap="none" strike="noStrike">
                <a:solidFill>
                  <a:schemeClr val="dk1"/>
                </a:solidFill>
                <a:latin typeface="Comic Sans MS"/>
                <a:ea typeface="Comic Sans MS"/>
                <a:cs typeface="Comic Sans MS"/>
                <a:sym typeface="Comic Sans MS"/>
              </a:defRPr>
            </a:lvl5pPr>
            <a:lvl6pPr lvl="5" marR="0" rtl="0" algn="l">
              <a:spcBef>
                <a:spcPts val="0"/>
              </a:spcBef>
              <a:spcAft>
                <a:spcPts val="0"/>
              </a:spcAft>
              <a:buSzPts val="1400"/>
              <a:buNone/>
              <a:defRPr b="0" i="0" sz="1800" u="none" cap="none" strike="noStrike">
                <a:solidFill>
                  <a:schemeClr val="dk1"/>
                </a:solidFill>
                <a:latin typeface="Comic Sans MS"/>
                <a:ea typeface="Comic Sans MS"/>
                <a:cs typeface="Comic Sans MS"/>
                <a:sym typeface="Comic Sans MS"/>
              </a:defRPr>
            </a:lvl6pPr>
            <a:lvl7pPr lvl="6" marR="0" rtl="0" algn="l">
              <a:spcBef>
                <a:spcPts val="0"/>
              </a:spcBef>
              <a:spcAft>
                <a:spcPts val="0"/>
              </a:spcAft>
              <a:buSzPts val="1400"/>
              <a:buNone/>
              <a:defRPr b="0" i="0" sz="1800" u="none" cap="none" strike="noStrike">
                <a:solidFill>
                  <a:schemeClr val="dk1"/>
                </a:solidFill>
                <a:latin typeface="Comic Sans MS"/>
                <a:ea typeface="Comic Sans MS"/>
                <a:cs typeface="Comic Sans MS"/>
                <a:sym typeface="Comic Sans MS"/>
              </a:defRPr>
            </a:lvl7pPr>
            <a:lvl8pPr lvl="7" marR="0" rtl="0" algn="l">
              <a:spcBef>
                <a:spcPts val="0"/>
              </a:spcBef>
              <a:spcAft>
                <a:spcPts val="0"/>
              </a:spcAft>
              <a:buSzPts val="1400"/>
              <a:buNone/>
              <a:defRPr b="0" i="0" sz="1800" u="none" cap="none" strike="noStrike">
                <a:solidFill>
                  <a:schemeClr val="dk1"/>
                </a:solidFill>
                <a:latin typeface="Comic Sans MS"/>
                <a:ea typeface="Comic Sans MS"/>
                <a:cs typeface="Comic Sans MS"/>
                <a:sym typeface="Comic Sans MS"/>
              </a:defRPr>
            </a:lvl8pPr>
            <a:lvl9pPr lvl="8" marR="0" rtl="0" algn="l">
              <a:spcBef>
                <a:spcPts val="0"/>
              </a:spcBef>
              <a:spcAft>
                <a:spcPts val="0"/>
              </a:spcAft>
              <a:buSzPts val="1400"/>
              <a:buNone/>
              <a:defRPr b="0" i="0" sz="1800" u="none" cap="none" strike="noStrike">
                <a:solidFill>
                  <a:schemeClr val="dk1"/>
                </a:solidFill>
                <a:latin typeface="Comic Sans MS"/>
                <a:ea typeface="Comic Sans MS"/>
                <a:cs typeface="Comic Sans MS"/>
                <a:sym typeface="Comic Sans MS"/>
              </a:defRPr>
            </a:lvl9pPr>
          </a:lstStyle>
          <a:p/>
        </p:txBody>
      </p:sp>
      <p:sp>
        <p:nvSpPr>
          <p:cNvPr id="88" name="Google Shape;88;p75"/>
          <p:cNvSpPr txBox="1"/>
          <p:nvPr>
            <p:ph idx="12" type="sldNum"/>
          </p:nvPr>
        </p:nvSpPr>
        <p:spPr>
          <a:xfrm>
            <a:off x="8737600" y="6248400"/>
            <a:ext cx="2540000" cy="45720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sz="1200">
                <a:solidFill>
                  <a:schemeClr val="dk1"/>
                </a:solidFill>
                <a:latin typeface="Comic Sans MS"/>
                <a:ea typeface="Comic Sans MS"/>
                <a:cs typeface="Comic Sans MS"/>
                <a:sym typeface="Comic Sans MS"/>
              </a:defRPr>
            </a:lvl1pPr>
            <a:lvl2pPr indent="0" lvl="1" marL="0" marR="0" rtl="0" algn="r">
              <a:spcBef>
                <a:spcPts val="0"/>
              </a:spcBef>
              <a:buNone/>
              <a:defRPr sz="1200">
                <a:solidFill>
                  <a:schemeClr val="dk1"/>
                </a:solidFill>
                <a:latin typeface="Comic Sans MS"/>
                <a:ea typeface="Comic Sans MS"/>
                <a:cs typeface="Comic Sans MS"/>
                <a:sym typeface="Comic Sans MS"/>
              </a:defRPr>
            </a:lvl2pPr>
            <a:lvl3pPr indent="0" lvl="2" marL="0" marR="0" rtl="0" algn="r">
              <a:spcBef>
                <a:spcPts val="0"/>
              </a:spcBef>
              <a:buNone/>
              <a:defRPr sz="1200">
                <a:solidFill>
                  <a:schemeClr val="dk1"/>
                </a:solidFill>
                <a:latin typeface="Comic Sans MS"/>
                <a:ea typeface="Comic Sans MS"/>
                <a:cs typeface="Comic Sans MS"/>
                <a:sym typeface="Comic Sans MS"/>
              </a:defRPr>
            </a:lvl3pPr>
            <a:lvl4pPr indent="0" lvl="3" marL="0" marR="0" rtl="0" algn="r">
              <a:spcBef>
                <a:spcPts val="0"/>
              </a:spcBef>
              <a:buNone/>
              <a:defRPr sz="1200">
                <a:solidFill>
                  <a:schemeClr val="dk1"/>
                </a:solidFill>
                <a:latin typeface="Comic Sans MS"/>
                <a:ea typeface="Comic Sans MS"/>
                <a:cs typeface="Comic Sans MS"/>
                <a:sym typeface="Comic Sans MS"/>
              </a:defRPr>
            </a:lvl4pPr>
            <a:lvl5pPr indent="0" lvl="4" marL="0" marR="0" rtl="0" algn="r">
              <a:spcBef>
                <a:spcPts val="0"/>
              </a:spcBef>
              <a:buNone/>
              <a:defRPr sz="1200">
                <a:solidFill>
                  <a:schemeClr val="dk1"/>
                </a:solidFill>
                <a:latin typeface="Comic Sans MS"/>
                <a:ea typeface="Comic Sans MS"/>
                <a:cs typeface="Comic Sans MS"/>
                <a:sym typeface="Comic Sans MS"/>
              </a:defRPr>
            </a:lvl5pPr>
            <a:lvl6pPr indent="0" lvl="5" marL="0" marR="0" rtl="0" algn="r">
              <a:spcBef>
                <a:spcPts val="0"/>
              </a:spcBef>
              <a:buNone/>
              <a:defRPr sz="1200">
                <a:solidFill>
                  <a:schemeClr val="dk1"/>
                </a:solidFill>
                <a:latin typeface="Comic Sans MS"/>
                <a:ea typeface="Comic Sans MS"/>
                <a:cs typeface="Comic Sans MS"/>
                <a:sym typeface="Comic Sans MS"/>
              </a:defRPr>
            </a:lvl6pPr>
            <a:lvl7pPr indent="0" lvl="6" marL="0" marR="0" rtl="0" algn="r">
              <a:spcBef>
                <a:spcPts val="0"/>
              </a:spcBef>
              <a:buNone/>
              <a:defRPr sz="1200">
                <a:solidFill>
                  <a:schemeClr val="dk1"/>
                </a:solidFill>
                <a:latin typeface="Comic Sans MS"/>
                <a:ea typeface="Comic Sans MS"/>
                <a:cs typeface="Comic Sans MS"/>
                <a:sym typeface="Comic Sans MS"/>
              </a:defRPr>
            </a:lvl7pPr>
            <a:lvl8pPr indent="0" lvl="7" marL="0" marR="0" rtl="0" algn="r">
              <a:spcBef>
                <a:spcPts val="0"/>
              </a:spcBef>
              <a:buNone/>
              <a:defRPr sz="1200">
                <a:solidFill>
                  <a:schemeClr val="dk1"/>
                </a:solidFill>
                <a:latin typeface="Comic Sans MS"/>
                <a:ea typeface="Comic Sans MS"/>
                <a:cs typeface="Comic Sans MS"/>
                <a:sym typeface="Comic Sans MS"/>
              </a:defRPr>
            </a:lvl8pPr>
            <a:lvl9pPr indent="0" lvl="8" marL="0" marR="0" rtl="0" algn="r">
              <a:spcBef>
                <a:spcPts val="0"/>
              </a:spcBef>
              <a:buNone/>
              <a:defRPr sz="1200">
                <a:solidFill>
                  <a:schemeClr val="dk1"/>
                </a:solidFill>
                <a:latin typeface="Comic Sans MS"/>
                <a:ea typeface="Comic Sans MS"/>
                <a:cs typeface="Comic Sans MS"/>
                <a:sym typeface="Comic Sans MS"/>
              </a:defRPr>
            </a:lvl9pPr>
          </a:lstStyle>
          <a:p>
            <a:pPr indent="0" lvl="0" marL="0" rtl="0" algn="r">
              <a:spcBef>
                <a:spcPts val="0"/>
              </a:spcBef>
              <a:spcAft>
                <a:spcPts val="0"/>
              </a:spcAft>
              <a:buNone/>
            </a:pPr>
            <a:fld id="{00000000-1234-1234-1234-123412341234}" type="slidenum">
              <a:rPr lang="en-US"/>
              <a:t>‹#›</a:t>
            </a:fld>
            <a:endParaRPr/>
          </a:p>
        </p:txBody>
      </p:sp>
      <p:cxnSp>
        <p:nvCxnSpPr>
          <p:cNvPr id="89" name="Google Shape;89;p75"/>
          <p:cNvCxnSpPr/>
          <p:nvPr/>
        </p:nvCxnSpPr>
        <p:spPr>
          <a:xfrm>
            <a:off x="711200" y="6096000"/>
            <a:ext cx="10769600" cy="0"/>
          </a:xfrm>
          <a:prstGeom prst="straightConnector1">
            <a:avLst/>
          </a:prstGeom>
          <a:noFill/>
          <a:ln cap="flat" cmpd="sng" w="9525">
            <a:solidFill>
              <a:schemeClr val="dk1"/>
            </a:solidFill>
            <a:prstDash val="solid"/>
            <a:round/>
            <a:headEnd len="med" w="med" type="none"/>
            <a:tailEnd len="med" w="med" type="none"/>
          </a:ln>
        </p:spPr>
      </p:cxn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0" Type="http://schemas.openxmlformats.org/officeDocument/2006/relationships/oleObject" Target="../embeddings/oleObject15.bin"/><Relationship Id="rId20" Type="http://schemas.openxmlformats.org/officeDocument/2006/relationships/image" Target="../media/image3.png"/><Relationship Id="rId41" Type="http://schemas.openxmlformats.org/officeDocument/2006/relationships/oleObject" Target="../embeddings/oleObject15.bin"/><Relationship Id="rId22" Type="http://schemas.openxmlformats.org/officeDocument/2006/relationships/oleObject" Target="../embeddings/oleObject8.bin"/><Relationship Id="rId21" Type="http://schemas.openxmlformats.org/officeDocument/2006/relationships/oleObject" Target="../embeddings/oleObject8.bin"/><Relationship Id="rId24" Type="http://schemas.openxmlformats.org/officeDocument/2006/relationships/oleObject" Target="../embeddings/oleObject9.bin"/><Relationship Id="rId23" Type="http://schemas.openxmlformats.org/officeDocument/2006/relationships/image" Target="../media/image9.png"/><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vmlDrawing" Target="../drawings/vmlDrawing1.vml"/><Relationship Id="rId4" Type="http://schemas.openxmlformats.org/officeDocument/2006/relationships/oleObject" Target="../embeddings/oleObject1.bin"/><Relationship Id="rId9" Type="http://schemas.openxmlformats.org/officeDocument/2006/relationships/image" Target="../media/image11.png"/><Relationship Id="rId26" Type="http://schemas.openxmlformats.org/officeDocument/2006/relationships/image" Target="../media/image21.png"/><Relationship Id="rId25" Type="http://schemas.openxmlformats.org/officeDocument/2006/relationships/oleObject" Target="../embeddings/oleObject9.bin"/><Relationship Id="rId28" Type="http://schemas.openxmlformats.org/officeDocument/2006/relationships/oleObject" Target="../embeddings/oleObject10.bin"/><Relationship Id="rId27" Type="http://schemas.openxmlformats.org/officeDocument/2006/relationships/oleObject" Target="../embeddings/oleObject10.bin"/><Relationship Id="rId5" Type="http://schemas.openxmlformats.org/officeDocument/2006/relationships/oleObject" Target="../embeddings/oleObject1.bin"/><Relationship Id="rId6" Type="http://schemas.openxmlformats.org/officeDocument/2006/relationships/image" Target="../media/image25.png"/><Relationship Id="rId29" Type="http://schemas.openxmlformats.org/officeDocument/2006/relationships/image" Target="../media/image4.png"/><Relationship Id="rId7" Type="http://schemas.openxmlformats.org/officeDocument/2006/relationships/oleObject" Target="../embeddings/oleObject2.bin"/><Relationship Id="rId8" Type="http://schemas.openxmlformats.org/officeDocument/2006/relationships/oleObject" Target="../embeddings/oleObject2.bin"/><Relationship Id="rId31" Type="http://schemas.openxmlformats.org/officeDocument/2006/relationships/oleObject" Target="../embeddings/oleObject11.bin"/><Relationship Id="rId30" Type="http://schemas.openxmlformats.org/officeDocument/2006/relationships/oleObject" Target="../embeddings/oleObject11.bin"/><Relationship Id="rId11" Type="http://schemas.openxmlformats.org/officeDocument/2006/relationships/oleObject" Target="../embeddings/oleObject3.bin"/><Relationship Id="rId33" Type="http://schemas.openxmlformats.org/officeDocument/2006/relationships/oleObject" Target="../embeddings/oleObject12.bin"/><Relationship Id="rId10" Type="http://schemas.openxmlformats.org/officeDocument/2006/relationships/oleObject" Target="../embeddings/oleObject3.bin"/><Relationship Id="rId32" Type="http://schemas.openxmlformats.org/officeDocument/2006/relationships/image" Target="../media/image1.png"/><Relationship Id="rId13" Type="http://schemas.openxmlformats.org/officeDocument/2006/relationships/oleObject" Target="../embeddings/oleObject4.bin"/><Relationship Id="rId35" Type="http://schemas.openxmlformats.org/officeDocument/2006/relationships/image" Target="../media/image7.png"/><Relationship Id="rId12" Type="http://schemas.openxmlformats.org/officeDocument/2006/relationships/oleObject" Target="../embeddings/oleObject4.bin"/><Relationship Id="rId34" Type="http://schemas.openxmlformats.org/officeDocument/2006/relationships/oleObject" Target="../embeddings/oleObject12.bin"/><Relationship Id="rId15" Type="http://schemas.openxmlformats.org/officeDocument/2006/relationships/oleObject" Target="../embeddings/oleObject5.bin"/><Relationship Id="rId37" Type="http://schemas.openxmlformats.org/officeDocument/2006/relationships/oleObject" Target="../embeddings/oleObject13.bin"/><Relationship Id="rId14" Type="http://schemas.openxmlformats.org/officeDocument/2006/relationships/oleObject" Target="../embeddings/oleObject5.bin"/><Relationship Id="rId36" Type="http://schemas.openxmlformats.org/officeDocument/2006/relationships/oleObject" Target="../embeddings/oleObject13.bin"/><Relationship Id="rId17" Type="http://schemas.openxmlformats.org/officeDocument/2006/relationships/oleObject" Target="../embeddings/oleObject6.bin"/><Relationship Id="rId39" Type="http://schemas.openxmlformats.org/officeDocument/2006/relationships/oleObject" Target="../embeddings/oleObject14.bin"/><Relationship Id="rId16" Type="http://schemas.openxmlformats.org/officeDocument/2006/relationships/oleObject" Target="../embeddings/oleObject6.bin"/><Relationship Id="rId38" Type="http://schemas.openxmlformats.org/officeDocument/2006/relationships/oleObject" Target="../embeddings/oleObject14.bin"/><Relationship Id="rId19" Type="http://schemas.openxmlformats.org/officeDocument/2006/relationships/oleObject" Target="../embeddings/oleObject7.bin"/><Relationship Id="rId18" Type="http://schemas.openxmlformats.org/officeDocument/2006/relationships/oleObject" Target="../embeddings/oleObject7.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3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2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1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2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23.png"/><Relationship Id="rId4" Type="http://schemas.openxmlformats.org/officeDocument/2006/relationships/image" Target="../media/image3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26.jp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30.jp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1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Play"/>
              <a:buNone/>
            </a:pPr>
            <a:r>
              <a:rPr lang="en-US"/>
              <a:t>Socket Programming</a:t>
            </a:r>
            <a:endParaRPr/>
          </a:p>
        </p:txBody>
      </p:sp>
      <p:sp>
        <p:nvSpPr>
          <p:cNvPr id="159" name="Google Shape;15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00"/>
              <a:buFont typeface="Comic Sans MS"/>
              <a:buNone/>
            </a:pPr>
            <a:fld id="{00000000-1234-1234-1234-123412341234}" type="slidenum">
              <a:rPr b="0" i="0" lang="en-US" sz="1200" u="none" cap="none" strike="noStrike">
                <a:solidFill>
                  <a:schemeClr val="dk1"/>
                </a:solidFill>
                <a:latin typeface="Comic Sans MS"/>
                <a:ea typeface="Comic Sans MS"/>
                <a:cs typeface="Comic Sans MS"/>
                <a:sym typeface="Comic Sans MS"/>
              </a:rPr>
              <a:t>‹#›</a:t>
            </a:fld>
            <a:endParaRPr b="0" i="0" sz="1200" u="none" cap="none" strike="noStrike">
              <a:solidFill>
                <a:schemeClr val="dk1"/>
              </a:solidFill>
              <a:latin typeface="Comic Sans MS"/>
              <a:ea typeface="Comic Sans MS"/>
              <a:cs typeface="Comic Sans MS"/>
              <a:sym typeface="Comic Sans MS"/>
            </a:endParaRPr>
          </a:p>
        </p:txBody>
      </p:sp>
      <p:sp>
        <p:nvSpPr>
          <p:cNvPr id="166" name="Google Shape;166;p2"/>
          <p:cNvSpPr/>
          <p:nvPr/>
        </p:nvSpPr>
        <p:spPr>
          <a:xfrm>
            <a:off x="1893888" y="1371600"/>
            <a:ext cx="4248150" cy="903288"/>
          </a:xfrm>
          <a:prstGeom prst="rect">
            <a:avLst/>
          </a:prstGeom>
          <a:solidFill>
            <a:srgbClr val="FFFFFF"/>
          </a:solidFill>
          <a:ln cap="flat" cmpd="sng" w="19050">
            <a:solidFill>
              <a:schemeClr val="accent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7" name="Google Shape;167;p2"/>
          <p:cNvSpPr txBox="1"/>
          <p:nvPr>
            <p:ph type="title"/>
          </p:nvPr>
        </p:nvSpPr>
        <p:spPr>
          <a:xfrm>
            <a:off x="1714500" y="238125"/>
            <a:ext cx="83820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sz="3600"/>
              <a:t>Recap: Client-Server Communication Paradigm</a:t>
            </a:r>
            <a:endParaRPr/>
          </a:p>
        </p:txBody>
      </p:sp>
      <p:sp>
        <p:nvSpPr>
          <p:cNvPr id="168" name="Google Shape;168;p2"/>
          <p:cNvSpPr txBox="1"/>
          <p:nvPr>
            <p:ph idx="1" type="body"/>
          </p:nvPr>
        </p:nvSpPr>
        <p:spPr>
          <a:xfrm>
            <a:off x="1914525" y="1428750"/>
            <a:ext cx="4191000" cy="781050"/>
          </a:xfrm>
          <a:prstGeom prst="rect">
            <a:avLst/>
          </a:prstGeom>
          <a:noFill/>
          <a:ln>
            <a:noFill/>
          </a:ln>
        </p:spPr>
        <p:txBody>
          <a:bodyPr anchorCtr="0" anchor="t" bIns="45700" lIns="91425" spcFirstLastPara="1" rIns="91425" wrap="square" tIns="45700">
            <a:normAutofit/>
          </a:bodyPr>
          <a:lstStyle/>
          <a:p>
            <a:pPr indent="-228600" lvl="0" marL="228600" rtl="0" algn="ctr">
              <a:lnSpc>
                <a:spcPct val="90000"/>
              </a:lnSpc>
              <a:spcBef>
                <a:spcPts val="0"/>
              </a:spcBef>
              <a:spcAft>
                <a:spcPts val="0"/>
              </a:spcAft>
              <a:buClr>
                <a:schemeClr val="dk1"/>
              </a:buClr>
              <a:buSzPts val="2400"/>
              <a:buFont typeface="Arial"/>
              <a:buNone/>
            </a:pPr>
            <a:r>
              <a:rPr lang="en-US" sz="2400"/>
              <a:t>Typical network app has two pieces: </a:t>
            </a:r>
            <a:r>
              <a:rPr i="1" lang="en-US" sz="2400">
                <a:solidFill>
                  <a:schemeClr val="accent2"/>
                </a:solidFill>
              </a:rPr>
              <a:t>client</a:t>
            </a:r>
            <a:r>
              <a:rPr lang="en-US" sz="2400"/>
              <a:t> and </a:t>
            </a:r>
            <a:r>
              <a:rPr i="1" lang="en-US" sz="2400">
                <a:solidFill>
                  <a:schemeClr val="accent2"/>
                </a:solidFill>
              </a:rPr>
              <a:t>server</a:t>
            </a:r>
            <a:endParaRPr/>
          </a:p>
        </p:txBody>
      </p:sp>
      <p:grpSp>
        <p:nvGrpSpPr>
          <p:cNvPr id="169" name="Google Shape;169;p2"/>
          <p:cNvGrpSpPr/>
          <p:nvPr/>
        </p:nvGrpSpPr>
        <p:grpSpPr>
          <a:xfrm>
            <a:off x="6423025" y="1847850"/>
            <a:ext cx="3678238" cy="3670300"/>
            <a:chOff x="3092" y="1182"/>
            <a:chExt cx="2317" cy="2312"/>
          </a:xfrm>
        </p:grpSpPr>
        <p:sp>
          <p:nvSpPr>
            <p:cNvPr id="170" name="Google Shape;170;p2"/>
            <p:cNvSpPr/>
            <p:nvPr/>
          </p:nvSpPr>
          <p:spPr>
            <a:xfrm>
              <a:off x="4276" y="1272"/>
              <a:ext cx="1133" cy="1055"/>
            </a:xfrm>
            <a:custGeom>
              <a:rect b="b" l="l" r="r" t="t"/>
              <a:pathLst>
                <a:path extrusionOk="0" h="1255" w="1292">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CC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1" name="Google Shape;171;p2"/>
            <p:cNvSpPr/>
            <p:nvPr/>
          </p:nvSpPr>
          <p:spPr>
            <a:xfrm>
              <a:off x="3092" y="1182"/>
              <a:ext cx="1176" cy="1001"/>
            </a:xfrm>
            <a:custGeom>
              <a:rect b="b" l="l" r="r" t="t"/>
              <a:pathLst>
                <a:path extrusionOk="0" h="1191" w="1340">
                  <a:moveTo>
                    <a:pt x="550" y="42"/>
                  </a:moveTo>
                  <a:cubicBezTo>
                    <a:pt x="437" y="4"/>
                    <a:pt x="164" y="0"/>
                    <a:pt x="82" y="60"/>
                  </a:cubicBezTo>
                  <a:cubicBezTo>
                    <a:pt x="0" y="120"/>
                    <a:pt x="67" y="292"/>
                    <a:pt x="58" y="402"/>
                  </a:cubicBezTo>
                  <a:cubicBezTo>
                    <a:pt x="49" y="512"/>
                    <a:pt x="19" y="642"/>
                    <a:pt x="28" y="720"/>
                  </a:cubicBezTo>
                  <a:cubicBezTo>
                    <a:pt x="37" y="798"/>
                    <a:pt x="27" y="844"/>
                    <a:pt x="112" y="870"/>
                  </a:cubicBezTo>
                  <a:cubicBezTo>
                    <a:pt x="197" y="896"/>
                    <a:pt x="450" y="833"/>
                    <a:pt x="538" y="876"/>
                  </a:cubicBezTo>
                  <a:cubicBezTo>
                    <a:pt x="626" y="919"/>
                    <a:pt x="524" y="1091"/>
                    <a:pt x="640" y="1128"/>
                  </a:cubicBezTo>
                  <a:cubicBezTo>
                    <a:pt x="756" y="1165"/>
                    <a:pt x="1128" y="1191"/>
                    <a:pt x="1234" y="1098"/>
                  </a:cubicBezTo>
                  <a:cubicBezTo>
                    <a:pt x="1340" y="1005"/>
                    <a:pt x="1281" y="696"/>
                    <a:pt x="1276" y="570"/>
                  </a:cubicBezTo>
                  <a:cubicBezTo>
                    <a:pt x="1271" y="444"/>
                    <a:pt x="1290" y="389"/>
                    <a:pt x="1204" y="342"/>
                  </a:cubicBezTo>
                  <a:cubicBezTo>
                    <a:pt x="1118" y="295"/>
                    <a:pt x="868" y="338"/>
                    <a:pt x="760" y="288"/>
                  </a:cubicBezTo>
                  <a:cubicBezTo>
                    <a:pt x="652" y="238"/>
                    <a:pt x="663" y="80"/>
                    <a:pt x="550" y="42"/>
                  </a:cubicBezTo>
                  <a:close/>
                </a:path>
              </a:pathLst>
            </a:custGeom>
            <a:solidFill>
              <a:srgbClr val="CC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2" name="Google Shape;172;p2"/>
            <p:cNvSpPr/>
            <p:nvPr/>
          </p:nvSpPr>
          <p:spPr>
            <a:xfrm>
              <a:off x="3324" y="2096"/>
              <a:ext cx="1874" cy="1398"/>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CCFFF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173" name="Google Shape;173;p2"/>
            <p:cNvGrpSpPr/>
            <p:nvPr/>
          </p:nvGrpSpPr>
          <p:grpSpPr>
            <a:xfrm>
              <a:off x="3166" y="1267"/>
              <a:ext cx="462" cy="201"/>
              <a:chOff x="3552" y="246"/>
              <a:chExt cx="527" cy="248"/>
            </a:xfrm>
          </p:grpSpPr>
          <p:graphicFrame>
            <p:nvGraphicFramePr>
              <p:cNvPr id="174" name="Google Shape;174;p2"/>
              <p:cNvGraphicFramePr/>
              <p:nvPr/>
            </p:nvGraphicFramePr>
            <p:xfrm>
              <a:off x="3552" y="246"/>
              <a:ext cx="299" cy="248"/>
            </p:xfrm>
            <a:graphic>
              <a:graphicData uri="http://schemas.openxmlformats.org/presentationml/2006/ole">
                <mc:AlternateContent>
                  <mc:Choice Requires="v">
                    <p:oleObj r:id="rId4" imgH="248" imgW="299" progId="MS_ClipArt_Gallery.2" spid="_x0000_s1">
                      <p:embed/>
                    </p:oleObj>
                  </mc:Choice>
                  <mc:Fallback>
                    <p:oleObj r:id="rId5" imgH="248" imgW="299" progId="MS_ClipArt_Gallery.2">
                      <p:embed/>
                      <p:pic>
                        <p:nvPicPr>
                          <p:cNvPr id="174" name="Google Shape;174;p2"/>
                          <p:cNvPicPr preferRelativeResize="0"/>
                          <p:nvPr/>
                        </p:nvPicPr>
                        <p:blipFill rotWithShape="1">
                          <a:blip r:embed="rId6">
                            <a:alphaModFix/>
                          </a:blip>
                          <a:srcRect b="0" l="0" r="0" t="0"/>
                          <a:stretch/>
                        </p:blipFill>
                        <p:spPr>
                          <a:xfrm>
                            <a:off x="3552" y="246"/>
                            <a:ext cx="299" cy="248"/>
                          </a:xfrm>
                          <a:prstGeom prst="rect">
                            <a:avLst/>
                          </a:prstGeom>
                          <a:noFill/>
                          <a:ln>
                            <a:noFill/>
                          </a:ln>
                        </p:spPr>
                      </p:pic>
                    </p:oleObj>
                  </mc:Fallback>
                </mc:AlternateContent>
              </a:graphicData>
            </a:graphic>
          </p:graphicFrame>
          <p:graphicFrame>
            <p:nvGraphicFramePr>
              <p:cNvPr id="175" name="Google Shape;175;p2"/>
              <p:cNvGraphicFramePr/>
              <p:nvPr/>
            </p:nvGraphicFramePr>
            <p:xfrm>
              <a:off x="3878" y="338"/>
              <a:ext cx="201" cy="144"/>
            </p:xfrm>
            <a:graphic>
              <a:graphicData uri="http://schemas.openxmlformats.org/presentationml/2006/ole">
                <mc:AlternateContent>
                  <mc:Choice Requires="v">
                    <p:oleObj r:id="rId7" imgH="144" imgW="201" progId="MS_ClipArt_Gallery.2" spid="_x0000_s2">
                      <p:embed/>
                    </p:oleObj>
                  </mc:Choice>
                  <mc:Fallback>
                    <p:oleObj r:id="rId8" imgH="144" imgW="201" progId="MS_ClipArt_Gallery.2">
                      <p:embed/>
                      <p:pic>
                        <p:nvPicPr>
                          <p:cNvPr id="175" name="Google Shape;175;p2"/>
                          <p:cNvPicPr preferRelativeResize="0"/>
                          <p:nvPr/>
                        </p:nvPicPr>
                        <p:blipFill rotWithShape="1">
                          <a:blip r:embed="rId9">
                            <a:alphaModFix/>
                          </a:blip>
                          <a:srcRect b="0" l="0" r="0" t="0"/>
                          <a:stretch/>
                        </p:blipFill>
                        <p:spPr>
                          <a:xfrm>
                            <a:off x="3878" y="338"/>
                            <a:ext cx="201" cy="144"/>
                          </a:xfrm>
                          <a:prstGeom prst="rect">
                            <a:avLst/>
                          </a:prstGeom>
                          <a:noFill/>
                          <a:ln>
                            <a:noFill/>
                          </a:ln>
                        </p:spPr>
                      </p:pic>
                    </p:oleObj>
                  </mc:Fallback>
                </mc:AlternateContent>
              </a:graphicData>
            </a:graphic>
          </p:graphicFrame>
          <p:cxnSp>
            <p:nvCxnSpPr>
              <p:cNvPr id="176" name="Google Shape;176;p2"/>
              <p:cNvCxnSpPr/>
              <p:nvPr/>
            </p:nvCxnSpPr>
            <p:spPr>
              <a:xfrm flipH="1" rot="10800000">
                <a:off x="3844" y="434"/>
                <a:ext cx="82" cy="2"/>
              </a:xfrm>
              <a:prstGeom prst="straightConnector1">
                <a:avLst/>
              </a:prstGeom>
              <a:noFill/>
              <a:ln cap="flat" cmpd="sng" w="19050">
                <a:solidFill>
                  <a:schemeClr val="dk1"/>
                </a:solidFill>
                <a:prstDash val="solid"/>
                <a:round/>
                <a:headEnd len="med" w="med" type="none"/>
                <a:tailEnd len="med" w="med" type="none"/>
              </a:ln>
            </p:spPr>
          </p:cxnSp>
        </p:grpSp>
        <p:grpSp>
          <p:nvGrpSpPr>
            <p:cNvPr id="177" name="Google Shape;177;p2"/>
            <p:cNvGrpSpPr/>
            <p:nvPr/>
          </p:nvGrpSpPr>
          <p:grpSpPr>
            <a:xfrm>
              <a:off x="3166" y="1642"/>
              <a:ext cx="462" cy="201"/>
              <a:chOff x="3552" y="246"/>
              <a:chExt cx="527" cy="248"/>
            </a:xfrm>
          </p:grpSpPr>
          <p:graphicFrame>
            <p:nvGraphicFramePr>
              <p:cNvPr id="178" name="Google Shape;178;p2"/>
              <p:cNvGraphicFramePr/>
              <p:nvPr/>
            </p:nvGraphicFramePr>
            <p:xfrm>
              <a:off x="3552" y="246"/>
              <a:ext cx="299" cy="248"/>
            </p:xfrm>
            <a:graphic>
              <a:graphicData uri="http://schemas.openxmlformats.org/presentationml/2006/ole">
                <mc:AlternateContent>
                  <mc:Choice Requires="v">
                    <p:oleObj r:id="rId10" imgH="248" imgW="299" progId="MS_ClipArt_Gallery.2" spid="_x0000_s3">
                      <p:embed/>
                    </p:oleObj>
                  </mc:Choice>
                  <mc:Fallback>
                    <p:oleObj r:id="rId11" imgH="248" imgW="299" progId="MS_ClipArt_Gallery.2">
                      <p:embed/>
                      <p:pic>
                        <p:nvPicPr>
                          <p:cNvPr id="178" name="Google Shape;178;p2"/>
                          <p:cNvPicPr preferRelativeResize="0"/>
                          <p:nvPr/>
                        </p:nvPicPr>
                        <p:blipFill rotWithShape="1">
                          <a:blip r:embed="rId6">
                            <a:alphaModFix/>
                          </a:blip>
                          <a:srcRect b="0" l="0" r="0" t="0"/>
                          <a:stretch/>
                        </p:blipFill>
                        <p:spPr>
                          <a:xfrm>
                            <a:off x="3552" y="246"/>
                            <a:ext cx="299" cy="248"/>
                          </a:xfrm>
                          <a:prstGeom prst="rect">
                            <a:avLst/>
                          </a:prstGeom>
                          <a:noFill/>
                          <a:ln>
                            <a:noFill/>
                          </a:ln>
                        </p:spPr>
                      </p:pic>
                    </p:oleObj>
                  </mc:Fallback>
                </mc:AlternateContent>
              </a:graphicData>
            </a:graphic>
          </p:graphicFrame>
          <p:graphicFrame>
            <p:nvGraphicFramePr>
              <p:cNvPr id="179" name="Google Shape;179;p2"/>
              <p:cNvGraphicFramePr/>
              <p:nvPr/>
            </p:nvGraphicFramePr>
            <p:xfrm>
              <a:off x="3878" y="338"/>
              <a:ext cx="201" cy="144"/>
            </p:xfrm>
            <a:graphic>
              <a:graphicData uri="http://schemas.openxmlformats.org/presentationml/2006/ole">
                <mc:AlternateContent>
                  <mc:Choice Requires="v">
                    <p:oleObj r:id="rId12" imgH="144" imgW="201" progId="MS_ClipArt_Gallery.2" spid="_x0000_s4">
                      <p:embed/>
                    </p:oleObj>
                  </mc:Choice>
                  <mc:Fallback>
                    <p:oleObj r:id="rId13" imgH="144" imgW="201" progId="MS_ClipArt_Gallery.2">
                      <p:embed/>
                      <p:pic>
                        <p:nvPicPr>
                          <p:cNvPr id="179" name="Google Shape;179;p2"/>
                          <p:cNvPicPr preferRelativeResize="0"/>
                          <p:nvPr/>
                        </p:nvPicPr>
                        <p:blipFill rotWithShape="1">
                          <a:blip r:embed="rId9">
                            <a:alphaModFix/>
                          </a:blip>
                          <a:srcRect b="0" l="0" r="0" t="0"/>
                          <a:stretch/>
                        </p:blipFill>
                        <p:spPr>
                          <a:xfrm>
                            <a:off x="3878" y="338"/>
                            <a:ext cx="201" cy="144"/>
                          </a:xfrm>
                          <a:prstGeom prst="rect">
                            <a:avLst/>
                          </a:prstGeom>
                          <a:noFill/>
                          <a:ln>
                            <a:noFill/>
                          </a:ln>
                        </p:spPr>
                      </p:pic>
                    </p:oleObj>
                  </mc:Fallback>
                </mc:AlternateContent>
              </a:graphicData>
            </a:graphic>
          </p:graphicFrame>
          <p:cxnSp>
            <p:nvCxnSpPr>
              <p:cNvPr id="180" name="Google Shape;180;p2"/>
              <p:cNvCxnSpPr/>
              <p:nvPr/>
            </p:nvCxnSpPr>
            <p:spPr>
              <a:xfrm flipH="1" rot="10800000">
                <a:off x="3844" y="434"/>
                <a:ext cx="82" cy="2"/>
              </a:xfrm>
              <a:prstGeom prst="straightConnector1">
                <a:avLst/>
              </a:prstGeom>
              <a:noFill/>
              <a:ln cap="flat" cmpd="sng" w="19050">
                <a:solidFill>
                  <a:schemeClr val="dk1"/>
                </a:solidFill>
                <a:prstDash val="solid"/>
                <a:round/>
                <a:headEnd len="med" w="med" type="none"/>
                <a:tailEnd len="med" w="med" type="none"/>
              </a:ln>
            </p:spPr>
          </p:cxnSp>
        </p:grpSp>
        <p:grpSp>
          <p:nvGrpSpPr>
            <p:cNvPr id="181" name="Google Shape;181;p2"/>
            <p:cNvGrpSpPr/>
            <p:nvPr/>
          </p:nvGrpSpPr>
          <p:grpSpPr>
            <a:xfrm>
              <a:off x="3403" y="1508"/>
              <a:ext cx="44" cy="135"/>
              <a:chOff x="3842" y="406"/>
              <a:chExt cx="51" cy="167"/>
            </a:xfrm>
          </p:grpSpPr>
          <p:sp>
            <p:nvSpPr>
              <p:cNvPr id="182" name="Google Shape;182;p2"/>
              <p:cNvSpPr/>
              <p:nvPr/>
            </p:nvSpPr>
            <p:spPr>
              <a:xfrm>
                <a:off x="3842" y="406"/>
                <a:ext cx="48"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183" name="Google Shape;183;p2"/>
              <p:cNvSpPr/>
              <p:nvPr/>
            </p:nvSpPr>
            <p:spPr>
              <a:xfrm>
                <a:off x="3844" y="467"/>
                <a:ext cx="45" cy="46"/>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184" name="Google Shape;184;p2"/>
              <p:cNvSpPr/>
              <p:nvPr/>
            </p:nvSpPr>
            <p:spPr>
              <a:xfrm>
                <a:off x="3845" y="526"/>
                <a:ext cx="48"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grpSp>
          <p:nvGrpSpPr>
            <p:cNvPr id="185" name="Google Shape;185;p2"/>
            <p:cNvGrpSpPr/>
            <p:nvPr/>
          </p:nvGrpSpPr>
          <p:grpSpPr>
            <a:xfrm>
              <a:off x="3699" y="1825"/>
              <a:ext cx="132" cy="249"/>
              <a:chOff x="4180" y="783"/>
              <a:chExt cx="150" cy="307"/>
            </a:xfrm>
          </p:grpSpPr>
          <p:sp>
            <p:nvSpPr>
              <p:cNvPr id="186" name="Google Shape;186;p2"/>
              <p:cNvSpPr/>
              <p:nvPr/>
            </p:nvSpPr>
            <p:spPr>
              <a:xfrm>
                <a:off x="4180" y="1018"/>
                <a:ext cx="150" cy="72"/>
              </a:xfrm>
              <a:prstGeom prst="parallelogram">
                <a:avLst>
                  <a:gd fmla="val 81385" name="adj"/>
                </a:avLst>
              </a:pr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187" name="Google Shape;187;p2"/>
              <p:cNvSpPr/>
              <p:nvPr/>
            </p:nvSpPr>
            <p:spPr>
              <a:xfrm>
                <a:off x="4256" y="785"/>
                <a:ext cx="69" cy="234"/>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188" name="Google Shape;188;p2"/>
              <p:cNvSpPr/>
              <p:nvPr/>
            </p:nvSpPr>
            <p:spPr>
              <a:xfrm>
                <a:off x="4181" y="852"/>
                <a:ext cx="94" cy="235"/>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189" name="Google Shape;189;p2"/>
              <p:cNvSpPr/>
              <p:nvPr/>
            </p:nvSpPr>
            <p:spPr>
              <a:xfrm>
                <a:off x="4180" y="783"/>
                <a:ext cx="150" cy="72"/>
              </a:xfrm>
              <a:prstGeom prst="parallelogram">
                <a:avLst>
                  <a:gd fmla="val 81385"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cxnSp>
            <p:nvCxnSpPr>
              <p:cNvPr id="190" name="Google Shape;190;p2"/>
              <p:cNvCxnSpPr/>
              <p:nvPr/>
            </p:nvCxnSpPr>
            <p:spPr>
              <a:xfrm>
                <a:off x="4330" y="788"/>
                <a:ext cx="0" cy="231"/>
              </a:xfrm>
              <a:prstGeom prst="straightConnector1">
                <a:avLst/>
              </a:prstGeom>
              <a:noFill/>
              <a:ln cap="flat" cmpd="sng" w="9525">
                <a:solidFill>
                  <a:schemeClr val="dk1"/>
                </a:solidFill>
                <a:prstDash val="solid"/>
                <a:round/>
                <a:headEnd len="med" w="med" type="none"/>
                <a:tailEnd len="med" w="med" type="none"/>
              </a:ln>
            </p:spPr>
          </p:cxnSp>
          <p:cxnSp>
            <p:nvCxnSpPr>
              <p:cNvPr id="191" name="Google Shape;191;p2"/>
              <p:cNvCxnSpPr/>
              <p:nvPr/>
            </p:nvCxnSpPr>
            <p:spPr>
              <a:xfrm flipH="1">
                <a:off x="4275" y="1018"/>
                <a:ext cx="55" cy="69"/>
              </a:xfrm>
              <a:prstGeom prst="straightConnector1">
                <a:avLst/>
              </a:prstGeom>
              <a:noFill/>
              <a:ln cap="flat" cmpd="sng" w="9525">
                <a:solidFill>
                  <a:schemeClr val="dk1"/>
                </a:solidFill>
                <a:prstDash val="solid"/>
                <a:round/>
                <a:headEnd len="med" w="med" type="none"/>
                <a:tailEnd len="med" w="med" type="none"/>
              </a:ln>
            </p:spPr>
          </p:cxnSp>
          <p:sp>
            <p:nvSpPr>
              <p:cNvPr id="192" name="Google Shape;192;p2"/>
              <p:cNvSpPr/>
              <p:nvPr/>
            </p:nvSpPr>
            <p:spPr>
              <a:xfrm>
                <a:off x="4192" y="883"/>
                <a:ext cx="64"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193" name="Google Shape;193;p2"/>
              <p:cNvSpPr/>
              <p:nvPr/>
            </p:nvSpPr>
            <p:spPr>
              <a:xfrm>
                <a:off x="4202" y="924"/>
                <a:ext cx="49"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grpSp>
          <p:nvGrpSpPr>
            <p:cNvPr id="194" name="Google Shape;194;p2"/>
            <p:cNvGrpSpPr/>
            <p:nvPr/>
          </p:nvGrpSpPr>
          <p:grpSpPr>
            <a:xfrm rot="-5400000">
              <a:off x="3896" y="1873"/>
              <a:ext cx="50" cy="148"/>
              <a:chOff x="3843" y="405"/>
              <a:chExt cx="50" cy="168"/>
            </a:xfrm>
          </p:grpSpPr>
          <p:sp>
            <p:nvSpPr>
              <p:cNvPr id="195" name="Google Shape;195;p2"/>
              <p:cNvSpPr/>
              <p:nvPr/>
            </p:nvSpPr>
            <p:spPr>
              <a:xfrm>
                <a:off x="3843" y="405"/>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196" name="Google Shape;196;p2"/>
              <p:cNvSpPr/>
              <p:nvPr/>
            </p:nvSpPr>
            <p:spPr>
              <a:xfrm>
                <a:off x="3844" y="46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197" name="Google Shape;197;p2"/>
              <p:cNvSpPr/>
              <p:nvPr/>
            </p:nvSpPr>
            <p:spPr>
              <a:xfrm>
                <a:off x="3846" y="526"/>
                <a:ext cx="47" cy="4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cxnSp>
          <p:nvCxnSpPr>
            <p:cNvPr id="198" name="Google Shape;198;p2"/>
            <p:cNvCxnSpPr/>
            <p:nvPr/>
          </p:nvCxnSpPr>
          <p:spPr>
            <a:xfrm>
              <a:off x="3785" y="1767"/>
              <a:ext cx="312" cy="1"/>
            </a:xfrm>
            <a:prstGeom prst="straightConnector1">
              <a:avLst/>
            </a:prstGeom>
            <a:noFill/>
            <a:ln cap="flat" cmpd="sng" w="12700">
              <a:solidFill>
                <a:schemeClr val="dk1"/>
              </a:solidFill>
              <a:prstDash val="solid"/>
              <a:round/>
              <a:headEnd len="med" w="med" type="none"/>
              <a:tailEnd len="med" w="med" type="none"/>
            </a:ln>
          </p:spPr>
        </p:cxnSp>
        <p:cxnSp>
          <p:nvCxnSpPr>
            <p:cNvPr id="199" name="Google Shape;199;p2"/>
            <p:cNvCxnSpPr/>
            <p:nvPr/>
          </p:nvCxnSpPr>
          <p:spPr>
            <a:xfrm>
              <a:off x="3787" y="1765"/>
              <a:ext cx="1" cy="60"/>
            </a:xfrm>
            <a:prstGeom prst="straightConnector1">
              <a:avLst/>
            </a:prstGeom>
            <a:noFill/>
            <a:ln cap="flat" cmpd="sng" w="12700">
              <a:solidFill>
                <a:schemeClr val="dk1"/>
              </a:solidFill>
              <a:prstDash val="solid"/>
              <a:round/>
              <a:headEnd len="med" w="med" type="none"/>
              <a:tailEnd len="med" w="med" type="none"/>
            </a:ln>
          </p:spPr>
        </p:cxnSp>
        <p:cxnSp>
          <p:nvCxnSpPr>
            <p:cNvPr id="200" name="Google Shape;200;p2"/>
            <p:cNvCxnSpPr/>
            <p:nvPr/>
          </p:nvCxnSpPr>
          <p:spPr>
            <a:xfrm>
              <a:off x="4099" y="1764"/>
              <a:ext cx="1" cy="52"/>
            </a:xfrm>
            <a:prstGeom prst="straightConnector1">
              <a:avLst/>
            </a:prstGeom>
            <a:noFill/>
            <a:ln cap="flat" cmpd="sng" w="12700">
              <a:solidFill>
                <a:schemeClr val="dk1"/>
              </a:solidFill>
              <a:prstDash val="solid"/>
              <a:round/>
              <a:headEnd len="med" w="med" type="none"/>
              <a:tailEnd len="med" w="med" type="none"/>
            </a:ln>
          </p:spPr>
        </p:cxnSp>
        <p:cxnSp>
          <p:nvCxnSpPr>
            <p:cNvPr id="201" name="Google Shape;201;p2"/>
            <p:cNvCxnSpPr/>
            <p:nvPr/>
          </p:nvCxnSpPr>
          <p:spPr>
            <a:xfrm>
              <a:off x="3596" y="1427"/>
              <a:ext cx="182" cy="167"/>
            </a:xfrm>
            <a:prstGeom prst="straightConnector1">
              <a:avLst/>
            </a:prstGeom>
            <a:noFill/>
            <a:ln cap="flat" cmpd="sng" w="12700">
              <a:solidFill>
                <a:schemeClr val="dk1"/>
              </a:solidFill>
              <a:prstDash val="solid"/>
              <a:round/>
              <a:headEnd len="med" w="med" type="none"/>
              <a:tailEnd len="med" w="med" type="none"/>
            </a:ln>
          </p:spPr>
        </p:cxnSp>
        <p:cxnSp>
          <p:nvCxnSpPr>
            <p:cNvPr id="202" name="Google Shape;202;p2"/>
            <p:cNvCxnSpPr/>
            <p:nvPr/>
          </p:nvCxnSpPr>
          <p:spPr>
            <a:xfrm flipH="1" rot="10800000">
              <a:off x="3604" y="1607"/>
              <a:ext cx="174" cy="208"/>
            </a:xfrm>
            <a:prstGeom prst="straightConnector1">
              <a:avLst/>
            </a:prstGeom>
            <a:noFill/>
            <a:ln cap="flat" cmpd="sng" w="12700">
              <a:solidFill>
                <a:schemeClr val="dk1"/>
              </a:solidFill>
              <a:prstDash val="solid"/>
              <a:round/>
              <a:headEnd len="med" w="med" type="none"/>
              <a:tailEnd len="med" w="med" type="none"/>
            </a:ln>
          </p:spPr>
        </p:cxnSp>
        <p:cxnSp>
          <p:nvCxnSpPr>
            <p:cNvPr id="203" name="Google Shape;203;p2"/>
            <p:cNvCxnSpPr/>
            <p:nvPr/>
          </p:nvCxnSpPr>
          <p:spPr>
            <a:xfrm flipH="1" rot="10800000">
              <a:off x="3936" y="1661"/>
              <a:ext cx="1" cy="103"/>
            </a:xfrm>
            <a:prstGeom prst="straightConnector1">
              <a:avLst/>
            </a:prstGeom>
            <a:noFill/>
            <a:ln cap="flat" cmpd="sng" w="12700">
              <a:solidFill>
                <a:schemeClr val="dk1"/>
              </a:solidFill>
              <a:prstDash val="solid"/>
              <a:round/>
              <a:headEnd len="med" w="med" type="none"/>
              <a:tailEnd len="med" w="med" type="none"/>
            </a:ln>
          </p:spPr>
        </p:cxnSp>
        <p:grpSp>
          <p:nvGrpSpPr>
            <p:cNvPr id="204" name="Google Shape;204;p2"/>
            <p:cNvGrpSpPr/>
            <p:nvPr/>
          </p:nvGrpSpPr>
          <p:grpSpPr>
            <a:xfrm>
              <a:off x="4011" y="1811"/>
              <a:ext cx="132" cy="249"/>
              <a:chOff x="4180" y="783"/>
              <a:chExt cx="150" cy="307"/>
            </a:xfrm>
          </p:grpSpPr>
          <p:sp>
            <p:nvSpPr>
              <p:cNvPr id="205" name="Google Shape;205;p2"/>
              <p:cNvSpPr/>
              <p:nvPr/>
            </p:nvSpPr>
            <p:spPr>
              <a:xfrm>
                <a:off x="4180" y="1018"/>
                <a:ext cx="150" cy="72"/>
              </a:xfrm>
              <a:prstGeom prst="parallelogram">
                <a:avLst>
                  <a:gd fmla="val 81385" name="adj"/>
                </a:avLst>
              </a:pr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06" name="Google Shape;206;p2"/>
              <p:cNvSpPr/>
              <p:nvPr/>
            </p:nvSpPr>
            <p:spPr>
              <a:xfrm>
                <a:off x="4256" y="785"/>
                <a:ext cx="69" cy="234"/>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07" name="Google Shape;207;p2"/>
              <p:cNvSpPr/>
              <p:nvPr/>
            </p:nvSpPr>
            <p:spPr>
              <a:xfrm>
                <a:off x="4181" y="852"/>
                <a:ext cx="94" cy="235"/>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08" name="Google Shape;208;p2"/>
              <p:cNvSpPr/>
              <p:nvPr/>
            </p:nvSpPr>
            <p:spPr>
              <a:xfrm>
                <a:off x="4180" y="783"/>
                <a:ext cx="150" cy="72"/>
              </a:xfrm>
              <a:prstGeom prst="parallelogram">
                <a:avLst>
                  <a:gd fmla="val 81385"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cxnSp>
            <p:nvCxnSpPr>
              <p:cNvPr id="209" name="Google Shape;209;p2"/>
              <p:cNvCxnSpPr/>
              <p:nvPr/>
            </p:nvCxnSpPr>
            <p:spPr>
              <a:xfrm>
                <a:off x="4330" y="788"/>
                <a:ext cx="0" cy="231"/>
              </a:xfrm>
              <a:prstGeom prst="straightConnector1">
                <a:avLst/>
              </a:prstGeom>
              <a:noFill/>
              <a:ln cap="flat" cmpd="sng" w="9525">
                <a:solidFill>
                  <a:schemeClr val="dk1"/>
                </a:solidFill>
                <a:prstDash val="solid"/>
                <a:round/>
                <a:headEnd len="med" w="med" type="none"/>
                <a:tailEnd len="med" w="med" type="none"/>
              </a:ln>
            </p:spPr>
          </p:cxnSp>
          <p:cxnSp>
            <p:nvCxnSpPr>
              <p:cNvPr id="210" name="Google Shape;210;p2"/>
              <p:cNvCxnSpPr/>
              <p:nvPr/>
            </p:nvCxnSpPr>
            <p:spPr>
              <a:xfrm flipH="1">
                <a:off x="4275" y="1018"/>
                <a:ext cx="55" cy="69"/>
              </a:xfrm>
              <a:prstGeom prst="straightConnector1">
                <a:avLst/>
              </a:prstGeom>
              <a:noFill/>
              <a:ln cap="flat" cmpd="sng" w="9525">
                <a:solidFill>
                  <a:schemeClr val="dk1"/>
                </a:solidFill>
                <a:prstDash val="solid"/>
                <a:round/>
                <a:headEnd len="med" w="med" type="none"/>
                <a:tailEnd len="med" w="med" type="none"/>
              </a:ln>
            </p:spPr>
          </p:cxnSp>
          <p:sp>
            <p:nvSpPr>
              <p:cNvPr id="211" name="Google Shape;211;p2"/>
              <p:cNvSpPr/>
              <p:nvPr/>
            </p:nvSpPr>
            <p:spPr>
              <a:xfrm>
                <a:off x="4192" y="883"/>
                <a:ext cx="64"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12" name="Google Shape;212;p2"/>
              <p:cNvSpPr/>
              <p:nvPr/>
            </p:nvSpPr>
            <p:spPr>
              <a:xfrm>
                <a:off x="4202" y="924"/>
                <a:ext cx="49" cy="4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grpSp>
          <p:nvGrpSpPr>
            <p:cNvPr id="213" name="Google Shape;213;p2"/>
            <p:cNvGrpSpPr/>
            <p:nvPr/>
          </p:nvGrpSpPr>
          <p:grpSpPr>
            <a:xfrm>
              <a:off x="3408" y="2201"/>
              <a:ext cx="302" cy="583"/>
              <a:chOff x="3314" y="1248"/>
              <a:chExt cx="344" cy="694"/>
            </a:xfrm>
          </p:grpSpPr>
          <p:graphicFrame>
            <p:nvGraphicFramePr>
              <p:cNvPr id="214" name="Google Shape;214;p2"/>
              <p:cNvGraphicFramePr/>
              <p:nvPr/>
            </p:nvGraphicFramePr>
            <p:xfrm>
              <a:off x="3314" y="1248"/>
              <a:ext cx="299" cy="248"/>
            </p:xfrm>
            <a:graphic>
              <a:graphicData uri="http://schemas.openxmlformats.org/presentationml/2006/ole">
                <mc:AlternateContent>
                  <mc:Choice Requires="v">
                    <p:oleObj r:id="rId14" imgH="248" imgW="299" progId="MS_ClipArt_Gallery.2" spid="_x0000_s5">
                      <p:embed/>
                    </p:oleObj>
                  </mc:Choice>
                  <mc:Fallback>
                    <p:oleObj r:id="rId15" imgH="248" imgW="299" progId="MS_ClipArt_Gallery.2">
                      <p:embed/>
                      <p:pic>
                        <p:nvPicPr>
                          <p:cNvPr id="214" name="Google Shape;214;p2"/>
                          <p:cNvPicPr preferRelativeResize="0"/>
                          <p:nvPr/>
                        </p:nvPicPr>
                        <p:blipFill rotWithShape="1">
                          <a:blip r:embed="rId6">
                            <a:alphaModFix/>
                          </a:blip>
                          <a:srcRect b="0" l="0" r="0" t="0"/>
                          <a:stretch/>
                        </p:blipFill>
                        <p:spPr>
                          <a:xfrm>
                            <a:off x="3314" y="1248"/>
                            <a:ext cx="299" cy="248"/>
                          </a:xfrm>
                          <a:prstGeom prst="rect">
                            <a:avLst/>
                          </a:prstGeom>
                          <a:noFill/>
                          <a:ln>
                            <a:noFill/>
                          </a:ln>
                        </p:spPr>
                      </p:pic>
                    </p:oleObj>
                  </mc:Fallback>
                </mc:AlternateContent>
              </a:graphicData>
            </a:graphic>
          </p:graphicFrame>
          <p:cxnSp>
            <p:nvCxnSpPr>
              <p:cNvPr id="215" name="Google Shape;215;p2"/>
              <p:cNvCxnSpPr/>
              <p:nvPr/>
            </p:nvCxnSpPr>
            <p:spPr>
              <a:xfrm flipH="1" rot="10800000">
                <a:off x="3606" y="1433"/>
                <a:ext cx="52" cy="6"/>
              </a:xfrm>
              <a:prstGeom prst="straightConnector1">
                <a:avLst/>
              </a:prstGeom>
              <a:noFill/>
              <a:ln cap="flat" cmpd="sng" w="19050">
                <a:solidFill>
                  <a:schemeClr val="dk1"/>
                </a:solidFill>
                <a:prstDash val="solid"/>
                <a:round/>
                <a:headEnd len="med" w="med" type="none"/>
                <a:tailEnd len="med" w="med" type="none"/>
              </a:ln>
            </p:spPr>
          </p:cxnSp>
          <p:graphicFrame>
            <p:nvGraphicFramePr>
              <p:cNvPr id="216" name="Google Shape;216;p2"/>
              <p:cNvGraphicFramePr/>
              <p:nvPr/>
            </p:nvGraphicFramePr>
            <p:xfrm>
              <a:off x="3314" y="1694"/>
              <a:ext cx="299" cy="248"/>
            </p:xfrm>
            <a:graphic>
              <a:graphicData uri="http://schemas.openxmlformats.org/presentationml/2006/ole">
                <mc:AlternateContent>
                  <mc:Choice Requires="v">
                    <p:oleObj r:id="rId16" imgH="248" imgW="299" progId="MS_ClipArt_Gallery.2" spid="_x0000_s6">
                      <p:embed/>
                    </p:oleObj>
                  </mc:Choice>
                  <mc:Fallback>
                    <p:oleObj r:id="rId17" imgH="248" imgW="299" progId="MS_ClipArt_Gallery.2">
                      <p:embed/>
                      <p:pic>
                        <p:nvPicPr>
                          <p:cNvPr id="216" name="Google Shape;216;p2"/>
                          <p:cNvPicPr preferRelativeResize="0"/>
                          <p:nvPr/>
                        </p:nvPicPr>
                        <p:blipFill rotWithShape="1">
                          <a:blip r:embed="rId6">
                            <a:alphaModFix/>
                          </a:blip>
                          <a:srcRect b="0" l="0" r="0" t="0"/>
                          <a:stretch/>
                        </p:blipFill>
                        <p:spPr>
                          <a:xfrm>
                            <a:off x="3314" y="1694"/>
                            <a:ext cx="299" cy="248"/>
                          </a:xfrm>
                          <a:prstGeom prst="rect">
                            <a:avLst/>
                          </a:prstGeom>
                          <a:noFill/>
                          <a:ln>
                            <a:noFill/>
                          </a:ln>
                        </p:spPr>
                      </p:pic>
                    </p:oleObj>
                  </mc:Fallback>
                </mc:AlternateContent>
              </a:graphicData>
            </a:graphic>
          </p:graphicFrame>
          <p:cxnSp>
            <p:nvCxnSpPr>
              <p:cNvPr id="217" name="Google Shape;217;p2"/>
              <p:cNvCxnSpPr/>
              <p:nvPr/>
            </p:nvCxnSpPr>
            <p:spPr>
              <a:xfrm>
                <a:off x="3606" y="1882"/>
                <a:ext cx="52" cy="0"/>
              </a:xfrm>
              <a:prstGeom prst="straightConnector1">
                <a:avLst/>
              </a:prstGeom>
              <a:noFill/>
              <a:ln cap="flat" cmpd="sng" w="19050">
                <a:solidFill>
                  <a:schemeClr val="dk1"/>
                </a:solidFill>
                <a:prstDash val="solid"/>
                <a:round/>
                <a:headEnd len="med" w="med" type="none"/>
                <a:tailEnd len="med" w="med" type="none"/>
              </a:ln>
            </p:spPr>
          </p:cxnSp>
          <p:grpSp>
            <p:nvGrpSpPr>
              <p:cNvPr id="218" name="Google Shape;218;p2"/>
              <p:cNvGrpSpPr/>
              <p:nvPr/>
            </p:nvGrpSpPr>
            <p:grpSpPr>
              <a:xfrm>
                <a:off x="3404" y="1504"/>
                <a:ext cx="53" cy="165"/>
                <a:chOff x="3842" y="406"/>
                <a:chExt cx="53" cy="165"/>
              </a:xfrm>
            </p:grpSpPr>
            <p:sp>
              <p:nvSpPr>
                <p:cNvPr id="219" name="Google Shape;219;p2"/>
                <p:cNvSpPr/>
                <p:nvPr/>
              </p:nvSpPr>
              <p:spPr>
                <a:xfrm>
                  <a:off x="3842" y="406"/>
                  <a:ext cx="47" cy="46"/>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20" name="Google Shape;220;p2"/>
                <p:cNvSpPr/>
                <p:nvPr/>
              </p:nvSpPr>
              <p:spPr>
                <a:xfrm>
                  <a:off x="3844" y="464"/>
                  <a:ext cx="47" cy="49"/>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21" name="Google Shape;221;p2"/>
                <p:cNvSpPr/>
                <p:nvPr/>
              </p:nvSpPr>
              <p:spPr>
                <a:xfrm>
                  <a:off x="3847" y="526"/>
                  <a:ext cx="48" cy="45"/>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cxnSp>
            <p:nvCxnSpPr>
              <p:cNvPr id="222" name="Google Shape;222;p2"/>
              <p:cNvCxnSpPr/>
              <p:nvPr/>
            </p:nvCxnSpPr>
            <p:spPr>
              <a:xfrm>
                <a:off x="3653" y="1431"/>
                <a:ext cx="0" cy="450"/>
              </a:xfrm>
              <a:prstGeom prst="straightConnector1">
                <a:avLst/>
              </a:prstGeom>
              <a:noFill/>
              <a:ln cap="flat" cmpd="sng" w="12700">
                <a:solidFill>
                  <a:schemeClr val="dk1"/>
                </a:solidFill>
                <a:prstDash val="solid"/>
                <a:round/>
                <a:headEnd len="med" w="med" type="none"/>
                <a:tailEnd len="med" w="med" type="none"/>
              </a:ln>
            </p:spPr>
          </p:cxnSp>
        </p:grpSp>
        <p:graphicFrame>
          <p:nvGraphicFramePr>
            <p:cNvPr id="223" name="Google Shape;223;p2"/>
            <p:cNvGraphicFramePr/>
            <p:nvPr/>
          </p:nvGraphicFramePr>
          <p:xfrm>
            <a:off x="3955" y="2837"/>
            <a:ext cx="263" cy="209"/>
          </p:xfrm>
          <a:graphic>
            <a:graphicData uri="http://schemas.openxmlformats.org/presentationml/2006/ole">
              <mc:AlternateContent>
                <mc:Choice Requires="v">
                  <p:oleObj r:id="rId18" imgH="209" imgW="263" progId="MS_ClipArt_Gallery.2" spid="_x0000_s7">
                    <p:embed/>
                  </p:oleObj>
                </mc:Choice>
                <mc:Fallback>
                  <p:oleObj r:id="rId19" imgH="209" imgW="263" progId="MS_ClipArt_Gallery.2">
                    <p:embed/>
                    <p:pic>
                      <p:nvPicPr>
                        <p:cNvPr id="223" name="Google Shape;223;p2"/>
                        <p:cNvPicPr preferRelativeResize="0"/>
                        <p:nvPr/>
                      </p:nvPicPr>
                      <p:blipFill rotWithShape="1">
                        <a:blip r:embed="rId20">
                          <a:alphaModFix/>
                        </a:blip>
                        <a:srcRect b="0" l="0" r="0" t="0"/>
                        <a:stretch/>
                      </p:blipFill>
                      <p:spPr>
                        <a:xfrm>
                          <a:off x="3955" y="2837"/>
                          <a:ext cx="263" cy="209"/>
                        </a:xfrm>
                        <a:prstGeom prst="rect">
                          <a:avLst/>
                        </a:prstGeom>
                        <a:noFill/>
                        <a:ln>
                          <a:noFill/>
                        </a:ln>
                      </p:spPr>
                    </p:pic>
                  </p:oleObj>
                </mc:Fallback>
              </mc:AlternateContent>
            </a:graphicData>
          </a:graphic>
        </p:graphicFrame>
        <p:graphicFrame>
          <p:nvGraphicFramePr>
            <p:cNvPr id="224" name="Google Shape;224;p2"/>
            <p:cNvGraphicFramePr/>
            <p:nvPr/>
          </p:nvGraphicFramePr>
          <p:xfrm>
            <a:off x="3568" y="2830"/>
            <a:ext cx="262" cy="208"/>
          </p:xfrm>
          <a:graphic>
            <a:graphicData uri="http://schemas.openxmlformats.org/presentationml/2006/ole">
              <mc:AlternateContent>
                <mc:Choice Requires="v">
                  <p:oleObj r:id="rId21" imgH="208" imgW="262" progId="MS_ClipArt_Gallery.2" spid="_x0000_s8">
                    <p:embed/>
                  </p:oleObj>
                </mc:Choice>
                <mc:Fallback>
                  <p:oleObj r:id="rId22" imgH="208" imgW="262" progId="MS_ClipArt_Gallery.2">
                    <p:embed/>
                    <p:pic>
                      <p:nvPicPr>
                        <p:cNvPr id="224" name="Google Shape;224;p2"/>
                        <p:cNvPicPr preferRelativeResize="0"/>
                        <p:nvPr/>
                      </p:nvPicPr>
                      <p:blipFill rotWithShape="1">
                        <a:blip r:embed="rId23">
                          <a:alphaModFix/>
                        </a:blip>
                        <a:srcRect b="0" l="0" r="0" t="0"/>
                        <a:stretch/>
                      </p:blipFill>
                      <p:spPr>
                        <a:xfrm>
                          <a:off x="3568" y="2830"/>
                          <a:ext cx="262" cy="208"/>
                        </a:xfrm>
                        <a:prstGeom prst="rect">
                          <a:avLst/>
                        </a:prstGeom>
                        <a:noFill/>
                        <a:ln>
                          <a:noFill/>
                        </a:ln>
                      </p:spPr>
                    </p:pic>
                  </p:oleObj>
                </mc:Fallback>
              </mc:AlternateContent>
            </a:graphicData>
          </a:graphic>
        </p:graphicFrame>
        <p:sp>
          <p:nvSpPr>
            <p:cNvPr id="225" name="Google Shape;225;p2"/>
            <p:cNvSpPr/>
            <p:nvPr/>
          </p:nvSpPr>
          <p:spPr>
            <a:xfrm rot="-5400000">
              <a:off x="3831" y="2895"/>
              <a:ext cx="40" cy="4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26" name="Google Shape;226;p2"/>
            <p:cNvSpPr/>
            <p:nvPr/>
          </p:nvSpPr>
          <p:spPr>
            <a:xfrm rot="-5400000">
              <a:off x="3884" y="2894"/>
              <a:ext cx="40" cy="42"/>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27" name="Google Shape;227;p2"/>
            <p:cNvSpPr/>
            <p:nvPr/>
          </p:nvSpPr>
          <p:spPr>
            <a:xfrm rot="-5400000">
              <a:off x="3933" y="2897"/>
              <a:ext cx="39" cy="41"/>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cxnSp>
          <p:nvCxnSpPr>
            <p:cNvPr id="228" name="Google Shape;228;p2"/>
            <p:cNvCxnSpPr/>
            <p:nvPr/>
          </p:nvCxnSpPr>
          <p:spPr>
            <a:xfrm rot="-5400000">
              <a:off x="4097" y="2823"/>
              <a:ext cx="38" cy="1"/>
            </a:xfrm>
            <a:prstGeom prst="straightConnector1">
              <a:avLst/>
            </a:prstGeom>
            <a:noFill/>
            <a:ln cap="flat" cmpd="sng" w="19050">
              <a:solidFill>
                <a:schemeClr val="dk1"/>
              </a:solidFill>
              <a:prstDash val="solid"/>
              <a:round/>
              <a:headEnd len="med" w="med" type="none"/>
              <a:tailEnd len="med" w="med" type="none"/>
            </a:ln>
          </p:spPr>
        </p:cxnSp>
        <p:cxnSp>
          <p:nvCxnSpPr>
            <p:cNvPr id="229" name="Google Shape;229;p2"/>
            <p:cNvCxnSpPr/>
            <p:nvPr/>
          </p:nvCxnSpPr>
          <p:spPr>
            <a:xfrm rot="-5400000">
              <a:off x="3702" y="2816"/>
              <a:ext cx="40" cy="0"/>
            </a:xfrm>
            <a:prstGeom prst="straightConnector1">
              <a:avLst/>
            </a:prstGeom>
            <a:noFill/>
            <a:ln cap="flat" cmpd="sng" w="19050">
              <a:solidFill>
                <a:schemeClr val="dk1"/>
              </a:solidFill>
              <a:prstDash val="solid"/>
              <a:round/>
              <a:headEnd len="med" w="med" type="none"/>
              <a:tailEnd len="med" w="med" type="none"/>
            </a:ln>
          </p:spPr>
        </p:cxnSp>
        <p:cxnSp>
          <p:nvCxnSpPr>
            <p:cNvPr id="230" name="Google Shape;230;p2"/>
            <p:cNvCxnSpPr/>
            <p:nvPr/>
          </p:nvCxnSpPr>
          <p:spPr>
            <a:xfrm>
              <a:off x="3921" y="2604"/>
              <a:ext cx="0" cy="395"/>
            </a:xfrm>
            <a:prstGeom prst="straightConnector1">
              <a:avLst/>
            </a:prstGeom>
            <a:noFill/>
            <a:ln cap="flat" cmpd="sng" w="12700">
              <a:solidFill>
                <a:schemeClr val="dk1"/>
              </a:solidFill>
              <a:prstDash val="solid"/>
              <a:round/>
              <a:headEnd len="med" w="med" type="none"/>
              <a:tailEnd len="med" w="med" type="none"/>
            </a:ln>
          </p:spPr>
        </p:cxnSp>
        <p:cxnSp>
          <p:nvCxnSpPr>
            <p:cNvPr id="231" name="Google Shape;231;p2"/>
            <p:cNvCxnSpPr/>
            <p:nvPr/>
          </p:nvCxnSpPr>
          <p:spPr>
            <a:xfrm flipH="1" rot="10800000">
              <a:off x="3710" y="2564"/>
              <a:ext cx="59" cy="2"/>
            </a:xfrm>
            <a:prstGeom prst="straightConnector1">
              <a:avLst/>
            </a:prstGeom>
            <a:noFill/>
            <a:ln cap="flat" cmpd="sng" w="12700">
              <a:solidFill>
                <a:schemeClr val="dk1"/>
              </a:solidFill>
              <a:prstDash val="solid"/>
              <a:round/>
              <a:headEnd len="med" w="med" type="none"/>
              <a:tailEnd len="med" w="med" type="none"/>
            </a:ln>
          </p:spPr>
        </p:cxnSp>
        <p:cxnSp>
          <p:nvCxnSpPr>
            <p:cNvPr id="232" name="Google Shape;232;p2"/>
            <p:cNvCxnSpPr/>
            <p:nvPr/>
          </p:nvCxnSpPr>
          <p:spPr>
            <a:xfrm>
              <a:off x="4089" y="2593"/>
              <a:ext cx="191" cy="243"/>
            </a:xfrm>
            <a:prstGeom prst="straightConnector1">
              <a:avLst/>
            </a:prstGeom>
            <a:noFill/>
            <a:ln cap="flat" cmpd="sng" w="12700">
              <a:solidFill>
                <a:schemeClr val="dk1"/>
              </a:solidFill>
              <a:prstDash val="solid"/>
              <a:round/>
              <a:headEnd len="med" w="med" type="none"/>
              <a:tailEnd len="med" w="med" type="none"/>
            </a:ln>
          </p:spPr>
        </p:cxnSp>
        <p:cxnSp>
          <p:nvCxnSpPr>
            <p:cNvPr id="233" name="Google Shape;233;p2"/>
            <p:cNvCxnSpPr/>
            <p:nvPr/>
          </p:nvCxnSpPr>
          <p:spPr>
            <a:xfrm flipH="1">
              <a:off x="4590" y="2591"/>
              <a:ext cx="176" cy="247"/>
            </a:xfrm>
            <a:prstGeom prst="straightConnector1">
              <a:avLst/>
            </a:prstGeom>
            <a:noFill/>
            <a:ln cap="flat" cmpd="sng" w="12700">
              <a:solidFill>
                <a:schemeClr val="dk1"/>
              </a:solidFill>
              <a:prstDash val="solid"/>
              <a:round/>
              <a:headEnd len="med" w="med" type="none"/>
              <a:tailEnd len="med" w="med" type="none"/>
            </a:ln>
          </p:spPr>
        </p:cxnSp>
        <p:graphicFrame>
          <p:nvGraphicFramePr>
            <p:cNvPr id="234" name="Google Shape;234;p2"/>
            <p:cNvGraphicFramePr/>
            <p:nvPr/>
          </p:nvGraphicFramePr>
          <p:xfrm>
            <a:off x="4702" y="2309"/>
            <a:ext cx="128" cy="152"/>
          </p:xfrm>
          <a:graphic>
            <a:graphicData uri="http://schemas.openxmlformats.org/presentationml/2006/ole">
              <mc:AlternateContent>
                <mc:Choice Requires="v">
                  <p:oleObj r:id="rId24" imgH="152" imgW="128" progId="MS_ClipArt_Gallery.2" spid="_x0000_s9">
                    <p:embed/>
                  </p:oleObj>
                </mc:Choice>
                <mc:Fallback>
                  <p:oleObj r:id="rId25" imgH="152" imgW="128" progId="MS_ClipArt_Gallery.2">
                    <p:embed/>
                    <p:pic>
                      <p:nvPicPr>
                        <p:cNvPr id="234" name="Google Shape;234;p2"/>
                        <p:cNvPicPr preferRelativeResize="0"/>
                        <p:nvPr/>
                      </p:nvPicPr>
                      <p:blipFill rotWithShape="1">
                        <a:blip r:embed="rId26">
                          <a:alphaModFix/>
                        </a:blip>
                        <a:srcRect b="0" l="0" r="0" t="0"/>
                        <a:stretch/>
                      </p:blipFill>
                      <p:spPr>
                        <a:xfrm>
                          <a:off x="4702" y="2309"/>
                          <a:ext cx="128" cy="152"/>
                        </a:xfrm>
                        <a:prstGeom prst="rect">
                          <a:avLst/>
                        </a:prstGeom>
                        <a:noFill/>
                        <a:ln>
                          <a:noFill/>
                        </a:ln>
                      </p:spPr>
                    </p:pic>
                  </p:oleObj>
                </mc:Fallback>
              </mc:AlternateContent>
            </a:graphicData>
          </a:graphic>
        </p:graphicFrame>
        <p:graphicFrame>
          <p:nvGraphicFramePr>
            <p:cNvPr id="235" name="Google Shape;235;p2"/>
            <p:cNvGraphicFramePr/>
            <p:nvPr/>
          </p:nvGraphicFramePr>
          <p:xfrm>
            <a:off x="3860" y="2360"/>
            <a:ext cx="128" cy="151"/>
          </p:xfrm>
          <a:graphic>
            <a:graphicData uri="http://schemas.openxmlformats.org/presentationml/2006/ole">
              <mc:AlternateContent>
                <mc:Choice Requires="v">
                  <p:oleObj r:id="rId27" imgH="151" imgW="128" progId="MS_ClipArt_Gallery.2" spid="_x0000_s10">
                    <p:embed/>
                  </p:oleObj>
                </mc:Choice>
                <mc:Fallback>
                  <p:oleObj r:id="rId28" imgH="151" imgW="128" progId="MS_ClipArt_Gallery.2">
                    <p:embed/>
                    <p:pic>
                      <p:nvPicPr>
                        <p:cNvPr id="235" name="Google Shape;235;p2"/>
                        <p:cNvPicPr preferRelativeResize="0"/>
                        <p:nvPr/>
                      </p:nvPicPr>
                      <p:blipFill rotWithShape="1">
                        <a:blip r:embed="rId29">
                          <a:alphaModFix/>
                        </a:blip>
                        <a:srcRect b="0" l="0" r="0" t="0"/>
                        <a:stretch/>
                      </p:blipFill>
                      <p:spPr>
                        <a:xfrm>
                          <a:off x="3860" y="2360"/>
                          <a:ext cx="128" cy="151"/>
                        </a:xfrm>
                        <a:prstGeom prst="rect">
                          <a:avLst/>
                        </a:prstGeom>
                        <a:noFill/>
                        <a:ln>
                          <a:noFill/>
                        </a:ln>
                      </p:spPr>
                    </p:pic>
                  </p:oleObj>
                </mc:Fallback>
              </mc:AlternateContent>
            </a:graphicData>
          </a:graphic>
        </p:graphicFrame>
        <p:sp>
          <p:nvSpPr>
            <p:cNvPr id="236" name="Google Shape;236;p2"/>
            <p:cNvSpPr/>
            <p:nvPr/>
          </p:nvSpPr>
          <p:spPr>
            <a:xfrm>
              <a:off x="3911" y="2218"/>
              <a:ext cx="853" cy="192"/>
            </a:xfrm>
            <a:custGeom>
              <a:rect b="b" l="l" r="r" t="t"/>
              <a:pathLst>
                <a:path extrusionOk="0" h="228" w="972">
                  <a:moveTo>
                    <a:pt x="0" y="228"/>
                  </a:moveTo>
                  <a:cubicBezTo>
                    <a:pt x="135" y="123"/>
                    <a:pt x="270" y="18"/>
                    <a:pt x="432" y="9"/>
                  </a:cubicBezTo>
                  <a:cubicBezTo>
                    <a:pt x="594" y="0"/>
                    <a:pt x="783" y="85"/>
                    <a:pt x="972" y="171"/>
                  </a:cubicBezTo>
                </a:path>
              </a:pathLst>
            </a:custGeom>
            <a:noFill/>
            <a:ln cap="flat" cmpd="sng" w="19050">
              <a:solidFill>
                <a:schemeClr val="dk1"/>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237" name="Google Shape;237;p2"/>
            <p:cNvGrpSpPr/>
            <p:nvPr/>
          </p:nvGrpSpPr>
          <p:grpSpPr>
            <a:xfrm>
              <a:off x="4079" y="3114"/>
              <a:ext cx="256" cy="269"/>
              <a:chOff x="2870" y="1518"/>
              <a:chExt cx="292" cy="320"/>
            </a:xfrm>
          </p:grpSpPr>
          <p:graphicFrame>
            <p:nvGraphicFramePr>
              <p:cNvPr id="238" name="Google Shape;238;p2"/>
              <p:cNvGraphicFramePr/>
              <p:nvPr/>
            </p:nvGraphicFramePr>
            <p:xfrm>
              <a:off x="2870" y="1518"/>
              <a:ext cx="272" cy="282"/>
            </p:xfrm>
            <a:graphic>
              <a:graphicData uri="http://schemas.openxmlformats.org/presentationml/2006/ole">
                <mc:AlternateContent>
                  <mc:Choice Requires="v">
                    <p:oleObj r:id="rId30" imgH="282" imgW="272" progId="MS_ClipArt_Gallery.2" spid="_x0000_s11">
                      <p:embed/>
                    </p:oleObj>
                  </mc:Choice>
                  <mc:Fallback>
                    <p:oleObj r:id="rId31" imgH="282" imgW="272" progId="MS_ClipArt_Gallery.2">
                      <p:embed/>
                      <p:pic>
                        <p:nvPicPr>
                          <p:cNvPr id="238" name="Google Shape;238;p2"/>
                          <p:cNvPicPr preferRelativeResize="0"/>
                          <p:nvPr/>
                        </p:nvPicPr>
                        <p:blipFill rotWithShape="1">
                          <a:blip r:embed="rId32">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239" name="Google Shape;239;p2"/>
              <p:cNvGraphicFramePr/>
              <p:nvPr/>
            </p:nvGraphicFramePr>
            <p:xfrm>
              <a:off x="2913" y="1602"/>
              <a:ext cx="249" cy="236"/>
            </p:xfrm>
            <a:graphic>
              <a:graphicData uri="http://schemas.openxmlformats.org/presentationml/2006/ole">
                <mc:AlternateContent>
                  <mc:Choice Requires="v">
                    <p:oleObj r:id="rId33" imgH="236" imgW="249" progId="MS_ClipArt_Gallery.2" spid="_x0000_s12">
                      <p:embed/>
                    </p:oleObj>
                  </mc:Choice>
                  <mc:Fallback>
                    <p:oleObj r:id="rId34" imgH="236" imgW="249" progId="MS_ClipArt_Gallery.2">
                      <p:embed/>
                      <p:pic>
                        <p:nvPicPr>
                          <p:cNvPr id="239" name="Google Shape;239;p2"/>
                          <p:cNvPicPr preferRelativeResize="0"/>
                          <p:nvPr/>
                        </p:nvPicPr>
                        <p:blipFill rotWithShape="1">
                          <a:blip r:embed="rId35">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240" name="Google Shape;240;p2"/>
            <p:cNvGrpSpPr/>
            <p:nvPr/>
          </p:nvGrpSpPr>
          <p:grpSpPr>
            <a:xfrm>
              <a:off x="4569" y="3134"/>
              <a:ext cx="256" cy="269"/>
              <a:chOff x="2870" y="1518"/>
              <a:chExt cx="292" cy="320"/>
            </a:xfrm>
          </p:grpSpPr>
          <p:graphicFrame>
            <p:nvGraphicFramePr>
              <p:cNvPr id="241" name="Google Shape;241;p2"/>
              <p:cNvGraphicFramePr/>
              <p:nvPr/>
            </p:nvGraphicFramePr>
            <p:xfrm>
              <a:off x="2870" y="1518"/>
              <a:ext cx="272" cy="282"/>
            </p:xfrm>
            <a:graphic>
              <a:graphicData uri="http://schemas.openxmlformats.org/presentationml/2006/ole">
                <mc:AlternateContent>
                  <mc:Choice Requires="v">
                    <p:oleObj r:id="rId36" imgH="282" imgW="272" progId="MS_ClipArt_Gallery.2" spid="_x0000_s13">
                      <p:embed/>
                    </p:oleObj>
                  </mc:Choice>
                  <mc:Fallback>
                    <p:oleObj r:id="rId37" imgH="282" imgW="272" progId="MS_ClipArt_Gallery.2">
                      <p:embed/>
                      <p:pic>
                        <p:nvPicPr>
                          <p:cNvPr id="241" name="Google Shape;241;p2"/>
                          <p:cNvPicPr preferRelativeResize="0"/>
                          <p:nvPr/>
                        </p:nvPicPr>
                        <p:blipFill rotWithShape="1">
                          <a:blip r:embed="rId32">
                            <a:alphaModFix/>
                          </a:blip>
                          <a:srcRect b="0" l="0" r="0" t="0"/>
                          <a:stretch/>
                        </p:blipFill>
                        <p:spPr>
                          <a:xfrm>
                            <a:off x="2870" y="1518"/>
                            <a:ext cx="272" cy="282"/>
                          </a:xfrm>
                          <a:prstGeom prst="rect">
                            <a:avLst/>
                          </a:prstGeom>
                          <a:noFill/>
                          <a:ln>
                            <a:noFill/>
                          </a:ln>
                        </p:spPr>
                      </p:pic>
                    </p:oleObj>
                  </mc:Fallback>
                </mc:AlternateContent>
              </a:graphicData>
            </a:graphic>
          </p:graphicFrame>
          <p:graphicFrame>
            <p:nvGraphicFramePr>
              <p:cNvPr id="242" name="Google Shape;242;p2"/>
              <p:cNvGraphicFramePr/>
              <p:nvPr/>
            </p:nvGraphicFramePr>
            <p:xfrm>
              <a:off x="2913" y="1602"/>
              <a:ext cx="249" cy="236"/>
            </p:xfrm>
            <a:graphic>
              <a:graphicData uri="http://schemas.openxmlformats.org/presentationml/2006/ole">
                <mc:AlternateContent>
                  <mc:Choice Requires="v">
                    <p:oleObj r:id="rId38" imgH="236" imgW="249" progId="MS_ClipArt_Gallery.2" spid="_x0000_s14">
                      <p:embed/>
                    </p:oleObj>
                  </mc:Choice>
                  <mc:Fallback>
                    <p:oleObj r:id="rId39" imgH="236" imgW="249" progId="MS_ClipArt_Gallery.2">
                      <p:embed/>
                      <p:pic>
                        <p:nvPicPr>
                          <p:cNvPr id="242" name="Google Shape;242;p2"/>
                          <p:cNvPicPr preferRelativeResize="0"/>
                          <p:nvPr/>
                        </p:nvPicPr>
                        <p:blipFill rotWithShape="1">
                          <a:blip r:embed="rId35">
                            <a:alphaModFix/>
                          </a:blip>
                          <a:srcRect b="0" l="0" r="0" t="0"/>
                          <a:stretch/>
                        </p:blipFill>
                        <p:spPr>
                          <a:xfrm>
                            <a:off x="2913" y="1602"/>
                            <a:ext cx="249" cy="236"/>
                          </a:xfrm>
                          <a:prstGeom prst="rect">
                            <a:avLst/>
                          </a:prstGeom>
                          <a:noFill/>
                          <a:ln>
                            <a:noFill/>
                          </a:ln>
                        </p:spPr>
                      </p:pic>
                    </p:oleObj>
                  </mc:Fallback>
                </mc:AlternateContent>
              </a:graphicData>
            </a:graphic>
          </p:graphicFrame>
        </p:grpSp>
        <p:grpSp>
          <p:nvGrpSpPr>
            <p:cNvPr id="243" name="Google Shape;243;p2"/>
            <p:cNvGrpSpPr/>
            <p:nvPr/>
          </p:nvGrpSpPr>
          <p:grpSpPr>
            <a:xfrm>
              <a:off x="4308" y="2955"/>
              <a:ext cx="239" cy="237"/>
              <a:chOff x="4733" y="2082"/>
              <a:chExt cx="272" cy="282"/>
            </a:xfrm>
          </p:grpSpPr>
          <p:graphicFrame>
            <p:nvGraphicFramePr>
              <p:cNvPr id="244" name="Google Shape;244;p2"/>
              <p:cNvGraphicFramePr/>
              <p:nvPr/>
            </p:nvGraphicFramePr>
            <p:xfrm>
              <a:off x="4733" y="2082"/>
              <a:ext cx="272" cy="282"/>
            </p:xfrm>
            <a:graphic>
              <a:graphicData uri="http://schemas.openxmlformats.org/presentationml/2006/ole">
                <mc:AlternateContent>
                  <mc:Choice Requires="v">
                    <p:oleObj r:id="rId40" imgH="282" imgW="272" progId="MS_ClipArt_Gallery.2" spid="_x0000_s15">
                      <p:embed/>
                    </p:oleObj>
                  </mc:Choice>
                  <mc:Fallback>
                    <p:oleObj r:id="rId41" imgH="282" imgW="272" progId="MS_ClipArt_Gallery.2">
                      <p:embed/>
                      <p:pic>
                        <p:nvPicPr>
                          <p:cNvPr id="244" name="Google Shape;244;p2"/>
                          <p:cNvPicPr preferRelativeResize="0"/>
                          <p:nvPr/>
                        </p:nvPicPr>
                        <p:blipFill rotWithShape="1">
                          <a:blip r:embed="rId32">
                            <a:alphaModFix/>
                          </a:blip>
                          <a:srcRect b="0" l="0" r="0" t="0"/>
                          <a:stretch/>
                        </p:blipFill>
                        <p:spPr>
                          <a:xfrm>
                            <a:off x="4733" y="2082"/>
                            <a:ext cx="272" cy="282"/>
                          </a:xfrm>
                          <a:prstGeom prst="rect">
                            <a:avLst/>
                          </a:prstGeom>
                          <a:noFill/>
                          <a:ln>
                            <a:noFill/>
                          </a:ln>
                        </p:spPr>
                      </p:pic>
                    </p:oleObj>
                  </mc:Fallback>
                </mc:AlternateContent>
              </a:graphicData>
            </a:graphic>
          </p:graphicFrame>
          <p:sp>
            <p:nvSpPr>
              <p:cNvPr id="245" name="Google Shape;245;p2"/>
              <p:cNvSpPr/>
              <p:nvPr/>
            </p:nvSpPr>
            <p:spPr>
              <a:xfrm>
                <a:off x="4812" y="2181"/>
                <a:ext cx="192" cy="183"/>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cxnSp>
          <p:nvCxnSpPr>
            <p:cNvPr id="246" name="Google Shape;246;p2"/>
            <p:cNvCxnSpPr/>
            <p:nvPr/>
          </p:nvCxnSpPr>
          <p:spPr>
            <a:xfrm>
              <a:off x="4501" y="2894"/>
              <a:ext cx="0" cy="144"/>
            </a:xfrm>
            <a:prstGeom prst="straightConnector1">
              <a:avLst/>
            </a:prstGeom>
            <a:noFill/>
            <a:ln cap="flat" cmpd="sng" w="12700">
              <a:solidFill>
                <a:schemeClr val="dk1"/>
              </a:solidFill>
              <a:prstDash val="solid"/>
              <a:round/>
              <a:headEnd len="med" w="med" type="none"/>
              <a:tailEnd len="med" w="med" type="none"/>
            </a:ln>
          </p:spPr>
        </p:cxnSp>
        <p:grpSp>
          <p:nvGrpSpPr>
            <p:cNvPr id="247" name="Google Shape;247;p2"/>
            <p:cNvGrpSpPr/>
            <p:nvPr/>
          </p:nvGrpSpPr>
          <p:grpSpPr>
            <a:xfrm>
              <a:off x="4955" y="2531"/>
              <a:ext cx="131" cy="258"/>
              <a:chOff x="4180" y="783"/>
              <a:chExt cx="150" cy="307"/>
            </a:xfrm>
          </p:grpSpPr>
          <p:sp>
            <p:nvSpPr>
              <p:cNvPr id="248" name="Google Shape;248;p2"/>
              <p:cNvSpPr/>
              <p:nvPr/>
            </p:nvSpPr>
            <p:spPr>
              <a:xfrm>
                <a:off x="4180" y="1019"/>
                <a:ext cx="150" cy="71"/>
              </a:xfrm>
              <a:prstGeom prst="parallelogram">
                <a:avLst>
                  <a:gd fmla="val 81387" name="adj"/>
                </a:avLst>
              </a:pr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49" name="Google Shape;249;p2"/>
              <p:cNvSpPr/>
              <p:nvPr/>
            </p:nvSpPr>
            <p:spPr>
              <a:xfrm>
                <a:off x="4256" y="785"/>
                <a:ext cx="71"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50" name="Google Shape;250;p2"/>
              <p:cNvSpPr/>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51" name="Google Shape;251;p2"/>
              <p:cNvSpPr/>
              <p:nvPr/>
            </p:nvSpPr>
            <p:spPr>
              <a:xfrm>
                <a:off x="4180" y="783"/>
                <a:ext cx="150" cy="71"/>
              </a:xfrm>
              <a:prstGeom prst="parallelogram">
                <a:avLst>
                  <a:gd fmla="val 81387"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cxnSp>
            <p:nvCxnSpPr>
              <p:cNvPr id="252" name="Google Shape;252;p2"/>
              <p:cNvCxnSpPr/>
              <p:nvPr/>
            </p:nvCxnSpPr>
            <p:spPr>
              <a:xfrm>
                <a:off x="4330" y="788"/>
                <a:ext cx="0" cy="231"/>
              </a:xfrm>
              <a:prstGeom prst="straightConnector1">
                <a:avLst/>
              </a:prstGeom>
              <a:noFill/>
              <a:ln cap="flat" cmpd="sng" w="9525">
                <a:solidFill>
                  <a:schemeClr val="dk1"/>
                </a:solidFill>
                <a:prstDash val="solid"/>
                <a:round/>
                <a:headEnd len="med" w="med" type="none"/>
                <a:tailEnd len="med" w="med" type="none"/>
              </a:ln>
            </p:spPr>
          </p:cxnSp>
          <p:cxnSp>
            <p:nvCxnSpPr>
              <p:cNvPr id="253" name="Google Shape;253;p2"/>
              <p:cNvCxnSpPr/>
              <p:nvPr/>
            </p:nvCxnSpPr>
            <p:spPr>
              <a:xfrm flipH="1">
                <a:off x="4276" y="1019"/>
                <a:ext cx="54" cy="69"/>
              </a:xfrm>
              <a:prstGeom prst="straightConnector1">
                <a:avLst/>
              </a:prstGeom>
              <a:noFill/>
              <a:ln cap="flat" cmpd="sng" w="9525">
                <a:solidFill>
                  <a:schemeClr val="dk1"/>
                </a:solidFill>
                <a:prstDash val="solid"/>
                <a:round/>
                <a:headEnd len="med" w="med" type="none"/>
                <a:tailEnd len="med" w="med" type="none"/>
              </a:ln>
            </p:spPr>
          </p:cxnSp>
          <p:sp>
            <p:nvSpPr>
              <p:cNvPr id="254" name="Google Shape;254;p2"/>
              <p:cNvSpPr/>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55" name="Google Shape;255;p2"/>
              <p:cNvSpPr/>
              <p:nvPr/>
            </p:nvSpPr>
            <p:spPr>
              <a:xfrm>
                <a:off x="4202" y="923"/>
                <a:ext cx="48" cy="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grpSp>
          <p:nvGrpSpPr>
            <p:cNvPr id="256" name="Google Shape;256;p2"/>
            <p:cNvGrpSpPr/>
            <p:nvPr/>
          </p:nvGrpSpPr>
          <p:grpSpPr>
            <a:xfrm>
              <a:off x="4947" y="2811"/>
              <a:ext cx="131" cy="258"/>
              <a:chOff x="4180" y="783"/>
              <a:chExt cx="150" cy="307"/>
            </a:xfrm>
          </p:grpSpPr>
          <p:sp>
            <p:nvSpPr>
              <p:cNvPr id="257" name="Google Shape;257;p2"/>
              <p:cNvSpPr/>
              <p:nvPr/>
            </p:nvSpPr>
            <p:spPr>
              <a:xfrm>
                <a:off x="4180" y="1019"/>
                <a:ext cx="150" cy="71"/>
              </a:xfrm>
              <a:prstGeom prst="parallelogram">
                <a:avLst>
                  <a:gd fmla="val 81387" name="adj"/>
                </a:avLst>
              </a:pr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58" name="Google Shape;258;p2"/>
              <p:cNvSpPr/>
              <p:nvPr/>
            </p:nvSpPr>
            <p:spPr>
              <a:xfrm>
                <a:off x="4256" y="785"/>
                <a:ext cx="71" cy="236"/>
              </a:xfrm>
              <a:prstGeom prst="rect">
                <a:avLst/>
              </a:prstGeom>
              <a:solidFill>
                <a:srgbClr val="33CCCC"/>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59" name="Google Shape;259;p2"/>
              <p:cNvSpPr/>
              <p:nvPr/>
            </p:nvSpPr>
            <p:spPr>
              <a:xfrm>
                <a:off x="4181" y="852"/>
                <a:ext cx="95" cy="236"/>
              </a:xfrm>
              <a:prstGeom prst="rect">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60" name="Google Shape;260;p2"/>
              <p:cNvSpPr/>
              <p:nvPr/>
            </p:nvSpPr>
            <p:spPr>
              <a:xfrm>
                <a:off x="4180" y="783"/>
                <a:ext cx="150" cy="71"/>
              </a:xfrm>
              <a:prstGeom prst="parallelogram">
                <a:avLst>
                  <a:gd fmla="val 81387" name="adj"/>
                </a:avLst>
              </a:prstGeom>
              <a:solidFill>
                <a:srgbClr val="33CCCC"/>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cxnSp>
            <p:nvCxnSpPr>
              <p:cNvPr id="261" name="Google Shape;261;p2"/>
              <p:cNvCxnSpPr/>
              <p:nvPr/>
            </p:nvCxnSpPr>
            <p:spPr>
              <a:xfrm>
                <a:off x="4330" y="788"/>
                <a:ext cx="0" cy="231"/>
              </a:xfrm>
              <a:prstGeom prst="straightConnector1">
                <a:avLst/>
              </a:prstGeom>
              <a:noFill/>
              <a:ln cap="flat" cmpd="sng" w="9525">
                <a:solidFill>
                  <a:schemeClr val="dk1"/>
                </a:solidFill>
                <a:prstDash val="solid"/>
                <a:round/>
                <a:headEnd len="med" w="med" type="none"/>
                <a:tailEnd len="med" w="med" type="none"/>
              </a:ln>
            </p:spPr>
          </p:cxnSp>
          <p:cxnSp>
            <p:nvCxnSpPr>
              <p:cNvPr id="262" name="Google Shape;262;p2"/>
              <p:cNvCxnSpPr/>
              <p:nvPr/>
            </p:nvCxnSpPr>
            <p:spPr>
              <a:xfrm flipH="1">
                <a:off x="4276" y="1019"/>
                <a:ext cx="54" cy="69"/>
              </a:xfrm>
              <a:prstGeom prst="straightConnector1">
                <a:avLst/>
              </a:prstGeom>
              <a:noFill/>
              <a:ln cap="flat" cmpd="sng" w="9525">
                <a:solidFill>
                  <a:schemeClr val="dk1"/>
                </a:solidFill>
                <a:prstDash val="solid"/>
                <a:round/>
                <a:headEnd len="med" w="med" type="none"/>
                <a:tailEnd len="med" w="med" type="none"/>
              </a:ln>
            </p:spPr>
          </p:cxnSp>
          <p:sp>
            <p:nvSpPr>
              <p:cNvPr id="263" name="Google Shape;263;p2"/>
              <p:cNvSpPr/>
              <p:nvPr/>
            </p:nvSpPr>
            <p:spPr>
              <a:xfrm>
                <a:off x="4193" y="883"/>
                <a:ext cx="63" cy="136"/>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64" name="Google Shape;264;p2"/>
              <p:cNvSpPr/>
              <p:nvPr/>
            </p:nvSpPr>
            <p:spPr>
              <a:xfrm>
                <a:off x="4202" y="923"/>
                <a:ext cx="48" cy="49"/>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cxnSp>
          <p:nvCxnSpPr>
            <p:cNvPr id="265" name="Google Shape;265;p2"/>
            <p:cNvCxnSpPr/>
            <p:nvPr/>
          </p:nvCxnSpPr>
          <p:spPr>
            <a:xfrm rot="-5400000">
              <a:off x="4711" y="2767"/>
              <a:ext cx="385" cy="0"/>
            </a:xfrm>
            <a:prstGeom prst="straightConnector1">
              <a:avLst/>
            </a:prstGeom>
            <a:noFill/>
            <a:ln cap="flat" cmpd="sng" w="12700">
              <a:solidFill>
                <a:schemeClr val="dk1"/>
              </a:solidFill>
              <a:prstDash val="solid"/>
              <a:round/>
              <a:headEnd len="med" w="med" type="none"/>
              <a:tailEnd len="med" w="med" type="none"/>
            </a:ln>
          </p:spPr>
        </p:cxnSp>
        <p:cxnSp>
          <p:nvCxnSpPr>
            <p:cNvPr id="266" name="Google Shape;266;p2"/>
            <p:cNvCxnSpPr/>
            <p:nvPr/>
          </p:nvCxnSpPr>
          <p:spPr>
            <a:xfrm rot="10800000">
              <a:off x="4934" y="2925"/>
              <a:ext cx="0" cy="65"/>
            </a:xfrm>
            <a:prstGeom prst="straightConnector1">
              <a:avLst/>
            </a:prstGeom>
            <a:noFill/>
            <a:ln cap="flat" cmpd="sng" w="12700">
              <a:solidFill>
                <a:schemeClr val="dk1"/>
              </a:solidFill>
              <a:prstDash val="solid"/>
              <a:round/>
              <a:headEnd len="med" w="med" type="none"/>
              <a:tailEnd len="med" w="med" type="none"/>
            </a:ln>
          </p:spPr>
        </p:cxnSp>
        <p:cxnSp>
          <p:nvCxnSpPr>
            <p:cNvPr id="267" name="Google Shape;267;p2"/>
            <p:cNvCxnSpPr/>
            <p:nvPr/>
          </p:nvCxnSpPr>
          <p:spPr>
            <a:xfrm rot="10800000">
              <a:off x="4928" y="2630"/>
              <a:ext cx="0" cy="56"/>
            </a:xfrm>
            <a:prstGeom prst="straightConnector1">
              <a:avLst/>
            </a:prstGeom>
            <a:noFill/>
            <a:ln cap="flat" cmpd="sng" w="12700">
              <a:solidFill>
                <a:schemeClr val="dk1"/>
              </a:solidFill>
              <a:prstDash val="solid"/>
              <a:round/>
              <a:headEnd len="med" w="med" type="none"/>
              <a:tailEnd len="med" w="med" type="none"/>
            </a:ln>
          </p:spPr>
        </p:cxnSp>
        <p:cxnSp>
          <p:nvCxnSpPr>
            <p:cNvPr id="268" name="Google Shape;268;p2"/>
            <p:cNvCxnSpPr/>
            <p:nvPr/>
          </p:nvCxnSpPr>
          <p:spPr>
            <a:xfrm flipH="1" rot="10800000">
              <a:off x="4096" y="1459"/>
              <a:ext cx="289" cy="131"/>
            </a:xfrm>
            <a:prstGeom prst="straightConnector1">
              <a:avLst/>
            </a:prstGeom>
            <a:noFill/>
            <a:ln cap="flat" cmpd="sng" w="12700">
              <a:solidFill>
                <a:schemeClr val="dk1"/>
              </a:solidFill>
              <a:prstDash val="solid"/>
              <a:round/>
              <a:headEnd len="med" w="med" type="none"/>
              <a:tailEnd len="med" w="med" type="none"/>
            </a:ln>
          </p:spPr>
        </p:cxnSp>
        <p:cxnSp>
          <p:nvCxnSpPr>
            <p:cNvPr id="269" name="Google Shape;269;p2"/>
            <p:cNvCxnSpPr/>
            <p:nvPr/>
          </p:nvCxnSpPr>
          <p:spPr>
            <a:xfrm>
              <a:off x="4685" y="1449"/>
              <a:ext cx="306" cy="131"/>
            </a:xfrm>
            <a:prstGeom prst="straightConnector1">
              <a:avLst/>
            </a:prstGeom>
            <a:noFill/>
            <a:ln cap="flat" cmpd="sng" w="12700">
              <a:solidFill>
                <a:schemeClr val="dk1"/>
              </a:solidFill>
              <a:prstDash val="solid"/>
              <a:round/>
              <a:headEnd len="med" w="med" type="none"/>
              <a:tailEnd len="med" w="med" type="none"/>
            </a:ln>
          </p:spPr>
        </p:cxnSp>
        <p:cxnSp>
          <p:nvCxnSpPr>
            <p:cNvPr id="270" name="Google Shape;270;p2"/>
            <p:cNvCxnSpPr/>
            <p:nvPr/>
          </p:nvCxnSpPr>
          <p:spPr>
            <a:xfrm flipH="1">
              <a:off x="5012" y="1661"/>
              <a:ext cx="152" cy="429"/>
            </a:xfrm>
            <a:prstGeom prst="straightConnector1">
              <a:avLst/>
            </a:prstGeom>
            <a:noFill/>
            <a:ln cap="flat" cmpd="sng" w="12700">
              <a:solidFill>
                <a:schemeClr val="dk1"/>
              </a:solidFill>
              <a:prstDash val="solid"/>
              <a:round/>
              <a:headEnd len="med" w="med" type="none"/>
              <a:tailEnd len="med" w="med" type="none"/>
            </a:ln>
          </p:spPr>
        </p:cxnSp>
        <p:cxnSp>
          <p:nvCxnSpPr>
            <p:cNvPr id="271" name="Google Shape;271;p2"/>
            <p:cNvCxnSpPr/>
            <p:nvPr/>
          </p:nvCxnSpPr>
          <p:spPr>
            <a:xfrm>
              <a:off x="4527" y="1520"/>
              <a:ext cx="0" cy="272"/>
            </a:xfrm>
            <a:prstGeom prst="straightConnector1">
              <a:avLst/>
            </a:prstGeom>
            <a:noFill/>
            <a:ln cap="flat" cmpd="sng" w="12700">
              <a:solidFill>
                <a:schemeClr val="dk1"/>
              </a:solidFill>
              <a:prstDash val="solid"/>
              <a:round/>
              <a:headEnd len="med" w="med" type="none"/>
              <a:tailEnd len="med" w="med" type="none"/>
            </a:ln>
          </p:spPr>
        </p:cxnSp>
        <p:cxnSp>
          <p:nvCxnSpPr>
            <p:cNvPr id="272" name="Google Shape;272;p2"/>
            <p:cNvCxnSpPr/>
            <p:nvPr/>
          </p:nvCxnSpPr>
          <p:spPr>
            <a:xfrm>
              <a:off x="4543" y="1928"/>
              <a:ext cx="337" cy="232"/>
            </a:xfrm>
            <a:prstGeom prst="straightConnector1">
              <a:avLst/>
            </a:prstGeom>
            <a:noFill/>
            <a:ln cap="flat" cmpd="sng" w="12700">
              <a:solidFill>
                <a:schemeClr val="dk1"/>
              </a:solidFill>
              <a:prstDash val="solid"/>
              <a:round/>
              <a:headEnd len="med" w="med" type="none"/>
              <a:tailEnd len="med" w="med" type="none"/>
            </a:ln>
          </p:spPr>
        </p:cxnSp>
        <p:cxnSp>
          <p:nvCxnSpPr>
            <p:cNvPr id="273" name="Google Shape;273;p2"/>
            <p:cNvCxnSpPr/>
            <p:nvPr/>
          </p:nvCxnSpPr>
          <p:spPr>
            <a:xfrm flipH="1">
              <a:off x="4833" y="2221"/>
              <a:ext cx="168" cy="227"/>
            </a:xfrm>
            <a:prstGeom prst="straightConnector1">
              <a:avLst/>
            </a:prstGeom>
            <a:noFill/>
            <a:ln cap="flat" cmpd="sng" w="12700">
              <a:solidFill>
                <a:schemeClr val="dk1"/>
              </a:solidFill>
              <a:prstDash val="solid"/>
              <a:round/>
              <a:headEnd len="med" w="med" type="none"/>
              <a:tailEnd len="med" w="med" type="none"/>
            </a:ln>
          </p:spPr>
        </p:cxnSp>
        <p:cxnSp>
          <p:nvCxnSpPr>
            <p:cNvPr id="274" name="Google Shape;274;p2"/>
            <p:cNvCxnSpPr/>
            <p:nvPr/>
          </p:nvCxnSpPr>
          <p:spPr>
            <a:xfrm flipH="1">
              <a:off x="4690" y="1641"/>
              <a:ext cx="353" cy="242"/>
            </a:xfrm>
            <a:prstGeom prst="straightConnector1">
              <a:avLst/>
            </a:prstGeom>
            <a:noFill/>
            <a:ln cap="flat" cmpd="sng" w="12700">
              <a:solidFill>
                <a:schemeClr val="dk1"/>
              </a:solidFill>
              <a:prstDash val="solid"/>
              <a:round/>
              <a:headEnd len="med" w="med" type="none"/>
              <a:tailEnd len="med" w="med" type="none"/>
            </a:ln>
          </p:spPr>
        </p:cxnSp>
        <p:cxnSp>
          <p:nvCxnSpPr>
            <p:cNvPr id="275" name="Google Shape;275;p2"/>
            <p:cNvCxnSpPr/>
            <p:nvPr/>
          </p:nvCxnSpPr>
          <p:spPr>
            <a:xfrm flipH="1">
              <a:off x="4696" y="1288"/>
              <a:ext cx="221" cy="161"/>
            </a:xfrm>
            <a:prstGeom prst="straightConnector1">
              <a:avLst/>
            </a:prstGeom>
            <a:noFill/>
            <a:ln cap="flat" cmpd="sng" w="12700">
              <a:solidFill>
                <a:schemeClr val="dk1"/>
              </a:solidFill>
              <a:prstDash val="solid"/>
              <a:round/>
              <a:headEnd len="med" w="med" type="none"/>
              <a:tailEnd len="med" w="med" type="none"/>
            </a:ln>
          </p:spPr>
        </p:cxnSp>
        <p:cxnSp>
          <p:nvCxnSpPr>
            <p:cNvPr id="276" name="Google Shape;276;p2"/>
            <p:cNvCxnSpPr/>
            <p:nvPr/>
          </p:nvCxnSpPr>
          <p:spPr>
            <a:xfrm flipH="1">
              <a:off x="5148" y="1399"/>
              <a:ext cx="127" cy="111"/>
            </a:xfrm>
            <a:prstGeom prst="straightConnector1">
              <a:avLst/>
            </a:prstGeom>
            <a:noFill/>
            <a:ln cap="flat" cmpd="sng" w="12700">
              <a:solidFill>
                <a:schemeClr val="dk1"/>
              </a:solidFill>
              <a:prstDash val="solid"/>
              <a:round/>
              <a:headEnd len="med" w="med" type="none"/>
              <a:tailEnd len="med" w="med" type="none"/>
            </a:ln>
          </p:spPr>
        </p:cxnSp>
        <p:grpSp>
          <p:nvGrpSpPr>
            <p:cNvPr id="277" name="Google Shape;277;p2"/>
            <p:cNvGrpSpPr/>
            <p:nvPr/>
          </p:nvGrpSpPr>
          <p:grpSpPr>
            <a:xfrm>
              <a:off x="3769" y="1520"/>
              <a:ext cx="316" cy="147"/>
              <a:chOff x="3600" y="219"/>
              <a:chExt cx="360" cy="175"/>
            </a:xfrm>
          </p:grpSpPr>
          <p:sp>
            <p:nvSpPr>
              <p:cNvPr id="278" name="Google Shape;278;p2"/>
              <p:cNvSpPr/>
              <p:nvPr/>
            </p:nvSpPr>
            <p:spPr>
              <a:xfrm>
                <a:off x="3603" y="298"/>
                <a:ext cx="357" cy="96"/>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cxnSp>
            <p:nvCxnSpPr>
              <p:cNvPr id="279" name="Google Shape;279;p2"/>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280" name="Google Shape;280;p2"/>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281" name="Google Shape;281;p2"/>
              <p:cNvSpPr/>
              <p:nvPr/>
            </p:nvSpPr>
            <p:spPr>
              <a:xfrm>
                <a:off x="3603" y="289"/>
                <a:ext cx="352" cy="58"/>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82" name="Google Shape;282;p2"/>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nvGrpSpPr>
              <p:cNvPr id="283" name="Google Shape;283;p2"/>
              <p:cNvGrpSpPr/>
              <p:nvPr/>
            </p:nvGrpSpPr>
            <p:grpSpPr>
              <a:xfrm>
                <a:off x="3686" y="244"/>
                <a:ext cx="177" cy="65"/>
                <a:chOff x="2848" y="848"/>
                <a:chExt cx="140" cy="96"/>
              </a:xfrm>
            </p:grpSpPr>
            <p:cxnSp>
              <p:nvCxnSpPr>
                <p:cNvPr id="284" name="Google Shape;284;p2"/>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85" name="Google Shape;285;p2"/>
                <p:cNvCxnSpPr/>
                <p:nvPr/>
              </p:nvCxnSpPr>
              <p:spPr>
                <a:xfrm>
                  <a:off x="2944" y="943"/>
                  <a:ext cx="44" cy="0"/>
                </a:xfrm>
                <a:prstGeom prst="straightConnector1">
                  <a:avLst/>
                </a:prstGeom>
                <a:noFill/>
                <a:ln cap="flat" cmpd="sng" w="28575">
                  <a:solidFill>
                    <a:schemeClr val="dk1"/>
                  </a:solidFill>
                  <a:prstDash val="solid"/>
                  <a:round/>
                  <a:headEnd len="med" w="med" type="none"/>
                  <a:tailEnd len="med" w="med" type="none"/>
                </a:ln>
              </p:spPr>
            </p:cxnSp>
            <p:cxnSp>
              <p:nvCxnSpPr>
                <p:cNvPr id="286" name="Google Shape;286;p2"/>
                <p:cNvCxnSpPr/>
                <p:nvPr/>
              </p:nvCxnSpPr>
              <p:spPr>
                <a:xfrm>
                  <a:off x="2894" y="850"/>
                  <a:ext cx="52" cy="94"/>
                </a:xfrm>
                <a:prstGeom prst="straightConnector1">
                  <a:avLst/>
                </a:prstGeom>
                <a:noFill/>
                <a:ln cap="flat" cmpd="sng" w="28575">
                  <a:solidFill>
                    <a:schemeClr val="dk1"/>
                  </a:solidFill>
                  <a:prstDash val="solid"/>
                  <a:round/>
                  <a:headEnd len="med" w="med" type="none"/>
                  <a:tailEnd len="med" w="med" type="none"/>
                </a:ln>
              </p:spPr>
            </p:cxnSp>
          </p:grpSp>
          <p:grpSp>
            <p:nvGrpSpPr>
              <p:cNvPr id="287" name="Google Shape;287;p2"/>
              <p:cNvGrpSpPr/>
              <p:nvPr/>
            </p:nvGrpSpPr>
            <p:grpSpPr>
              <a:xfrm flipH="1" rot="10800000">
                <a:off x="3686" y="243"/>
                <a:ext cx="177" cy="67"/>
                <a:chOff x="2848" y="846"/>
                <a:chExt cx="140" cy="100"/>
              </a:xfrm>
            </p:grpSpPr>
            <p:cxnSp>
              <p:nvCxnSpPr>
                <p:cNvPr id="288" name="Google Shape;288;p2"/>
                <p:cNvCxnSpPr/>
                <p:nvPr/>
              </p:nvCxnSpPr>
              <p:spPr>
                <a:xfrm flipH="1" rot="10800000">
                  <a:off x="2848" y="846"/>
                  <a:ext cx="50" cy="4"/>
                </a:xfrm>
                <a:prstGeom prst="straightConnector1">
                  <a:avLst/>
                </a:prstGeom>
                <a:noFill/>
                <a:ln cap="flat" cmpd="sng" w="28575">
                  <a:solidFill>
                    <a:schemeClr val="dk1"/>
                  </a:solidFill>
                  <a:prstDash val="solid"/>
                  <a:round/>
                  <a:headEnd len="med" w="med" type="none"/>
                  <a:tailEnd len="med" w="med" type="none"/>
                </a:ln>
              </p:spPr>
            </p:cxnSp>
            <p:cxnSp>
              <p:nvCxnSpPr>
                <p:cNvPr id="289" name="Google Shape;289;p2"/>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290" name="Google Shape;290;p2"/>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291" name="Google Shape;291;p2"/>
            <p:cNvGrpSpPr/>
            <p:nvPr/>
          </p:nvGrpSpPr>
          <p:grpSpPr>
            <a:xfrm>
              <a:off x="4369" y="1376"/>
              <a:ext cx="316" cy="147"/>
              <a:chOff x="3600" y="219"/>
              <a:chExt cx="360" cy="175"/>
            </a:xfrm>
          </p:grpSpPr>
          <p:sp>
            <p:nvSpPr>
              <p:cNvPr id="292" name="Google Shape;292;p2"/>
              <p:cNvSpPr/>
              <p:nvPr/>
            </p:nvSpPr>
            <p:spPr>
              <a:xfrm>
                <a:off x="3603" y="298"/>
                <a:ext cx="357" cy="96"/>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cxnSp>
            <p:nvCxnSpPr>
              <p:cNvPr id="293" name="Google Shape;293;p2"/>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294" name="Google Shape;294;p2"/>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295" name="Google Shape;295;p2"/>
              <p:cNvSpPr/>
              <p:nvPr/>
            </p:nvSpPr>
            <p:spPr>
              <a:xfrm>
                <a:off x="3603" y="289"/>
                <a:ext cx="352" cy="58"/>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296" name="Google Shape;296;p2"/>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nvGrpSpPr>
              <p:cNvPr id="297" name="Google Shape;297;p2"/>
              <p:cNvGrpSpPr/>
              <p:nvPr/>
            </p:nvGrpSpPr>
            <p:grpSpPr>
              <a:xfrm>
                <a:off x="3686" y="244"/>
                <a:ext cx="177" cy="65"/>
                <a:chOff x="2848" y="848"/>
                <a:chExt cx="140" cy="96"/>
              </a:xfrm>
            </p:grpSpPr>
            <p:cxnSp>
              <p:nvCxnSpPr>
                <p:cNvPr id="298" name="Google Shape;298;p2"/>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299" name="Google Shape;299;p2"/>
                <p:cNvCxnSpPr/>
                <p:nvPr/>
              </p:nvCxnSpPr>
              <p:spPr>
                <a:xfrm>
                  <a:off x="2944" y="943"/>
                  <a:ext cx="44" cy="0"/>
                </a:xfrm>
                <a:prstGeom prst="straightConnector1">
                  <a:avLst/>
                </a:prstGeom>
                <a:noFill/>
                <a:ln cap="flat" cmpd="sng" w="28575">
                  <a:solidFill>
                    <a:schemeClr val="dk1"/>
                  </a:solidFill>
                  <a:prstDash val="solid"/>
                  <a:round/>
                  <a:headEnd len="med" w="med" type="none"/>
                  <a:tailEnd len="med" w="med" type="none"/>
                </a:ln>
              </p:spPr>
            </p:cxnSp>
            <p:cxnSp>
              <p:nvCxnSpPr>
                <p:cNvPr id="300" name="Google Shape;300;p2"/>
                <p:cNvCxnSpPr/>
                <p:nvPr/>
              </p:nvCxnSpPr>
              <p:spPr>
                <a:xfrm>
                  <a:off x="2894" y="850"/>
                  <a:ext cx="52" cy="94"/>
                </a:xfrm>
                <a:prstGeom prst="straightConnector1">
                  <a:avLst/>
                </a:prstGeom>
                <a:noFill/>
                <a:ln cap="flat" cmpd="sng" w="28575">
                  <a:solidFill>
                    <a:schemeClr val="dk1"/>
                  </a:solidFill>
                  <a:prstDash val="solid"/>
                  <a:round/>
                  <a:headEnd len="med" w="med" type="none"/>
                  <a:tailEnd len="med" w="med" type="none"/>
                </a:ln>
              </p:spPr>
            </p:cxnSp>
          </p:grpSp>
          <p:grpSp>
            <p:nvGrpSpPr>
              <p:cNvPr id="301" name="Google Shape;301;p2"/>
              <p:cNvGrpSpPr/>
              <p:nvPr/>
            </p:nvGrpSpPr>
            <p:grpSpPr>
              <a:xfrm flipH="1" rot="10800000">
                <a:off x="3686" y="243"/>
                <a:ext cx="177" cy="67"/>
                <a:chOff x="2848" y="846"/>
                <a:chExt cx="140" cy="100"/>
              </a:xfrm>
            </p:grpSpPr>
            <p:cxnSp>
              <p:nvCxnSpPr>
                <p:cNvPr id="302" name="Google Shape;302;p2"/>
                <p:cNvCxnSpPr/>
                <p:nvPr/>
              </p:nvCxnSpPr>
              <p:spPr>
                <a:xfrm flipH="1" rot="10800000">
                  <a:off x="2848" y="846"/>
                  <a:ext cx="50" cy="4"/>
                </a:xfrm>
                <a:prstGeom prst="straightConnector1">
                  <a:avLst/>
                </a:prstGeom>
                <a:noFill/>
                <a:ln cap="flat" cmpd="sng" w="28575">
                  <a:solidFill>
                    <a:schemeClr val="dk1"/>
                  </a:solidFill>
                  <a:prstDash val="solid"/>
                  <a:round/>
                  <a:headEnd len="med" w="med" type="none"/>
                  <a:tailEnd len="med" w="med" type="none"/>
                </a:ln>
              </p:spPr>
            </p:cxnSp>
            <p:cxnSp>
              <p:nvCxnSpPr>
                <p:cNvPr id="303" name="Google Shape;303;p2"/>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04" name="Google Shape;304;p2"/>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305" name="Google Shape;305;p2"/>
            <p:cNvGrpSpPr/>
            <p:nvPr/>
          </p:nvGrpSpPr>
          <p:grpSpPr>
            <a:xfrm>
              <a:off x="4380" y="1790"/>
              <a:ext cx="316" cy="147"/>
              <a:chOff x="3600" y="219"/>
              <a:chExt cx="360" cy="175"/>
            </a:xfrm>
          </p:grpSpPr>
          <p:sp>
            <p:nvSpPr>
              <p:cNvPr id="306" name="Google Shape;306;p2"/>
              <p:cNvSpPr/>
              <p:nvPr/>
            </p:nvSpPr>
            <p:spPr>
              <a:xfrm>
                <a:off x="3603" y="298"/>
                <a:ext cx="357" cy="96"/>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cxnSp>
            <p:nvCxnSpPr>
              <p:cNvPr id="307" name="Google Shape;307;p2"/>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308" name="Google Shape;308;p2"/>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309" name="Google Shape;309;p2"/>
              <p:cNvSpPr/>
              <p:nvPr/>
            </p:nvSpPr>
            <p:spPr>
              <a:xfrm>
                <a:off x="3603" y="289"/>
                <a:ext cx="352" cy="58"/>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310" name="Google Shape;310;p2"/>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nvGrpSpPr>
              <p:cNvPr id="311" name="Google Shape;311;p2"/>
              <p:cNvGrpSpPr/>
              <p:nvPr/>
            </p:nvGrpSpPr>
            <p:grpSpPr>
              <a:xfrm>
                <a:off x="3686" y="244"/>
                <a:ext cx="177" cy="65"/>
                <a:chOff x="2848" y="848"/>
                <a:chExt cx="140" cy="96"/>
              </a:xfrm>
            </p:grpSpPr>
            <p:cxnSp>
              <p:nvCxnSpPr>
                <p:cNvPr id="312" name="Google Shape;312;p2"/>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313" name="Google Shape;313;p2"/>
                <p:cNvCxnSpPr/>
                <p:nvPr/>
              </p:nvCxnSpPr>
              <p:spPr>
                <a:xfrm>
                  <a:off x="2944" y="943"/>
                  <a:ext cx="44" cy="0"/>
                </a:xfrm>
                <a:prstGeom prst="straightConnector1">
                  <a:avLst/>
                </a:prstGeom>
                <a:noFill/>
                <a:ln cap="flat" cmpd="sng" w="28575">
                  <a:solidFill>
                    <a:schemeClr val="dk1"/>
                  </a:solidFill>
                  <a:prstDash val="solid"/>
                  <a:round/>
                  <a:headEnd len="med" w="med" type="none"/>
                  <a:tailEnd len="med" w="med" type="none"/>
                </a:ln>
              </p:spPr>
            </p:cxnSp>
            <p:cxnSp>
              <p:nvCxnSpPr>
                <p:cNvPr id="314" name="Google Shape;314;p2"/>
                <p:cNvCxnSpPr/>
                <p:nvPr/>
              </p:nvCxnSpPr>
              <p:spPr>
                <a:xfrm>
                  <a:off x="2894" y="850"/>
                  <a:ext cx="52" cy="94"/>
                </a:xfrm>
                <a:prstGeom prst="straightConnector1">
                  <a:avLst/>
                </a:prstGeom>
                <a:noFill/>
                <a:ln cap="flat" cmpd="sng" w="28575">
                  <a:solidFill>
                    <a:schemeClr val="dk1"/>
                  </a:solidFill>
                  <a:prstDash val="solid"/>
                  <a:round/>
                  <a:headEnd len="med" w="med" type="none"/>
                  <a:tailEnd len="med" w="med" type="none"/>
                </a:ln>
              </p:spPr>
            </p:cxnSp>
          </p:grpSp>
          <p:grpSp>
            <p:nvGrpSpPr>
              <p:cNvPr id="315" name="Google Shape;315;p2"/>
              <p:cNvGrpSpPr/>
              <p:nvPr/>
            </p:nvGrpSpPr>
            <p:grpSpPr>
              <a:xfrm flipH="1" rot="10800000">
                <a:off x="3686" y="243"/>
                <a:ext cx="177" cy="67"/>
                <a:chOff x="2848" y="846"/>
                <a:chExt cx="140" cy="100"/>
              </a:xfrm>
            </p:grpSpPr>
            <p:cxnSp>
              <p:nvCxnSpPr>
                <p:cNvPr id="316" name="Google Shape;316;p2"/>
                <p:cNvCxnSpPr/>
                <p:nvPr/>
              </p:nvCxnSpPr>
              <p:spPr>
                <a:xfrm flipH="1" rot="10800000">
                  <a:off x="2848" y="846"/>
                  <a:ext cx="50" cy="4"/>
                </a:xfrm>
                <a:prstGeom prst="straightConnector1">
                  <a:avLst/>
                </a:prstGeom>
                <a:noFill/>
                <a:ln cap="flat" cmpd="sng" w="28575">
                  <a:solidFill>
                    <a:schemeClr val="dk1"/>
                  </a:solidFill>
                  <a:prstDash val="solid"/>
                  <a:round/>
                  <a:headEnd len="med" w="med" type="none"/>
                  <a:tailEnd len="med" w="med" type="none"/>
                </a:ln>
              </p:spPr>
            </p:cxnSp>
            <p:cxnSp>
              <p:nvCxnSpPr>
                <p:cNvPr id="317" name="Google Shape;317;p2"/>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18" name="Google Shape;318;p2"/>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319" name="Google Shape;319;p2"/>
            <p:cNvGrpSpPr/>
            <p:nvPr/>
          </p:nvGrpSpPr>
          <p:grpSpPr>
            <a:xfrm>
              <a:off x="4991" y="1507"/>
              <a:ext cx="315" cy="147"/>
              <a:chOff x="3600" y="219"/>
              <a:chExt cx="360" cy="175"/>
            </a:xfrm>
          </p:grpSpPr>
          <p:sp>
            <p:nvSpPr>
              <p:cNvPr id="320" name="Google Shape;320;p2"/>
              <p:cNvSpPr/>
              <p:nvPr/>
            </p:nvSpPr>
            <p:spPr>
              <a:xfrm>
                <a:off x="3603" y="298"/>
                <a:ext cx="357" cy="96"/>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cxnSp>
            <p:nvCxnSpPr>
              <p:cNvPr id="321" name="Google Shape;321;p2"/>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322" name="Google Shape;322;p2"/>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323" name="Google Shape;323;p2"/>
              <p:cNvSpPr/>
              <p:nvPr/>
            </p:nvSpPr>
            <p:spPr>
              <a:xfrm>
                <a:off x="3603" y="289"/>
                <a:ext cx="353" cy="58"/>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324" name="Google Shape;324;p2"/>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nvGrpSpPr>
              <p:cNvPr id="325" name="Google Shape;325;p2"/>
              <p:cNvGrpSpPr/>
              <p:nvPr/>
            </p:nvGrpSpPr>
            <p:grpSpPr>
              <a:xfrm>
                <a:off x="3686" y="244"/>
                <a:ext cx="177" cy="65"/>
                <a:chOff x="2848" y="848"/>
                <a:chExt cx="140" cy="96"/>
              </a:xfrm>
            </p:grpSpPr>
            <p:cxnSp>
              <p:nvCxnSpPr>
                <p:cNvPr id="326" name="Google Shape;326;p2"/>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327" name="Google Shape;327;p2"/>
                <p:cNvCxnSpPr/>
                <p:nvPr/>
              </p:nvCxnSpPr>
              <p:spPr>
                <a:xfrm>
                  <a:off x="2944" y="943"/>
                  <a:ext cx="44" cy="0"/>
                </a:xfrm>
                <a:prstGeom prst="straightConnector1">
                  <a:avLst/>
                </a:prstGeom>
                <a:noFill/>
                <a:ln cap="flat" cmpd="sng" w="28575">
                  <a:solidFill>
                    <a:schemeClr val="dk1"/>
                  </a:solidFill>
                  <a:prstDash val="solid"/>
                  <a:round/>
                  <a:headEnd len="med" w="med" type="none"/>
                  <a:tailEnd len="med" w="med" type="none"/>
                </a:ln>
              </p:spPr>
            </p:cxnSp>
            <p:cxnSp>
              <p:nvCxnSpPr>
                <p:cNvPr id="328" name="Google Shape;328;p2"/>
                <p:cNvCxnSpPr/>
                <p:nvPr/>
              </p:nvCxnSpPr>
              <p:spPr>
                <a:xfrm>
                  <a:off x="2894" y="850"/>
                  <a:ext cx="52" cy="94"/>
                </a:xfrm>
                <a:prstGeom prst="straightConnector1">
                  <a:avLst/>
                </a:prstGeom>
                <a:noFill/>
                <a:ln cap="flat" cmpd="sng" w="28575">
                  <a:solidFill>
                    <a:schemeClr val="dk1"/>
                  </a:solidFill>
                  <a:prstDash val="solid"/>
                  <a:round/>
                  <a:headEnd len="med" w="med" type="none"/>
                  <a:tailEnd len="med" w="med" type="none"/>
                </a:ln>
              </p:spPr>
            </p:cxnSp>
          </p:grpSp>
          <p:grpSp>
            <p:nvGrpSpPr>
              <p:cNvPr id="329" name="Google Shape;329;p2"/>
              <p:cNvGrpSpPr/>
              <p:nvPr/>
            </p:nvGrpSpPr>
            <p:grpSpPr>
              <a:xfrm flipH="1" rot="10800000">
                <a:off x="3686" y="243"/>
                <a:ext cx="177" cy="67"/>
                <a:chOff x="2848" y="846"/>
                <a:chExt cx="140" cy="100"/>
              </a:xfrm>
            </p:grpSpPr>
            <p:cxnSp>
              <p:nvCxnSpPr>
                <p:cNvPr id="330" name="Google Shape;330;p2"/>
                <p:cNvCxnSpPr/>
                <p:nvPr/>
              </p:nvCxnSpPr>
              <p:spPr>
                <a:xfrm flipH="1" rot="10800000">
                  <a:off x="2848" y="846"/>
                  <a:ext cx="50" cy="4"/>
                </a:xfrm>
                <a:prstGeom prst="straightConnector1">
                  <a:avLst/>
                </a:prstGeom>
                <a:noFill/>
                <a:ln cap="flat" cmpd="sng" w="28575">
                  <a:solidFill>
                    <a:schemeClr val="dk1"/>
                  </a:solidFill>
                  <a:prstDash val="solid"/>
                  <a:round/>
                  <a:headEnd len="med" w="med" type="none"/>
                  <a:tailEnd len="med" w="med" type="none"/>
                </a:ln>
              </p:spPr>
            </p:cxnSp>
            <p:cxnSp>
              <p:nvCxnSpPr>
                <p:cNvPr id="331" name="Google Shape;331;p2"/>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32" name="Google Shape;332;p2"/>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333" name="Google Shape;333;p2"/>
            <p:cNvGrpSpPr/>
            <p:nvPr/>
          </p:nvGrpSpPr>
          <p:grpSpPr>
            <a:xfrm>
              <a:off x="4869" y="2072"/>
              <a:ext cx="316" cy="147"/>
              <a:chOff x="3600" y="219"/>
              <a:chExt cx="360" cy="175"/>
            </a:xfrm>
          </p:grpSpPr>
          <p:sp>
            <p:nvSpPr>
              <p:cNvPr id="334" name="Google Shape;334;p2"/>
              <p:cNvSpPr/>
              <p:nvPr/>
            </p:nvSpPr>
            <p:spPr>
              <a:xfrm>
                <a:off x="3603" y="298"/>
                <a:ext cx="357" cy="96"/>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cxnSp>
            <p:nvCxnSpPr>
              <p:cNvPr id="335" name="Google Shape;335;p2"/>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336" name="Google Shape;336;p2"/>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337" name="Google Shape;337;p2"/>
              <p:cNvSpPr/>
              <p:nvPr/>
            </p:nvSpPr>
            <p:spPr>
              <a:xfrm>
                <a:off x="3603" y="289"/>
                <a:ext cx="352" cy="58"/>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338" name="Google Shape;338;p2"/>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nvGrpSpPr>
              <p:cNvPr id="339" name="Google Shape;339;p2"/>
              <p:cNvGrpSpPr/>
              <p:nvPr/>
            </p:nvGrpSpPr>
            <p:grpSpPr>
              <a:xfrm>
                <a:off x="3686" y="244"/>
                <a:ext cx="177" cy="65"/>
                <a:chOff x="2848" y="848"/>
                <a:chExt cx="140" cy="96"/>
              </a:xfrm>
            </p:grpSpPr>
            <p:cxnSp>
              <p:nvCxnSpPr>
                <p:cNvPr id="340" name="Google Shape;340;p2"/>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341" name="Google Shape;341;p2"/>
                <p:cNvCxnSpPr/>
                <p:nvPr/>
              </p:nvCxnSpPr>
              <p:spPr>
                <a:xfrm>
                  <a:off x="2944" y="943"/>
                  <a:ext cx="44" cy="0"/>
                </a:xfrm>
                <a:prstGeom prst="straightConnector1">
                  <a:avLst/>
                </a:prstGeom>
                <a:noFill/>
                <a:ln cap="flat" cmpd="sng" w="28575">
                  <a:solidFill>
                    <a:schemeClr val="dk1"/>
                  </a:solidFill>
                  <a:prstDash val="solid"/>
                  <a:round/>
                  <a:headEnd len="med" w="med" type="none"/>
                  <a:tailEnd len="med" w="med" type="none"/>
                </a:ln>
              </p:spPr>
            </p:cxnSp>
            <p:cxnSp>
              <p:nvCxnSpPr>
                <p:cNvPr id="342" name="Google Shape;342;p2"/>
                <p:cNvCxnSpPr/>
                <p:nvPr/>
              </p:nvCxnSpPr>
              <p:spPr>
                <a:xfrm>
                  <a:off x="2894" y="850"/>
                  <a:ext cx="52" cy="94"/>
                </a:xfrm>
                <a:prstGeom prst="straightConnector1">
                  <a:avLst/>
                </a:prstGeom>
                <a:noFill/>
                <a:ln cap="flat" cmpd="sng" w="28575">
                  <a:solidFill>
                    <a:schemeClr val="dk1"/>
                  </a:solidFill>
                  <a:prstDash val="solid"/>
                  <a:round/>
                  <a:headEnd len="med" w="med" type="none"/>
                  <a:tailEnd len="med" w="med" type="none"/>
                </a:ln>
              </p:spPr>
            </p:cxnSp>
          </p:grpSp>
          <p:grpSp>
            <p:nvGrpSpPr>
              <p:cNvPr id="343" name="Google Shape;343;p2"/>
              <p:cNvGrpSpPr/>
              <p:nvPr/>
            </p:nvGrpSpPr>
            <p:grpSpPr>
              <a:xfrm flipH="1" rot="10800000">
                <a:off x="3686" y="243"/>
                <a:ext cx="177" cy="67"/>
                <a:chOff x="2848" y="846"/>
                <a:chExt cx="140" cy="100"/>
              </a:xfrm>
            </p:grpSpPr>
            <p:cxnSp>
              <p:nvCxnSpPr>
                <p:cNvPr id="344" name="Google Shape;344;p2"/>
                <p:cNvCxnSpPr/>
                <p:nvPr/>
              </p:nvCxnSpPr>
              <p:spPr>
                <a:xfrm flipH="1" rot="10800000">
                  <a:off x="2848" y="846"/>
                  <a:ext cx="50" cy="4"/>
                </a:xfrm>
                <a:prstGeom prst="straightConnector1">
                  <a:avLst/>
                </a:prstGeom>
                <a:noFill/>
                <a:ln cap="flat" cmpd="sng" w="28575">
                  <a:solidFill>
                    <a:schemeClr val="dk1"/>
                  </a:solidFill>
                  <a:prstDash val="solid"/>
                  <a:round/>
                  <a:headEnd len="med" w="med" type="none"/>
                  <a:tailEnd len="med" w="med" type="none"/>
                </a:ln>
              </p:spPr>
            </p:cxnSp>
            <p:cxnSp>
              <p:nvCxnSpPr>
                <p:cNvPr id="345" name="Google Shape;345;p2"/>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46" name="Google Shape;346;p2"/>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347" name="Google Shape;347;p2"/>
            <p:cNvGrpSpPr/>
            <p:nvPr/>
          </p:nvGrpSpPr>
          <p:grpSpPr>
            <a:xfrm>
              <a:off x="4659" y="2440"/>
              <a:ext cx="316" cy="148"/>
              <a:chOff x="3600" y="219"/>
              <a:chExt cx="360" cy="175"/>
            </a:xfrm>
          </p:grpSpPr>
          <p:sp>
            <p:nvSpPr>
              <p:cNvPr id="348" name="Google Shape;348;p2"/>
              <p:cNvSpPr/>
              <p:nvPr/>
            </p:nvSpPr>
            <p:spPr>
              <a:xfrm>
                <a:off x="3603" y="297"/>
                <a:ext cx="357" cy="97"/>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cxnSp>
            <p:nvCxnSpPr>
              <p:cNvPr id="349" name="Google Shape;349;p2"/>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350" name="Google Shape;350;p2"/>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351" name="Google Shape;351;p2"/>
              <p:cNvSpPr/>
              <p:nvPr/>
            </p:nvSpPr>
            <p:spPr>
              <a:xfrm>
                <a:off x="3603" y="289"/>
                <a:ext cx="352" cy="59"/>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352" name="Google Shape;352;p2"/>
              <p:cNvSpPr/>
              <p:nvPr/>
            </p:nvSpPr>
            <p:spPr>
              <a:xfrm>
                <a:off x="3600" y="219"/>
                <a:ext cx="357" cy="114"/>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nvGrpSpPr>
              <p:cNvPr id="353" name="Google Shape;353;p2"/>
              <p:cNvGrpSpPr/>
              <p:nvPr/>
            </p:nvGrpSpPr>
            <p:grpSpPr>
              <a:xfrm>
                <a:off x="3686" y="244"/>
                <a:ext cx="177" cy="67"/>
                <a:chOff x="2848" y="848"/>
                <a:chExt cx="140" cy="100"/>
              </a:xfrm>
            </p:grpSpPr>
            <p:cxnSp>
              <p:nvCxnSpPr>
                <p:cNvPr id="354" name="Google Shape;354;p2"/>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355" name="Google Shape;355;p2"/>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56" name="Google Shape;356;p2"/>
                <p:cNvCxnSpPr/>
                <p:nvPr/>
              </p:nvCxnSpPr>
              <p:spPr>
                <a:xfrm>
                  <a:off x="2894" y="850"/>
                  <a:ext cx="52" cy="98"/>
                </a:xfrm>
                <a:prstGeom prst="straightConnector1">
                  <a:avLst/>
                </a:prstGeom>
                <a:noFill/>
                <a:ln cap="flat" cmpd="sng" w="28575">
                  <a:solidFill>
                    <a:schemeClr val="dk1"/>
                  </a:solidFill>
                  <a:prstDash val="solid"/>
                  <a:round/>
                  <a:headEnd len="med" w="med" type="none"/>
                  <a:tailEnd len="med" w="med" type="none"/>
                </a:ln>
              </p:spPr>
            </p:cxnSp>
          </p:grpSp>
          <p:grpSp>
            <p:nvGrpSpPr>
              <p:cNvPr id="357" name="Google Shape;357;p2"/>
              <p:cNvGrpSpPr/>
              <p:nvPr/>
            </p:nvGrpSpPr>
            <p:grpSpPr>
              <a:xfrm flipH="1" rot="10800000">
                <a:off x="3686" y="242"/>
                <a:ext cx="177" cy="67"/>
                <a:chOff x="2848" y="848"/>
                <a:chExt cx="140" cy="100"/>
              </a:xfrm>
            </p:grpSpPr>
            <p:cxnSp>
              <p:nvCxnSpPr>
                <p:cNvPr id="358" name="Google Shape;358;p2"/>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359" name="Google Shape;359;p2"/>
                <p:cNvCxnSpPr/>
                <p:nvPr/>
              </p:nvCxnSpPr>
              <p:spPr>
                <a:xfrm>
                  <a:off x="2944" y="948"/>
                  <a:ext cx="44" cy="0"/>
                </a:xfrm>
                <a:prstGeom prst="straightConnector1">
                  <a:avLst/>
                </a:prstGeom>
                <a:noFill/>
                <a:ln cap="flat" cmpd="sng" w="28575">
                  <a:solidFill>
                    <a:schemeClr val="dk1"/>
                  </a:solidFill>
                  <a:prstDash val="solid"/>
                  <a:round/>
                  <a:headEnd len="med" w="med" type="none"/>
                  <a:tailEnd len="med" w="med" type="none"/>
                </a:ln>
              </p:spPr>
            </p:cxnSp>
            <p:cxnSp>
              <p:nvCxnSpPr>
                <p:cNvPr id="360" name="Google Shape;360;p2"/>
                <p:cNvCxnSpPr/>
                <p:nvPr/>
              </p:nvCxnSpPr>
              <p:spPr>
                <a:xfrm>
                  <a:off x="2894" y="850"/>
                  <a:ext cx="52" cy="98"/>
                </a:xfrm>
                <a:prstGeom prst="straightConnector1">
                  <a:avLst/>
                </a:prstGeom>
                <a:noFill/>
                <a:ln cap="flat" cmpd="sng" w="28575">
                  <a:solidFill>
                    <a:schemeClr val="dk1"/>
                  </a:solidFill>
                  <a:prstDash val="solid"/>
                  <a:round/>
                  <a:headEnd len="med" w="med" type="none"/>
                  <a:tailEnd len="med" w="med" type="none"/>
                </a:ln>
              </p:spPr>
            </p:cxnSp>
          </p:grpSp>
        </p:grpSp>
        <p:grpSp>
          <p:nvGrpSpPr>
            <p:cNvPr id="361" name="Google Shape;361;p2"/>
            <p:cNvGrpSpPr/>
            <p:nvPr/>
          </p:nvGrpSpPr>
          <p:grpSpPr>
            <a:xfrm>
              <a:off x="4275" y="2748"/>
              <a:ext cx="315" cy="147"/>
              <a:chOff x="3600" y="219"/>
              <a:chExt cx="360" cy="175"/>
            </a:xfrm>
          </p:grpSpPr>
          <p:sp>
            <p:nvSpPr>
              <p:cNvPr id="362" name="Google Shape;362;p2"/>
              <p:cNvSpPr/>
              <p:nvPr/>
            </p:nvSpPr>
            <p:spPr>
              <a:xfrm>
                <a:off x="3603" y="298"/>
                <a:ext cx="357" cy="96"/>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cxnSp>
            <p:nvCxnSpPr>
              <p:cNvPr id="363" name="Google Shape;363;p2"/>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364" name="Google Shape;364;p2"/>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365" name="Google Shape;365;p2"/>
              <p:cNvSpPr/>
              <p:nvPr/>
            </p:nvSpPr>
            <p:spPr>
              <a:xfrm>
                <a:off x="3603" y="289"/>
                <a:ext cx="353" cy="58"/>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366" name="Google Shape;366;p2"/>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nvGrpSpPr>
              <p:cNvPr id="367" name="Google Shape;367;p2"/>
              <p:cNvGrpSpPr/>
              <p:nvPr/>
            </p:nvGrpSpPr>
            <p:grpSpPr>
              <a:xfrm>
                <a:off x="3686" y="244"/>
                <a:ext cx="177" cy="65"/>
                <a:chOff x="2848" y="848"/>
                <a:chExt cx="140" cy="96"/>
              </a:xfrm>
            </p:grpSpPr>
            <p:cxnSp>
              <p:nvCxnSpPr>
                <p:cNvPr id="368" name="Google Shape;368;p2"/>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369" name="Google Shape;369;p2"/>
                <p:cNvCxnSpPr/>
                <p:nvPr/>
              </p:nvCxnSpPr>
              <p:spPr>
                <a:xfrm>
                  <a:off x="2944" y="943"/>
                  <a:ext cx="44" cy="0"/>
                </a:xfrm>
                <a:prstGeom prst="straightConnector1">
                  <a:avLst/>
                </a:prstGeom>
                <a:noFill/>
                <a:ln cap="flat" cmpd="sng" w="28575">
                  <a:solidFill>
                    <a:schemeClr val="dk1"/>
                  </a:solidFill>
                  <a:prstDash val="solid"/>
                  <a:round/>
                  <a:headEnd len="med" w="med" type="none"/>
                  <a:tailEnd len="med" w="med" type="none"/>
                </a:ln>
              </p:spPr>
            </p:cxnSp>
            <p:cxnSp>
              <p:nvCxnSpPr>
                <p:cNvPr id="370" name="Google Shape;370;p2"/>
                <p:cNvCxnSpPr/>
                <p:nvPr/>
              </p:nvCxnSpPr>
              <p:spPr>
                <a:xfrm>
                  <a:off x="2894" y="850"/>
                  <a:ext cx="52" cy="94"/>
                </a:xfrm>
                <a:prstGeom prst="straightConnector1">
                  <a:avLst/>
                </a:prstGeom>
                <a:noFill/>
                <a:ln cap="flat" cmpd="sng" w="28575">
                  <a:solidFill>
                    <a:schemeClr val="dk1"/>
                  </a:solidFill>
                  <a:prstDash val="solid"/>
                  <a:round/>
                  <a:headEnd len="med" w="med" type="none"/>
                  <a:tailEnd len="med" w="med" type="none"/>
                </a:ln>
              </p:spPr>
            </p:cxnSp>
          </p:grpSp>
          <p:grpSp>
            <p:nvGrpSpPr>
              <p:cNvPr id="371" name="Google Shape;371;p2"/>
              <p:cNvGrpSpPr/>
              <p:nvPr/>
            </p:nvGrpSpPr>
            <p:grpSpPr>
              <a:xfrm flipH="1" rot="10800000">
                <a:off x="3686" y="243"/>
                <a:ext cx="177" cy="67"/>
                <a:chOff x="2848" y="846"/>
                <a:chExt cx="140" cy="100"/>
              </a:xfrm>
            </p:grpSpPr>
            <p:cxnSp>
              <p:nvCxnSpPr>
                <p:cNvPr id="372" name="Google Shape;372;p2"/>
                <p:cNvCxnSpPr/>
                <p:nvPr/>
              </p:nvCxnSpPr>
              <p:spPr>
                <a:xfrm flipH="1" rot="10800000">
                  <a:off x="2848" y="846"/>
                  <a:ext cx="50" cy="4"/>
                </a:xfrm>
                <a:prstGeom prst="straightConnector1">
                  <a:avLst/>
                </a:prstGeom>
                <a:noFill/>
                <a:ln cap="flat" cmpd="sng" w="28575">
                  <a:solidFill>
                    <a:schemeClr val="dk1"/>
                  </a:solidFill>
                  <a:prstDash val="solid"/>
                  <a:round/>
                  <a:headEnd len="med" w="med" type="none"/>
                  <a:tailEnd len="med" w="med" type="none"/>
                </a:ln>
              </p:spPr>
            </p:cxnSp>
            <p:cxnSp>
              <p:nvCxnSpPr>
                <p:cNvPr id="373" name="Google Shape;373;p2"/>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74" name="Google Shape;374;p2"/>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grpSp>
          <p:nvGrpSpPr>
            <p:cNvPr id="375" name="Google Shape;375;p2"/>
            <p:cNvGrpSpPr/>
            <p:nvPr/>
          </p:nvGrpSpPr>
          <p:grpSpPr>
            <a:xfrm>
              <a:off x="3769" y="2511"/>
              <a:ext cx="316" cy="147"/>
              <a:chOff x="3600" y="219"/>
              <a:chExt cx="360" cy="175"/>
            </a:xfrm>
          </p:grpSpPr>
          <p:sp>
            <p:nvSpPr>
              <p:cNvPr id="376" name="Google Shape;376;p2"/>
              <p:cNvSpPr/>
              <p:nvPr/>
            </p:nvSpPr>
            <p:spPr>
              <a:xfrm>
                <a:off x="3603" y="298"/>
                <a:ext cx="357" cy="96"/>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cxnSp>
            <p:nvCxnSpPr>
              <p:cNvPr id="377" name="Google Shape;377;p2"/>
              <p:cNvCxnSpPr/>
              <p:nvPr/>
            </p:nvCxnSpPr>
            <p:spPr>
              <a:xfrm>
                <a:off x="3603" y="289"/>
                <a:ext cx="0" cy="60"/>
              </a:xfrm>
              <a:prstGeom prst="straightConnector1">
                <a:avLst/>
              </a:prstGeom>
              <a:noFill/>
              <a:ln cap="flat" cmpd="sng" w="12700">
                <a:solidFill>
                  <a:schemeClr val="dk1"/>
                </a:solidFill>
                <a:prstDash val="solid"/>
                <a:round/>
                <a:headEnd len="med" w="med" type="none"/>
                <a:tailEnd len="med" w="med" type="none"/>
              </a:ln>
            </p:spPr>
          </p:cxnSp>
          <p:cxnSp>
            <p:nvCxnSpPr>
              <p:cNvPr id="378" name="Google Shape;378;p2"/>
              <p:cNvCxnSpPr/>
              <p:nvPr/>
            </p:nvCxnSpPr>
            <p:spPr>
              <a:xfrm>
                <a:off x="3960" y="289"/>
                <a:ext cx="0" cy="60"/>
              </a:xfrm>
              <a:prstGeom prst="straightConnector1">
                <a:avLst/>
              </a:prstGeom>
              <a:noFill/>
              <a:ln cap="flat" cmpd="sng" w="12700">
                <a:solidFill>
                  <a:schemeClr val="dk1"/>
                </a:solidFill>
                <a:prstDash val="solid"/>
                <a:round/>
                <a:headEnd len="med" w="med" type="none"/>
                <a:tailEnd len="med" w="med" type="none"/>
              </a:ln>
            </p:spPr>
          </p:cxnSp>
          <p:sp>
            <p:nvSpPr>
              <p:cNvPr id="379" name="Google Shape;379;p2"/>
              <p:cNvSpPr/>
              <p:nvPr/>
            </p:nvSpPr>
            <p:spPr>
              <a:xfrm>
                <a:off x="3603" y="289"/>
                <a:ext cx="352" cy="58"/>
              </a:xfrm>
              <a:prstGeom prst="rect">
                <a:avLst/>
              </a:prstGeom>
              <a:solidFill>
                <a:schemeClr va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380" name="Google Shape;380;p2"/>
              <p:cNvSpPr/>
              <p:nvPr/>
            </p:nvSpPr>
            <p:spPr>
              <a:xfrm>
                <a:off x="3600" y="219"/>
                <a:ext cx="357" cy="113"/>
              </a:xfrm>
              <a:prstGeom prst="ellipse">
                <a:avLst/>
              </a:prstGeom>
              <a:solidFill>
                <a:schemeClr val="hlink"/>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grpSp>
            <p:nvGrpSpPr>
              <p:cNvPr id="381" name="Google Shape;381;p2"/>
              <p:cNvGrpSpPr/>
              <p:nvPr/>
            </p:nvGrpSpPr>
            <p:grpSpPr>
              <a:xfrm>
                <a:off x="3686" y="244"/>
                <a:ext cx="177" cy="65"/>
                <a:chOff x="2848" y="848"/>
                <a:chExt cx="140" cy="96"/>
              </a:xfrm>
            </p:grpSpPr>
            <p:cxnSp>
              <p:nvCxnSpPr>
                <p:cNvPr id="382" name="Google Shape;382;p2"/>
                <p:cNvCxnSpPr/>
                <p:nvPr/>
              </p:nvCxnSpPr>
              <p:spPr>
                <a:xfrm flipH="1" rot="10800000">
                  <a:off x="2848" y="848"/>
                  <a:ext cx="50" cy="2"/>
                </a:xfrm>
                <a:prstGeom prst="straightConnector1">
                  <a:avLst/>
                </a:prstGeom>
                <a:noFill/>
                <a:ln cap="flat" cmpd="sng" w="28575">
                  <a:solidFill>
                    <a:schemeClr val="dk1"/>
                  </a:solidFill>
                  <a:prstDash val="solid"/>
                  <a:round/>
                  <a:headEnd len="med" w="med" type="none"/>
                  <a:tailEnd len="med" w="med" type="none"/>
                </a:ln>
              </p:spPr>
            </p:cxnSp>
            <p:cxnSp>
              <p:nvCxnSpPr>
                <p:cNvPr id="383" name="Google Shape;383;p2"/>
                <p:cNvCxnSpPr/>
                <p:nvPr/>
              </p:nvCxnSpPr>
              <p:spPr>
                <a:xfrm>
                  <a:off x="2944" y="943"/>
                  <a:ext cx="44" cy="0"/>
                </a:xfrm>
                <a:prstGeom prst="straightConnector1">
                  <a:avLst/>
                </a:prstGeom>
                <a:noFill/>
                <a:ln cap="flat" cmpd="sng" w="28575">
                  <a:solidFill>
                    <a:schemeClr val="dk1"/>
                  </a:solidFill>
                  <a:prstDash val="solid"/>
                  <a:round/>
                  <a:headEnd len="med" w="med" type="none"/>
                  <a:tailEnd len="med" w="med" type="none"/>
                </a:ln>
              </p:spPr>
            </p:cxnSp>
            <p:cxnSp>
              <p:nvCxnSpPr>
                <p:cNvPr id="384" name="Google Shape;384;p2"/>
                <p:cNvCxnSpPr/>
                <p:nvPr/>
              </p:nvCxnSpPr>
              <p:spPr>
                <a:xfrm>
                  <a:off x="2894" y="850"/>
                  <a:ext cx="52" cy="94"/>
                </a:xfrm>
                <a:prstGeom prst="straightConnector1">
                  <a:avLst/>
                </a:prstGeom>
                <a:noFill/>
                <a:ln cap="flat" cmpd="sng" w="28575">
                  <a:solidFill>
                    <a:schemeClr val="dk1"/>
                  </a:solidFill>
                  <a:prstDash val="solid"/>
                  <a:round/>
                  <a:headEnd len="med" w="med" type="none"/>
                  <a:tailEnd len="med" w="med" type="none"/>
                </a:ln>
              </p:spPr>
            </p:cxnSp>
          </p:grpSp>
          <p:grpSp>
            <p:nvGrpSpPr>
              <p:cNvPr id="385" name="Google Shape;385;p2"/>
              <p:cNvGrpSpPr/>
              <p:nvPr/>
            </p:nvGrpSpPr>
            <p:grpSpPr>
              <a:xfrm flipH="1" rot="10800000">
                <a:off x="3686" y="243"/>
                <a:ext cx="177" cy="67"/>
                <a:chOff x="2848" y="846"/>
                <a:chExt cx="140" cy="100"/>
              </a:xfrm>
            </p:grpSpPr>
            <p:cxnSp>
              <p:nvCxnSpPr>
                <p:cNvPr id="386" name="Google Shape;386;p2"/>
                <p:cNvCxnSpPr/>
                <p:nvPr/>
              </p:nvCxnSpPr>
              <p:spPr>
                <a:xfrm flipH="1" rot="10800000">
                  <a:off x="2848" y="846"/>
                  <a:ext cx="50" cy="4"/>
                </a:xfrm>
                <a:prstGeom prst="straightConnector1">
                  <a:avLst/>
                </a:prstGeom>
                <a:noFill/>
                <a:ln cap="flat" cmpd="sng" w="28575">
                  <a:solidFill>
                    <a:schemeClr val="dk1"/>
                  </a:solidFill>
                  <a:prstDash val="solid"/>
                  <a:round/>
                  <a:headEnd len="med" w="med" type="none"/>
                  <a:tailEnd len="med" w="med" type="none"/>
                </a:ln>
              </p:spPr>
            </p:cxnSp>
            <p:cxnSp>
              <p:nvCxnSpPr>
                <p:cNvPr id="387" name="Google Shape;387;p2"/>
                <p:cNvCxnSpPr/>
                <p:nvPr/>
              </p:nvCxnSpPr>
              <p:spPr>
                <a:xfrm>
                  <a:off x="2944" y="946"/>
                  <a:ext cx="44" cy="0"/>
                </a:xfrm>
                <a:prstGeom prst="straightConnector1">
                  <a:avLst/>
                </a:prstGeom>
                <a:noFill/>
                <a:ln cap="flat" cmpd="sng" w="28575">
                  <a:solidFill>
                    <a:schemeClr val="dk1"/>
                  </a:solidFill>
                  <a:prstDash val="solid"/>
                  <a:round/>
                  <a:headEnd len="med" w="med" type="none"/>
                  <a:tailEnd len="med" w="med" type="none"/>
                </a:ln>
              </p:spPr>
            </p:cxnSp>
            <p:cxnSp>
              <p:nvCxnSpPr>
                <p:cNvPr id="388" name="Google Shape;388;p2"/>
                <p:cNvCxnSpPr/>
                <p:nvPr/>
              </p:nvCxnSpPr>
              <p:spPr>
                <a:xfrm>
                  <a:off x="2894" y="849"/>
                  <a:ext cx="52" cy="97"/>
                </a:xfrm>
                <a:prstGeom prst="straightConnector1">
                  <a:avLst/>
                </a:prstGeom>
                <a:noFill/>
                <a:ln cap="flat" cmpd="sng" w="28575">
                  <a:solidFill>
                    <a:schemeClr val="dk1"/>
                  </a:solidFill>
                  <a:prstDash val="solid"/>
                  <a:round/>
                  <a:headEnd len="med" w="med" type="none"/>
                  <a:tailEnd len="med" w="med" type="none"/>
                </a:ln>
              </p:spPr>
            </p:cxnSp>
          </p:grpSp>
        </p:grpSp>
        <p:cxnSp>
          <p:nvCxnSpPr>
            <p:cNvPr id="389" name="Google Shape;389;p2"/>
            <p:cNvCxnSpPr/>
            <p:nvPr/>
          </p:nvCxnSpPr>
          <p:spPr>
            <a:xfrm flipH="1" rot="10800000">
              <a:off x="3930" y="2645"/>
              <a:ext cx="1" cy="157"/>
            </a:xfrm>
            <a:prstGeom prst="straightConnector1">
              <a:avLst/>
            </a:prstGeom>
            <a:noFill/>
            <a:ln cap="flat" cmpd="sng" w="12700">
              <a:solidFill>
                <a:schemeClr val="dk1"/>
              </a:solidFill>
              <a:prstDash val="solid"/>
              <a:round/>
              <a:headEnd len="med" w="med" type="none"/>
              <a:tailEnd len="med" w="med" type="none"/>
            </a:ln>
          </p:spPr>
        </p:cxnSp>
      </p:grpSp>
      <p:grpSp>
        <p:nvGrpSpPr>
          <p:cNvPr id="390" name="Google Shape;390;p2"/>
          <p:cNvGrpSpPr/>
          <p:nvPr/>
        </p:nvGrpSpPr>
        <p:grpSpPr>
          <a:xfrm>
            <a:off x="6264276" y="1500188"/>
            <a:ext cx="3738563" cy="3725862"/>
            <a:chOff x="2986" y="945"/>
            <a:chExt cx="2355" cy="2347"/>
          </a:xfrm>
        </p:grpSpPr>
        <p:grpSp>
          <p:nvGrpSpPr>
            <p:cNvPr id="391" name="Google Shape;391;p2"/>
            <p:cNvGrpSpPr/>
            <p:nvPr/>
          </p:nvGrpSpPr>
          <p:grpSpPr>
            <a:xfrm>
              <a:off x="2986" y="945"/>
              <a:ext cx="513" cy="541"/>
              <a:chOff x="2938" y="2925"/>
              <a:chExt cx="513" cy="541"/>
            </a:xfrm>
          </p:grpSpPr>
          <p:sp>
            <p:nvSpPr>
              <p:cNvPr id="392" name="Google Shape;392;p2"/>
              <p:cNvSpPr/>
              <p:nvPr/>
            </p:nvSpPr>
            <p:spPr>
              <a:xfrm>
                <a:off x="3000" y="2925"/>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393" name="Google Shape;393;p2"/>
              <p:cNvSpPr/>
              <p:nvPr/>
            </p:nvSpPr>
            <p:spPr>
              <a:xfrm>
                <a:off x="2979" y="2940"/>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394" name="Google Shape;394;p2"/>
              <p:cNvSpPr/>
              <p:nvPr/>
            </p:nvSpPr>
            <p:spPr>
              <a:xfrm>
                <a:off x="2982" y="2943"/>
                <a:ext cx="426" cy="12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395" name="Google Shape;395;p2"/>
              <p:cNvSpPr txBox="1"/>
              <p:nvPr/>
            </p:nvSpPr>
            <p:spPr>
              <a:xfrm>
                <a:off x="2938" y="2928"/>
                <a:ext cx="513" cy="5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1000"/>
                  <a:buFont typeface="Comic Sans MS"/>
                  <a:buNone/>
                </a:pPr>
                <a:r>
                  <a:rPr b="0" lang="en-US" sz="1000" u="none">
                    <a:solidFill>
                      <a:schemeClr val="lt1"/>
                    </a:solidFill>
                    <a:latin typeface="Comic Sans MS"/>
                    <a:ea typeface="Comic Sans MS"/>
                    <a:cs typeface="Comic Sans MS"/>
                    <a:sym typeface="Comic Sans MS"/>
                  </a:rPr>
                  <a:t>application</a:t>
                </a:r>
                <a:endParaRPr b="0" sz="1000" u="none">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000"/>
                  <a:buFont typeface="Comic Sans MS"/>
                  <a:buNone/>
                </a:pPr>
                <a:r>
                  <a:rPr b="0" lang="en-US" sz="1000" u="none">
                    <a:solidFill>
                      <a:schemeClr val="dk1"/>
                    </a:solidFill>
                    <a:latin typeface="Comic Sans MS"/>
                    <a:ea typeface="Comic Sans MS"/>
                    <a:cs typeface="Comic Sans MS"/>
                    <a:sym typeface="Comic Sans MS"/>
                  </a:rPr>
                  <a:t>transport</a:t>
                </a:r>
                <a:endParaRPr/>
              </a:p>
              <a:p>
                <a:pPr indent="0" lvl="0" marL="0" marR="0" rtl="0" algn="ctr">
                  <a:spcBef>
                    <a:spcPts val="0"/>
                  </a:spcBef>
                  <a:spcAft>
                    <a:spcPts val="0"/>
                  </a:spcAft>
                  <a:buClr>
                    <a:schemeClr val="dk1"/>
                  </a:buClr>
                  <a:buSzPts val="1000"/>
                  <a:buFont typeface="Comic Sans MS"/>
                  <a:buNone/>
                </a:pPr>
                <a:r>
                  <a:rPr b="0" lang="en-US" sz="1000" u="none">
                    <a:solidFill>
                      <a:schemeClr val="dk1"/>
                    </a:solidFill>
                    <a:latin typeface="Comic Sans MS"/>
                    <a:ea typeface="Comic Sans MS"/>
                    <a:cs typeface="Comic Sans MS"/>
                    <a:sym typeface="Comic Sans MS"/>
                  </a:rPr>
                  <a:t>network</a:t>
                </a:r>
                <a:endParaRPr/>
              </a:p>
              <a:p>
                <a:pPr indent="0" lvl="0" marL="0" marR="0" rtl="0" algn="ctr">
                  <a:spcBef>
                    <a:spcPts val="0"/>
                  </a:spcBef>
                  <a:spcAft>
                    <a:spcPts val="0"/>
                  </a:spcAft>
                  <a:buClr>
                    <a:schemeClr val="dk1"/>
                  </a:buClr>
                  <a:buSzPts val="1000"/>
                  <a:buFont typeface="Comic Sans MS"/>
                  <a:buNone/>
                </a:pPr>
                <a:r>
                  <a:rPr b="0" lang="en-US" sz="1000" u="none">
                    <a:solidFill>
                      <a:schemeClr val="dk1"/>
                    </a:solidFill>
                    <a:latin typeface="Comic Sans MS"/>
                    <a:ea typeface="Comic Sans MS"/>
                    <a:cs typeface="Comic Sans MS"/>
                    <a:sym typeface="Comic Sans MS"/>
                  </a:rPr>
                  <a:t>data link</a:t>
                </a:r>
                <a:endParaRPr/>
              </a:p>
              <a:p>
                <a:pPr indent="0" lvl="0" marL="0" marR="0" rtl="0" algn="ctr">
                  <a:spcBef>
                    <a:spcPts val="0"/>
                  </a:spcBef>
                  <a:spcAft>
                    <a:spcPts val="0"/>
                  </a:spcAft>
                  <a:buClr>
                    <a:schemeClr val="dk1"/>
                  </a:buClr>
                  <a:buSzPts val="1000"/>
                  <a:buFont typeface="Comic Sans MS"/>
                  <a:buNone/>
                </a:pPr>
                <a:r>
                  <a:rPr b="0" lang="en-US" sz="1000" u="none">
                    <a:solidFill>
                      <a:schemeClr val="dk1"/>
                    </a:solidFill>
                    <a:latin typeface="Comic Sans MS"/>
                    <a:ea typeface="Comic Sans MS"/>
                    <a:cs typeface="Comic Sans MS"/>
                    <a:sym typeface="Comic Sans MS"/>
                  </a:rPr>
                  <a:t>physical</a:t>
                </a:r>
                <a:endParaRPr b="0" sz="2400" u="none">
                  <a:solidFill>
                    <a:schemeClr val="dk1"/>
                  </a:solidFill>
                  <a:latin typeface="Times New Roman"/>
                  <a:ea typeface="Times New Roman"/>
                  <a:cs typeface="Times New Roman"/>
                  <a:sym typeface="Times New Roman"/>
                </a:endParaRPr>
              </a:p>
            </p:txBody>
          </p:sp>
          <p:cxnSp>
            <p:nvCxnSpPr>
              <p:cNvPr id="396" name="Google Shape;396;p2"/>
              <p:cNvCxnSpPr/>
              <p:nvPr/>
            </p:nvCxnSpPr>
            <p:spPr>
              <a:xfrm>
                <a:off x="2979" y="3156"/>
                <a:ext cx="435" cy="3"/>
              </a:xfrm>
              <a:prstGeom prst="straightConnector1">
                <a:avLst/>
              </a:prstGeom>
              <a:noFill/>
              <a:ln cap="flat" cmpd="sng" w="12700">
                <a:solidFill>
                  <a:schemeClr val="dk1"/>
                </a:solidFill>
                <a:prstDash val="solid"/>
                <a:round/>
                <a:headEnd len="med" w="med" type="none"/>
                <a:tailEnd len="med" w="med" type="none"/>
              </a:ln>
            </p:spPr>
          </p:cxnSp>
          <p:cxnSp>
            <p:nvCxnSpPr>
              <p:cNvPr id="397" name="Google Shape;397;p2"/>
              <p:cNvCxnSpPr/>
              <p:nvPr/>
            </p:nvCxnSpPr>
            <p:spPr>
              <a:xfrm>
                <a:off x="2985" y="3243"/>
                <a:ext cx="435" cy="3"/>
              </a:xfrm>
              <a:prstGeom prst="straightConnector1">
                <a:avLst/>
              </a:prstGeom>
              <a:noFill/>
              <a:ln cap="flat" cmpd="sng" w="12700">
                <a:solidFill>
                  <a:schemeClr val="dk1"/>
                </a:solidFill>
                <a:prstDash val="solid"/>
                <a:round/>
                <a:headEnd len="med" w="med" type="none"/>
                <a:tailEnd len="med" w="med" type="none"/>
              </a:ln>
            </p:spPr>
          </p:cxnSp>
          <p:cxnSp>
            <p:nvCxnSpPr>
              <p:cNvPr id="398" name="Google Shape;398;p2"/>
              <p:cNvCxnSpPr/>
              <p:nvPr/>
            </p:nvCxnSpPr>
            <p:spPr>
              <a:xfrm>
                <a:off x="2985" y="3330"/>
                <a:ext cx="435" cy="3"/>
              </a:xfrm>
              <a:prstGeom prst="straightConnector1">
                <a:avLst/>
              </a:prstGeom>
              <a:noFill/>
              <a:ln cap="flat" cmpd="sng" w="12700">
                <a:solidFill>
                  <a:schemeClr val="dk1"/>
                </a:solidFill>
                <a:prstDash val="solid"/>
                <a:round/>
                <a:headEnd len="med" w="med" type="none"/>
                <a:tailEnd len="med" w="med" type="none"/>
              </a:ln>
            </p:spPr>
          </p:cxnSp>
        </p:grpSp>
        <p:grpSp>
          <p:nvGrpSpPr>
            <p:cNvPr id="399" name="Google Shape;399;p2"/>
            <p:cNvGrpSpPr/>
            <p:nvPr/>
          </p:nvGrpSpPr>
          <p:grpSpPr>
            <a:xfrm>
              <a:off x="4828" y="2751"/>
              <a:ext cx="513" cy="541"/>
              <a:chOff x="2938" y="2925"/>
              <a:chExt cx="513" cy="541"/>
            </a:xfrm>
          </p:grpSpPr>
          <p:sp>
            <p:nvSpPr>
              <p:cNvPr id="400" name="Google Shape;400;p2"/>
              <p:cNvSpPr/>
              <p:nvPr/>
            </p:nvSpPr>
            <p:spPr>
              <a:xfrm>
                <a:off x="3000" y="2925"/>
                <a:ext cx="426" cy="48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401" name="Google Shape;401;p2"/>
              <p:cNvSpPr/>
              <p:nvPr/>
            </p:nvSpPr>
            <p:spPr>
              <a:xfrm>
                <a:off x="2979" y="2940"/>
                <a:ext cx="435" cy="504"/>
              </a:xfrm>
              <a:prstGeom prst="rect">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402" name="Google Shape;402;p2"/>
              <p:cNvSpPr/>
              <p:nvPr/>
            </p:nvSpPr>
            <p:spPr>
              <a:xfrm>
                <a:off x="2982" y="2943"/>
                <a:ext cx="426" cy="126"/>
              </a:xfrm>
              <a:prstGeom prst="rect">
                <a:avLst/>
              </a:prstGeom>
              <a:solidFill>
                <a:srgbClr val="FF0000"/>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403" name="Google Shape;403;p2"/>
              <p:cNvSpPr txBox="1"/>
              <p:nvPr/>
            </p:nvSpPr>
            <p:spPr>
              <a:xfrm>
                <a:off x="2938" y="2928"/>
                <a:ext cx="513" cy="53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chemeClr val="lt1"/>
                  </a:buClr>
                  <a:buSzPts val="1000"/>
                  <a:buFont typeface="Comic Sans MS"/>
                  <a:buNone/>
                </a:pPr>
                <a:r>
                  <a:rPr b="0" lang="en-US" sz="1000" u="none">
                    <a:solidFill>
                      <a:schemeClr val="lt1"/>
                    </a:solidFill>
                    <a:latin typeface="Comic Sans MS"/>
                    <a:ea typeface="Comic Sans MS"/>
                    <a:cs typeface="Comic Sans MS"/>
                    <a:sym typeface="Comic Sans MS"/>
                  </a:rPr>
                  <a:t>application</a:t>
                </a:r>
                <a:endParaRPr b="0" sz="1000" u="none">
                  <a:solidFill>
                    <a:schemeClr val="dk1"/>
                  </a:solidFill>
                  <a:latin typeface="Comic Sans MS"/>
                  <a:ea typeface="Comic Sans MS"/>
                  <a:cs typeface="Comic Sans MS"/>
                  <a:sym typeface="Comic Sans MS"/>
                </a:endParaRPr>
              </a:p>
              <a:p>
                <a:pPr indent="0" lvl="0" marL="0" marR="0" rtl="0" algn="ctr">
                  <a:spcBef>
                    <a:spcPts val="0"/>
                  </a:spcBef>
                  <a:spcAft>
                    <a:spcPts val="0"/>
                  </a:spcAft>
                  <a:buClr>
                    <a:schemeClr val="dk1"/>
                  </a:buClr>
                  <a:buSzPts val="1000"/>
                  <a:buFont typeface="Comic Sans MS"/>
                  <a:buNone/>
                </a:pPr>
                <a:r>
                  <a:rPr b="0" lang="en-US" sz="1000" u="none">
                    <a:solidFill>
                      <a:schemeClr val="dk1"/>
                    </a:solidFill>
                    <a:latin typeface="Comic Sans MS"/>
                    <a:ea typeface="Comic Sans MS"/>
                    <a:cs typeface="Comic Sans MS"/>
                    <a:sym typeface="Comic Sans MS"/>
                  </a:rPr>
                  <a:t>transport</a:t>
                </a:r>
                <a:endParaRPr/>
              </a:p>
              <a:p>
                <a:pPr indent="0" lvl="0" marL="0" marR="0" rtl="0" algn="ctr">
                  <a:spcBef>
                    <a:spcPts val="0"/>
                  </a:spcBef>
                  <a:spcAft>
                    <a:spcPts val="0"/>
                  </a:spcAft>
                  <a:buClr>
                    <a:schemeClr val="dk1"/>
                  </a:buClr>
                  <a:buSzPts val="1000"/>
                  <a:buFont typeface="Comic Sans MS"/>
                  <a:buNone/>
                </a:pPr>
                <a:r>
                  <a:rPr b="0" lang="en-US" sz="1000" u="none">
                    <a:solidFill>
                      <a:schemeClr val="dk1"/>
                    </a:solidFill>
                    <a:latin typeface="Comic Sans MS"/>
                    <a:ea typeface="Comic Sans MS"/>
                    <a:cs typeface="Comic Sans MS"/>
                    <a:sym typeface="Comic Sans MS"/>
                  </a:rPr>
                  <a:t>network</a:t>
                </a:r>
                <a:endParaRPr/>
              </a:p>
              <a:p>
                <a:pPr indent="0" lvl="0" marL="0" marR="0" rtl="0" algn="ctr">
                  <a:spcBef>
                    <a:spcPts val="0"/>
                  </a:spcBef>
                  <a:spcAft>
                    <a:spcPts val="0"/>
                  </a:spcAft>
                  <a:buClr>
                    <a:schemeClr val="dk1"/>
                  </a:buClr>
                  <a:buSzPts val="1000"/>
                  <a:buFont typeface="Comic Sans MS"/>
                  <a:buNone/>
                </a:pPr>
                <a:r>
                  <a:rPr b="0" lang="en-US" sz="1000" u="none">
                    <a:solidFill>
                      <a:schemeClr val="dk1"/>
                    </a:solidFill>
                    <a:latin typeface="Comic Sans MS"/>
                    <a:ea typeface="Comic Sans MS"/>
                    <a:cs typeface="Comic Sans MS"/>
                    <a:sym typeface="Comic Sans MS"/>
                  </a:rPr>
                  <a:t>data link</a:t>
                </a:r>
                <a:endParaRPr/>
              </a:p>
              <a:p>
                <a:pPr indent="0" lvl="0" marL="0" marR="0" rtl="0" algn="ctr">
                  <a:spcBef>
                    <a:spcPts val="0"/>
                  </a:spcBef>
                  <a:spcAft>
                    <a:spcPts val="0"/>
                  </a:spcAft>
                  <a:buClr>
                    <a:schemeClr val="dk1"/>
                  </a:buClr>
                  <a:buSzPts val="1000"/>
                  <a:buFont typeface="Comic Sans MS"/>
                  <a:buNone/>
                </a:pPr>
                <a:r>
                  <a:rPr b="0" lang="en-US" sz="1000" u="none">
                    <a:solidFill>
                      <a:schemeClr val="dk1"/>
                    </a:solidFill>
                    <a:latin typeface="Comic Sans MS"/>
                    <a:ea typeface="Comic Sans MS"/>
                    <a:cs typeface="Comic Sans MS"/>
                    <a:sym typeface="Comic Sans MS"/>
                  </a:rPr>
                  <a:t>physical</a:t>
                </a:r>
                <a:endParaRPr b="0" sz="2400" u="none">
                  <a:solidFill>
                    <a:schemeClr val="dk1"/>
                  </a:solidFill>
                  <a:latin typeface="Times New Roman"/>
                  <a:ea typeface="Times New Roman"/>
                  <a:cs typeface="Times New Roman"/>
                  <a:sym typeface="Times New Roman"/>
                </a:endParaRPr>
              </a:p>
            </p:txBody>
          </p:sp>
          <p:cxnSp>
            <p:nvCxnSpPr>
              <p:cNvPr id="404" name="Google Shape;404;p2"/>
              <p:cNvCxnSpPr/>
              <p:nvPr/>
            </p:nvCxnSpPr>
            <p:spPr>
              <a:xfrm>
                <a:off x="2979" y="3156"/>
                <a:ext cx="435" cy="3"/>
              </a:xfrm>
              <a:prstGeom prst="straightConnector1">
                <a:avLst/>
              </a:prstGeom>
              <a:noFill/>
              <a:ln cap="flat" cmpd="sng" w="12700">
                <a:solidFill>
                  <a:schemeClr val="dk1"/>
                </a:solidFill>
                <a:prstDash val="solid"/>
                <a:round/>
                <a:headEnd len="med" w="med" type="none"/>
                <a:tailEnd len="med" w="med" type="none"/>
              </a:ln>
            </p:spPr>
          </p:cxnSp>
          <p:cxnSp>
            <p:nvCxnSpPr>
              <p:cNvPr id="405" name="Google Shape;405;p2"/>
              <p:cNvCxnSpPr/>
              <p:nvPr/>
            </p:nvCxnSpPr>
            <p:spPr>
              <a:xfrm>
                <a:off x="2985" y="3243"/>
                <a:ext cx="435" cy="3"/>
              </a:xfrm>
              <a:prstGeom prst="straightConnector1">
                <a:avLst/>
              </a:prstGeom>
              <a:noFill/>
              <a:ln cap="flat" cmpd="sng" w="12700">
                <a:solidFill>
                  <a:schemeClr val="dk1"/>
                </a:solidFill>
                <a:prstDash val="solid"/>
                <a:round/>
                <a:headEnd len="med" w="med" type="none"/>
                <a:tailEnd len="med" w="med" type="none"/>
              </a:ln>
            </p:spPr>
          </p:cxnSp>
          <p:cxnSp>
            <p:nvCxnSpPr>
              <p:cNvPr id="406" name="Google Shape;406;p2"/>
              <p:cNvCxnSpPr/>
              <p:nvPr/>
            </p:nvCxnSpPr>
            <p:spPr>
              <a:xfrm>
                <a:off x="2985" y="3330"/>
                <a:ext cx="435" cy="3"/>
              </a:xfrm>
              <a:prstGeom prst="straightConnector1">
                <a:avLst/>
              </a:prstGeom>
              <a:noFill/>
              <a:ln cap="flat" cmpd="sng" w="12700">
                <a:solidFill>
                  <a:schemeClr val="dk1"/>
                </a:solidFill>
                <a:prstDash val="solid"/>
                <a:round/>
                <a:headEnd len="med" w="med" type="none"/>
                <a:tailEnd len="med" w="med" type="none"/>
              </a:ln>
            </p:spPr>
          </p:cxnSp>
        </p:grpSp>
      </p:grpSp>
      <p:sp>
        <p:nvSpPr>
          <p:cNvPr id="407" name="Google Shape;407;p2"/>
          <p:cNvSpPr/>
          <p:nvPr/>
        </p:nvSpPr>
        <p:spPr>
          <a:xfrm>
            <a:off x="1939926" y="2362200"/>
            <a:ext cx="4295775" cy="2057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lang="en-US" sz="2400" u="none">
                <a:solidFill>
                  <a:srgbClr val="FF0000"/>
                </a:solidFill>
                <a:latin typeface="Play"/>
                <a:ea typeface="Play"/>
                <a:cs typeface="Play"/>
                <a:sym typeface="Play"/>
              </a:rPr>
              <a:t>Client:</a:t>
            </a:r>
            <a:endParaRPr/>
          </a:p>
          <a:p>
            <a:pPr indent="0" lvl="0" marL="0" marR="0" rtl="0" algn="l">
              <a:spcBef>
                <a:spcPts val="0"/>
              </a:spcBef>
              <a:spcAft>
                <a:spcPts val="0"/>
              </a:spcAft>
              <a:buNone/>
            </a:pPr>
            <a:r>
              <a:rPr b="0" lang="en-US" sz="2400" u="none">
                <a:solidFill>
                  <a:schemeClr val="dk1"/>
                </a:solidFill>
                <a:latin typeface="Play"/>
                <a:ea typeface="Play"/>
                <a:cs typeface="Play"/>
                <a:sym typeface="Play"/>
              </a:rPr>
              <a:t>initiates contact with server (“speaks first”)</a:t>
            </a:r>
            <a:endParaRPr/>
          </a:p>
          <a:p>
            <a:pPr indent="0" lvl="0" marL="0" marR="0" rtl="0" algn="l">
              <a:spcBef>
                <a:spcPts val="0"/>
              </a:spcBef>
              <a:spcAft>
                <a:spcPts val="0"/>
              </a:spcAft>
              <a:buNone/>
            </a:pPr>
            <a:r>
              <a:rPr b="0" lang="en-US" sz="2400" u="none">
                <a:solidFill>
                  <a:schemeClr val="dk1"/>
                </a:solidFill>
                <a:latin typeface="Play"/>
                <a:ea typeface="Play"/>
                <a:cs typeface="Play"/>
                <a:sym typeface="Play"/>
              </a:rPr>
              <a:t>typically requests service from server</a:t>
            </a:r>
            <a:endParaRPr/>
          </a:p>
        </p:txBody>
      </p:sp>
      <p:grpSp>
        <p:nvGrpSpPr>
          <p:cNvPr id="408" name="Google Shape;408;p2"/>
          <p:cNvGrpSpPr/>
          <p:nvPr/>
        </p:nvGrpSpPr>
        <p:grpSpPr>
          <a:xfrm>
            <a:off x="7000876" y="1724025"/>
            <a:ext cx="2238375" cy="2743200"/>
            <a:chOff x="3450" y="1086"/>
            <a:chExt cx="1410" cy="1728"/>
          </a:xfrm>
        </p:grpSpPr>
        <p:cxnSp>
          <p:nvCxnSpPr>
            <p:cNvPr id="409" name="Google Shape;409;p2"/>
            <p:cNvCxnSpPr/>
            <p:nvPr/>
          </p:nvCxnSpPr>
          <p:spPr>
            <a:xfrm>
              <a:off x="3462" y="1086"/>
              <a:ext cx="1398" cy="1728"/>
            </a:xfrm>
            <a:prstGeom prst="straightConnector1">
              <a:avLst/>
            </a:prstGeom>
            <a:noFill/>
            <a:ln cap="flat" cmpd="sng" w="38100">
              <a:solidFill>
                <a:srgbClr val="FF0000"/>
              </a:solidFill>
              <a:prstDash val="solid"/>
              <a:round/>
              <a:headEnd len="med" w="med" type="none"/>
              <a:tailEnd len="med" w="med" type="triangle"/>
            </a:ln>
          </p:spPr>
        </p:cxnSp>
        <p:grpSp>
          <p:nvGrpSpPr>
            <p:cNvPr id="410" name="Google Shape;410;p2"/>
            <p:cNvGrpSpPr/>
            <p:nvPr/>
          </p:nvGrpSpPr>
          <p:grpSpPr>
            <a:xfrm>
              <a:off x="3450" y="1481"/>
              <a:ext cx="688" cy="250"/>
              <a:chOff x="4032" y="2303"/>
              <a:chExt cx="688" cy="250"/>
            </a:xfrm>
          </p:grpSpPr>
          <p:sp>
            <p:nvSpPr>
              <p:cNvPr id="411" name="Google Shape;411;p2"/>
              <p:cNvSpPr/>
              <p:nvPr/>
            </p:nvSpPr>
            <p:spPr>
              <a:xfrm>
                <a:off x="4086" y="2358"/>
                <a:ext cx="594" cy="16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412" name="Google Shape;412;p2"/>
              <p:cNvSpPr txBox="1"/>
              <p:nvPr/>
            </p:nvSpPr>
            <p:spPr>
              <a:xfrm>
                <a:off x="4032" y="2303"/>
                <a:ext cx="688"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FF0000"/>
                  </a:buClr>
                  <a:buSzPts val="2000"/>
                  <a:buFont typeface="Comic Sans MS"/>
                  <a:buNone/>
                </a:pPr>
                <a:r>
                  <a:rPr b="0" lang="en-US" sz="2000" u="none">
                    <a:solidFill>
                      <a:srgbClr val="FF0000"/>
                    </a:solidFill>
                    <a:latin typeface="Comic Sans MS"/>
                    <a:ea typeface="Comic Sans MS"/>
                    <a:cs typeface="Comic Sans MS"/>
                    <a:sym typeface="Comic Sans MS"/>
                  </a:rPr>
                  <a:t>request</a:t>
                </a:r>
                <a:endParaRPr b="0" sz="2400" u="none">
                  <a:solidFill>
                    <a:schemeClr val="dk1"/>
                  </a:solidFill>
                  <a:latin typeface="Times New Roman"/>
                  <a:ea typeface="Times New Roman"/>
                  <a:cs typeface="Times New Roman"/>
                  <a:sym typeface="Times New Roman"/>
                </a:endParaRPr>
              </a:p>
            </p:txBody>
          </p:sp>
        </p:grpSp>
      </p:grpSp>
      <p:grpSp>
        <p:nvGrpSpPr>
          <p:cNvPr id="413" name="Google Shape;413;p2"/>
          <p:cNvGrpSpPr/>
          <p:nvPr/>
        </p:nvGrpSpPr>
        <p:grpSpPr>
          <a:xfrm>
            <a:off x="7096125" y="1609725"/>
            <a:ext cx="2914650" cy="2743200"/>
            <a:chOff x="3510" y="1014"/>
            <a:chExt cx="1836" cy="1728"/>
          </a:xfrm>
        </p:grpSpPr>
        <p:cxnSp>
          <p:nvCxnSpPr>
            <p:cNvPr id="414" name="Google Shape;414;p2"/>
            <p:cNvCxnSpPr/>
            <p:nvPr/>
          </p:nvCxnSpPr>
          <p:spPr>
            <a:xfrm>
              <a:off x="3510" y="1014"/>
              <a:ext cx="1440" cy="1728"/>
            </a:xfrm>
            <a:prstGeom prst="straightConnector1">
              <a:avLst/>
            </a:prstGeom>
            <a:noFill/>
            <a:ln cap="flat" cmpd="sng" w="38100">
              <a:solidFill>
                <a:srgbClr val="FF0000"/>
              </a:solidFill>
              <a:prstDash val="solid"/>
              <a:round/>
              <a:headEnd len="med" w="med" type="triangle"/>
              <a:tailEnd len="med" w="med" type="none"/>
            </a:ln>
          </p:spPr>
        </p:cxnSp>
        <p:grpSp>
          <p:nvGrpSpPr>
            <p:cNvPr id="415" name="Google Shape;415;p2"/>
            <p:cNvGrpSpPr/>
            <p:nvPr/>
          </p:nvGrpSpPr>
          <p:grpSpPr>
            <a:xfrm>
              <a:off x="4752" y="2387"/>
              <a:ext cx="594" cy="250"/>
              <a:chOff x="4086" y="2303"/>
              <a:chExt cx="594" cy="250"/>
            </a:xfrm>
          </p:grpSpPr>
          <p:sp>
            <p:nvSpPr>
              <p:cNvPr id="416" name="Google Shape;416;p2"/>
              <p:cNvSpPr/>
              <p:nvPr/>
            </p:nvSpPr>
            <p:spPr>
              <a:xfrm>
                <a:off x="4086" y="2358"/>
                <a:ext cx="594" cy="16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b="0" sz="2400" u="none">
                  <a:solidFill>
                    <a:schemeClr val="dk1"/>
                  </a:solidFill>
                  <a:latin typeface="Times New Roman"/>
                  <a:ea typeface="Times New Roman"/>
                  <a:cs typeface="Times New Roman"/>
                  <a:sym typeface="Times New Roman"/>
                </a:endParaRPr>
              </a:p>
            </p:txBody>
          </p:sp>
          <p:sp>
            <p:nvSpPr>
              <p:cNvPr id="417" name="Google Shape;417;p2"/>
              <p:cNvSpPr txBox="1"/>
              <p:nvPr/>
            </p:nvSpPr>
            <p:spPr>
              <a:xfrm>
                <a:off x="4129" y="2303"/>
                <a:ext cx="494" cy="2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FF0000"/>
                  </a:buClr>
                  <a:buSzPts val="2000"/>
                  <a:buFont typeface="Comic Sans MS"/>
                  <a:buNone/>
                </a:pPr>
                <a:r>
                  <a:rPr b="0" lang="en-US" sz="2000" u="none">
                    <a:solidFill>
                      <a:srgbClr val="FF0000"/>
                    </a:solidFill>
                    <a:latin typeface="Comic Sans MS"/>
                    <a:ea typeface="Comic Sans MS"/>
                    <a:cs typeface="Comic Sans MS"/>
                    <a:sym typeface="Comic Sans MS"/>
                  </a:rPr>
                  <a:t>reply</a:t>
                </a:r>
                <a:endParaRPr b="0" sz="2400" u="none">
                  <a:solidFill>
                    <a:schemeClr val="dk1"/>
                  </a:solidFill>
                  <a:latin typeface="Times New Roman"/>
                  <a:ea typeface="Times New Roman"/>
                  <a:cs typeface="Times New Roman"/>
                  <a:sym typeface="Times New Roman"/>
                </a:endParaRPr>
              </a:p>
            </p:txBody>
          </p:sp>
        </p:grpSp>
      </p:grpSp>
      <p:sp>
        <p:nvSpPr>
          <p:cNvPr id="418" name="Google Shape;418;p2"/>
          <p:cNvSpPr/>
          <p:nvPr/>
        </p:nvSpPr>
        <p:spPr>
          <a:xfrm>
            <a:off x="1914525" y="4465638"/>
            <a:ext cx="5181600" cy="1219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rgbClr val="FF0000"/>
                </a:solidFill>
                <a:latin typeface="Play"/>
                <a:ea typeface="Play"/>
                <a:cs typeface="Play"/>
                <a:sym typeface="Play"/>
              </a:rPr>
              <a:t>Server</a:t>
            </a:r>
            <a:r>
              <a:rPr lang="en-US" sz="2000">
                <a:solidFill>
                  <a:srgbClr val="FF0000"/>
                </a:solidFill>
                <a:latin typeface="Play"/>
                <a:ea typeface="Play"/>
                <a:cs typeface="Play"/>
                <a:sym typeface="Play"/>
              </a:rPr>
              <a:t>:</a:t>
            </a:r>
            <a:endParaRPr/>
          </a:p>
          <a:p>
            <a:pPr indent="0" lvl="0" marL="0" marR="0" rtl="0" algn="l">
              <a:spcBef>
                <a:spcPts val="0"/>
              </a:spcBef>
              <a:spcAft>
                <a:spcPts val="0"/>
              </a:spcAft>
              <a:buNone/>
            </a:pPr>
            <a:r>
              <a:rPr lang="en-US" sz="1800">
                <a:solidFill>
                  <a:schemeClr val="dk1"/>
                </a:solidFill>
                <a:latin typeface="Play"/>
                <a:ea typeface="Play"/>
                <a:cs typeface="Play"/>
                <a:sym typeface="Play"/>
              </a:rPr>
              <a:t>provides requested service to client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500"/>
                                        <p:tgtEl>
                                          <p:spTgt spid="3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500"/>
                                        <p:tgtEl>
                                          <p:spTgt spid="4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500"/>
                                        <p:tgtEl>
                                          <p:spTgt spid="4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Client/server model</a:t>
            </a:r>
            <a:endParaRPr/>
          </a:p>
        </p:txBody>
      </p:sp>
      <p:sp>
        <p:nvSpPr>
          <p:cNvPr id="424" name="Google Shape;424;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Client asks (</a:t>
            </a:r>
            <a:r>
              <a:rPr i="1" lang="en-US" sz="2400"/>
              <a:t>request</a:t>
            </a:r>
            <a:r>
              <a:rPr lang="en-US" sz="2400"/>
              <a:t>) – server provides (</a:t>
            </a:r>
            <a:r>
              <a:rPr i="1" lang="en-US" sz="2400"/>
              <a:t>response</a:t>
            </a:r>
            <a:r>
              <a:rPr lang="en-US" sz="2400"/>
              <a:t>)</a:t>
            </a:r>
            <a:endParaRPr/>
          </a:p>
          <a:p>
            <a:pPr indent="-228600" lvl="0" marL="228600" rtl="0" algn="l">
              <a:lnSpc>
                <a:spcPct val="90000"/>
              </a:lnSpc>
              <a:spcBef>
                <a:spcPts val="1000"/>
              </a:spcBef>
              <a:spcAft>
                <a:spcPts val="0"/>
              </a:spcAft>
              <a:buClr>
                <a:schemeClr val="dk1"/>
              </a:buClr>
              <a:buSzPts val="2400"/>
              <a:buChar char="•"/>
            </a:pPr>
            <a:r>
              <a:rPr lang="en-US" sz="2400"/>
              <a:t>Typically: single server - multiple clients </a:t>
            </a:r>
            <a:endParaRPr/>
          </a:p>
          <a:p>
            <a:pPr indent="-228600" lvl="0" marL="228600" rtl="0" algn="l">
              <a:lnSpc>
                <a:spcPct val="90000"/>
              </a:lnSpc>
              <a:spcBef>
                <a:spcPts val="1000"/>
              </a:spcBef>
              <a:spcAft>
                <a:spcPts val="0"/>
              </a:spcAft>
              <a:buClr>
                <a:schemeClr val="dk1"/>
              </a:buClr>
              <a:buSzPts val="2400"/>
              <a:buChar char="•"/>
            </a:pPr>
            <a:r>
              <a:rPr lang="en-US" sz="2400"/>
              <a:t>The server does not need to know </a:t>
            </a:r>
            <a:r>
              <a:rPr i="1" lang="en-US" sz="2400"/>
              <a:t>anything</a:t>
            </a:r>
            <a:r>
              <a:rPr lang="en-US" sz="2400"/>
              <a:t> about the client</a:t>
            </a:r>
            <a:endParaRPr/>
          </a:p>
          <a:p>
            <a:pPr indent="-228600" lvl="1" marL="685800" rtl="0" algn="l">
              <a:lnSpc>
                <a:spcPct val="90000"/>
              </a:lnSpc>
              <a:spcBef>
                <a:spcPts val="500"/>
              </a:spcBef>
              <a:spcAft>
                <a:spcPts val="0"/>
              </a:spcAft>
              <a:buClr>
                <a:schemeClr val="dk1"/>
              </a:buClr>
              <a:buSzPts val="2400"/>
              <a:buChar char="•"/>
            </a:pPr>
            <a:r>
              <a:rPr lang="en-US"/>
              <a:t>even that it exists</a:t>
            </a:r>
            <a:endParaRPr/>
          </a:p>
          <a:p>
            <a:pPr indent="-228600" lvl="0" marL="228600" rtl="0" algn="l">
              <a:lnSpc>
                <a:spcPct val="90000"/>
              </a:lnSpc>
              <a:spcBef>
                <a:spcPts val="1000"/>
              </a:spcBef>
              <a:spcAft>
                <a:spcPts val="0"/>
              </a:spcAft>
              <a:buClr>
                <a:schemeClr val="dk1"/>
              </a:buClr>
              <a:buSzPts val="2400"/>
              <a:buChar char="•"/>
            </a:pPr>
            <a:r>
              <a:rPr lang="en-US" sz="2400"/>
              <a:t>The client should always know </a:t>
            </a:r>
            <a:r>
              <a:rPr i="1" lang="en-US" sz="2400"/>
              <a:t>something</a:t>
            </a:r>
            <a:r>
              <a:rPr lang="en-US" sz="2400"/>
              <a:t> about the server</a:t>
            </a:r>
            <a:endParaRPr/>
          </a:p>
          <a:p>
            <a:pPr indent="-228600" lvl="1" marL="685800" rtl="0" algn="l">
              <a:lnSpc>
                <a:spcPct val="90000"/>
              </a:lnSpc>
              <a:spcBef>
                <a:spcPts val="500"/>
              </a:spcBef>
              <a:spcAft>
                <a:spcPts val="0"/>
              </a:spcAft>
              <a:buClr>
                <a:schemeClr val="dk1"/>
              </a:buClr>
              <a:buSzPts val="2400"/>
              <a:buChar char="•"/>
            </a:pPr>
            <a:r>
              <a:rPr lang="en-US"/>
              <a:t>at least where it is located</a:t>
            </a:r>
            <a:endParaRPr/>
          </a:p>
          <a:p>
            <a:pPr indent="-228600" lvl="1" marL="685800" rtl="0" algn="l">
              <a:lnSpc>
                <a:spcPct val="90000"/>
              </a:lnSpc>
              <a:spcBef>
                <a:spcPts val="500"/>
              </a:spcBef>
              <a:spcAft>
                <a:spcPts val="0"/>
              </a:spcAft>
              <a:buClr>
                <a:schemeClr val="dk1"/>
              </a:buClr>
              <a:buSzPts val="2400"/>
              <a:buFont typeface="Arial"/>
              <a:buNone/>
            </a:pPr>
            <a:r>
              <a:t/>
            </a:r>
            <a:endParaRPr/>
          </a:p>
          <a:p>
            <a:pPr indent="-76200" lvl="1" marL="685800" rtl="0" algn="l">
              <a:lnSpc>
                <a:spcPct val="90000"/>
              </a:lnSpc>
              <a:spcBef>
                <a:spcPts val="500"/>
              </a:spcBef>
              <a:spcAft>
                <a:spcPts val="0"/>
              </a:spcAft>
              <a:buClr>
                <a:schemeClr val="dk1"/>
              </a:buClr>
              <a:buSzPts val="24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425" name="Google Shape;425;p3"/>
          <p:cNvSpPr/>
          <p:nvPr/>
        </p:nvSpPr>
        <p:spPr>
          <a:xfrm>
            <a:off x="4822370" y="4509461"/>
            <a:ext cx="1203325" cy="796925"/>
          </a:xfrm>
          <a:prstGeom prst="ellipse">
            <a:avLst/>
          </a:prstGeom>
          <a:solidFill>
            <a:srgbClr val="CC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Client</a:t>
            </a:r>
            <a:endParaRPr/>
          </a:p>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process</a:t>
            </a:r>
            <a:endParaRPr/>
          </a:p>
        </p:txBody>
      </p:sp>
      <p:cxnSp>
        <p:nvCxnSpPr>
          <p:cNvPr id="426" name="Google Shape;426;p3"/>
          <p:cNvCxnSpPr/>
          <p:nvPr/>
        </p:nvCxnSpPr>
        <p:spPr>
          <a:xfrm rot="10800000">
            <a:off x="5919333" y="4752347"/>
            <a:ext cx="2560637" cy="0"/>
          </a:xfrm>
          <a:prstGeom prst="straightConnector1">
            <a:avLst/>
          </a:prstGeom>
          <a:noFill/>
          <a:ln cap="flat" cmpd="sng" w="12700">
            <a:solidFill>
              <a:schemeClr val="dk1"/>
            </a:solidFill>
            <a:prstDash val="dash"/>
            <a:round/>
            <a:headEnd len="med" w="med" type="triangle"/>
            <a:tailEnd len="med" w="med" type="none"/>
          </a:ln>
        </p:spPr>
      </p:cxnSp>
      <p:sp>
        <p:nvSpPr>
          <p:cNvPr id="427" name="Google Shape;427;p3"/>
          <p:cNvSpPr/>
          <p:nvPr/>
        </p:nvSpPr>
        <p:spPr>
          <a:xfrm>
            <a:off x="8403770" y="4509461"/>
            <a:ext cx="1203325" cy="796925"/>
          </a:xfrm>
          <a:prstGeom prst="ellipse">
            <a:avLst/>
          </a:prstGeom>
          <a:solidFill>
            <a:srgbClr val="CC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Server</a:t>
            </a:r>
            <a:endParaRPr/>
          </a:p>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process</a:t>
            </a:r>
            <a:endParaRPr/>
          </a:p>
        </p:txBody>
      </p:sp>
      <p:sp>
        <p:nvSpPr>
          <p:cNvPr id="428" name="Google Shape;428;p3"/>
          <p:cNvSpPr txBox="1"/>
          <p:nvPr/>
        </p:nvSpPr>
        <p:spPr>
          <a:xfrm>
            <a:off x="5852657" y="4062954"/>
            <a:ext cx="2487612" cy="33655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Comic Sans MS"/>
                <a:ea typeface="Comic Sans MS"/>
                <a:cs typeface="Comic Sans MS"/>
                <a:sym typeface="Comic Sans MS"/>
              </a:rPr>
              <a:t>1. Client sends request</a:t>
            </a:r>
            <a:endParaRPr/>
          </a:p>
        </p:txBody>
      </p:sp>
      <p:sp>
        <p:nvSpPr>
          <p:cNvPr id="429" name="Google Shape;429;p3"/>
          <p:cNvSpPr txBox="1"/>
          <p:nvPr/>
        </p:nvSpPr>
        <p:spPr>
          <a:xfrm>
            <a:off x="9380083" y="5101597"/>
            <a:ext cx="1239837" cy="8255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Comic Sans MS"/>
                <a:ea typeface="Comic Sans MS"/>
                <a:cs typeface="Comic Sans MS"/>
                <a:sym typeface="Comic Sans MS"/>
              </a:rPr>
              <a:t>2. Server </a:t>
            </a:r>
            <a:endParaRPr/>
          </a:p>
          <a:p>
            <a:pPr indent="0" lvl="0" marL="0" marR="0" rtl="0" algn="ctr">
              <a:spcBef>
                <a:spcPts val="0"/>
              </a:spcBef>
              <a:spcAft>
                <a:spcPts val="0"/>
              </a:spcAft>
              <a:buNone/>
            </a:pPr>
            <a:r>
              <a:rPr b="1" i="1" lang="en-US" sz="1600">
                <a:solidFill>
                  <a:schemeClr val="dk1"/>
                </a:solidFill>
                <a:latin typeface="Comic Sans MS"/>
                <a:ea typeface="Comic Sans MS"/>
                <a:cs typeface="Comic Sans MS"/>
                <a:sym typeface="Comic Sans MS"/>
              </a:rPr>
              <a:t>handles</a:t>
            </a:r>
            <a:endParaRPr/>
          </a:p>
          <a:p>
            <a:pPr indent="0" lvl="0" marL="0" marR="0" rtl="0" algn="ctr">
              <a:spcBef>
                <a:spcPts val="0"/>
              </a:spcBef>
              <a:spcAft>
                <a:spcPts val="0"/>
              </a:spcAft>
              <a:buNone/>
            </a:pPr>
            <a:r>
              <a:rPr b="1" i="1" lang="en-US" sz="1600">
                <a:solidFill>
                  <a:schemeClr val="dk1"/>
                </a:solidFill>
                <a:latin typeface="Comic Sans MS"/>
                <a:ea typeface="Comic Sans MS"/>
                <a:cs typeface="Comic Sans MS"/>
                <a:sym typeface="Comic Sans MS"/>
              </a:rPr>
              <a:t>request</a:t>
            </a:r>
            <a:endParaRPr/>
          </a:p>
        </p:txBody>
      </p:sp>
      <p:cxnSp>
        <p:nvCxnSpPr>
          <p:cNvPr id="430" name="Google Shape;430;p3"/>
          <p:cNvCxnSpPr/>
          <p:nvPr/>
        </p:nvCxnSpPr>
        <p:spPr>
          <a:xfrm rot="10800000">
            <a:off x="5932033" y="5139697"/>
            <a:ext cx="2560637" cy="0"/>
          </a:xfrm>
          <a:prstGeom prst="straightConnector1">
            <a:avLst/>
          </a:prstGeom>
          <a:noFill/>
          <a:ln cap="flat" cmpd="sng" w="12700">
            <a:solidFill>
              <a:schemeClr val="dk1"/>
            </a:solidFill>
            <a:prstDash val="dash"/>
            <a:round/>
            <a:headEnd len="med" w="med" type="none"/>
            <a:tailEnd len="med" w="med" type="triangle"/>
          </a:ln>
        </p:spPr>
      </p:cxnSp>
      <p:sp>
        <p:nvSpPr>
          <p:cNvPr id="431" name="Google Shape;431;p3"/>
          <p:cNvSpPr txBox="1"/>
          <p:nvPr/>
        </p:nvSpPr>
        <p:spPr>
          <a:xfrm>
            <a:off x="5852657" y="5152397"/>
            <a:ext cx="2709862" cy="33655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Comic Sans MS"/>
                <a:ea typeface="Comic Sans MS"/>
                <a:cs typeface="Comic Sans MS"/>
                <a:sym typeface="Comic Sans MS"/>
              </a:rPr>
              <a:t>3. Server sends response</a:t>
            </a:r>
            <a:endParaRPr/>
          </a:p>
        </p:txBody>
      </p:sp>
      <p:sp>
        <p:nvSpPr>
          <p:cNvPr id="432" name="Google Shape;432;p3"/>
          <p:cNvSpPr txBox="1"/>
          <p:nvPr/>
        </p:nvSpPr>
        <p:spPr>
          <a:xfrm>
            <a:off x="3971470" y="5092072"/>
            <a:ext cx="1128713" cy="825500"/>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Comic Sans MS"/>
                <a:ea typeface="Comic Sans MS"/>
                <a:cs typeface="Comic Sans MS"/>
                <a:sym typeface="Comic Sans MS"/>
              </a:rPr>
              <a:t>4. Client </a:t>
            </a:r>
            <a:endParaRPr/>
          </a:p>
          <a:p>
            <a:pPr indent="0" lvl="0" marL="0" marR="0" rtl="0" algn="ctr">
              <a:spcBef>
                <a:spcPts val="0"/>
              </a:spcBef>
              <a:spcAft>
                <a:spcPts val="0"/>
              </a:spcAft>
              <a:buNone/>
            </a:pPr>
            <a:r>
              <a:rPr b="1" i="1" lang="en-US" sz="1600">
                <a:solidFill>
                  <a:schemeClr val="dk1"/>
                </a:solidFill>
                <a:latin typeface="Comic Sans MS"/>
                <a:ea typeface="Comic Sans MS"/>
                <a:cs typeface="Comic Sans MS"/>
                <a:sym typeface="Comic Sans MS"/>
              </a:rPr>
              <a:t>handles</a:t>
            </a:r>
            <a:endParaRPr/>
          </a:p>
          <a:p>
            <a:pPr indent="0" lvl="0" marL="0" marR="0" rtl="0" algn="ctr">
              <a:spcBef>
                <a:spcPts val="0"/>
              </a:spcBef>
              <a:spcAft>
                <a:spcPts val="0"/>
              </a:spcAft>
              <a:buNone/>
            </a:pPr>
            <a:r>
              <a:rPr b="1" i="1" lang="en-US" sz="1600">
                <a:solidFill>
                  <a:schemeClr val="dk1"/>
                </a:solidFill>
                <a:latin typeface="Comic Sans MS"/>
                <a:ea typeface="Comic Sans MS"/>
                <a:cs typeface="Comic Sans MS"/>
                <a:sym typeface="Comic Sans MS"/>
              </a:rPr>
              <a:t>response</a:t>
            </a:r>
            <a:endParaRPr/>
          </a:p>
        </p:txBody>
      </p:sp>
      <p:cxnSp>
        <p:nvCxnSpPr>
          <p:cNvPr id="433" name="Google Shape;433;p3"/>
          <p:cNvCxnSpPr/>
          <p:nvPr/>
        </p:nvCxnSpPr>
        <p:spPr>
          <a:xfrm>
            <a:off x="9610270" y="4971422"/>
            <a:ext cx="836613" cy="0"/>
          </a:xfrm>
          <a:prstGeom prst="straightConnector1">
            <a:avLst/>
          </a:prstGeom>
          <a:noFill/>
          <a:ln cap="flat" cmpd="sng" w="12700">
            <a:solidFill>
              <a:schemeClr val="dk1"/>
            </a:solidFill>
            <a:prstDash val="solid"/>
            <a:round/>
            <a:headEnd len="med" w="med" type="triangle"/>
            <a:tailEnd len="med" w="med" type="triangle"/>
          </a:ln>
        </p:spPr>
      </p:cxnSp>
      <p:sp>
        <p:nvSpPr>
          <p:cNvPr id="434" name="Google Shape;434;p3"/>
          <p:cNvSpPr/>
          <p:nvPr/>
        </p:nvSpPr>
        <p:spPr>
          <a:xfrm>
            <a:off x="10446883" y="4611060"/>
            <a:ext cx="1089025" cy="569912"/>
          </a:xfrm>
          <a:prstGeom prst="flowChartMagneticDisk">
            <a:avLst/>
          </a:prstGeom>
          <a:solidFill>
            <a:srgbClr val="CC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Resource</a:t>
            </a:r>
            <a:endParaRPr/>
          </a:p>
        </p:txBody>
      </p:sp>
      <p:sp>
        <p:nvSpPr>
          <p:cNvPr id="435" name="Google Shape;435;p3"/>
          <p:cNvSpPr txBox="1"/>
          <p:nvPr/>
        </p:nvSpPr>
        <p:spPr>
          <a:xfrm>
            <a:off x="4501694" y="6235072"/>
            <a:ext cx="6629400" cy="6413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a:solidFill>
                  <a:schemeClr val="dk1"/>
                </a:solidFill>
                <a:latin typeface="Comic Sans MS"/>
                <a:ea typeface="Comic Sans MS"/>
                <a:cs typeface="Comic Sans MS"/>
                <a:sym typeface="Comic Sans MS"/>
              </a:rPr>
              <a:t>Note: clients and servers are processes running on hosts </a:t>
            </a:r>
            <a:endParaRPr/>
          </a:p>
          <a:p>
            <a:pPr indent="0" lvl="0" marL="0" marR="0" rtl="0" algn="l">
              <a:spcBef>
                <a:spcPts val="0"/>
              </a:spcBef>
              <a:spcAft>
                <a:spcPts val="0"/>
              </a:spcAft>
              <a:buNone/>
            </a:pPr>
            <a:r>
              <a:rPr b="1" i="1" lang="en-US" sz="1800">
                <a:solidFill>
                  <a:schemeClr val="dk1"/>
                </a:solidFill>
                <a:latin typeface="Comic Sans MS"/>
                <a:ea typeface="Comic Sans MS"/>
                <a:cs typeface="Comic Sans MS"/>
                <a:sym typeface="Comic Sans MS"/>
              </a:rPr>
              <a:t>(can be the same or different hosts).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
          <p:cNvSpPr/>
          <p:nvPr/>
        </p:nvSpPr>
        <p:spPr>
          <a:xfrm>
            <a:off x="8264526" y="3990975"/>
            <a:ext cx="1465263" cy="1035050"/>
          </a:xfrm>
          <a:prstGeom prst="rect">
            <a:avLst/>
          </a:prstGeom>
          <a:solidFill>
            <a:srgbClr val="FFFF99"/>
          </a:solidFill>
          <a:ln cap="flat" cmpd="sng" w="1270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1" name="Google Shape;441;p4"/>
          <p:cNvSpPr/>
          <p:nvPr/>
        </p:nvSpPr>
        <p:spPr>
          <a:xfrm>
            <a:off x="2320926" y="3990975"/>
            <a:ext cx="1465263" cy="1035050"/>
          </a:xfrm>
          <a:prstGeom prst="rect">
            <a:avLst/>
          </a:prstGeom>
          <a:solidFill>
            <a:srgbClr val="FFFF99"/>
          </a:solidFill>
          <a:ln cap="flat" cmpd="sng" w="12700">
            <a:solidFill>
              <a:schemeClr val="dk1"/>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2" name="Google Shape;44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Internet Connections (TCP/IP)</a:t>
            </a:r>
            <a:endParaRPr/>
          </a:p>
        </p:txBody>
      </p:sp>
      <p:sp>
        <p:nvSpPr>
          <p:cNvPr id="443" name="Google Shape;443;p4"/>
          <p:cNvSpPr txBox="1"/>
          <p:nvPr/>
        </p:nvSpPr>
        <p:spPr>
          <a:xfrm>
            <a:off x="3784600" y="4470401"/>
            <a:ext cx="4565650" cy="58102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Connection socket pair</a:t>
            </a:r>
            <a:endParaRPr/>
          </a:p>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a:t>
            </a:r>
            <a:r>
              <a:rPr b="1" lang="en-US" sz="1600">
                <a:solidFill>
                  <a:srgbClr val="FF0000"/>
                </a:solidFill>
                <a:latin typeface="Comic Sans MS"/>
                <a:ea typeface="Comic Sans MS"/>
                <a:cs typeface="Comic Sans MS"/>
                <a:sym typeface="Comic Sans MS"/>
              </a:rPr>
              <a:t>128.2.194.242</a:t>
            </a:r>
            <a:r>
              <a:rPr b="1" lang="en-US" sz="1600">
                <a:solidFill>
                  <a:schemeClr val="dk1"/>
                </a:solidFill>
                <a:latin typeface="Comic Sans MS"/>
                <a:ea typeface="Comic Sans MS"/>
                <a:cs typeface="Comic Sans MS"/>
                <a:sym typeface="Comic Sans MS"/>
              </a:rPr>
              <a:t>:</a:t>
            </a:r>
            <a:r>
              <a:rPr b="1" lang="en-US" sz="1600">
                <a:solidFill>
                  <a:srgbClr val="00FF00"/>
                </a:solidFill>
                <a:latin typeface="Comic Sans MS"/>
                <a:ea typeface="Comic Sans MS"/>
                <a:cs typeface="Comic Sans MS"/>
                <a:sym typeface="Comic Sans MS"/>
              </a:rPr>
              <a:t>3479</a:t>
            </a:r>
            <a:r>
              <a:rPr b="1" lang="en-US" sz="1600">
                <a:solidFill>
                  <a:schemeClr val="dk1"/>
                </a:solidFill>
                <a:latin typeface="Comic Sans MS"/>
                <a:ea typeface="Comic Sans MS"/>
                <a:cs typeface="Comic Sans MS"/>
                <a:sym typeface="Comic Sans MS"/>
              </a:rPr>
              <a:t>, </a:t>
            </a:r>
            <a:r>
              <a:rPr b="1" lang="en-US" sz="1600">
                <a:solidFill>
                  <a:srgbClr val="9966FF"/>
                </a:solidFill>
                <a:latin typeface="Comic Sans MS"/>
                <a:ea typeface="Comic Sans MS"/>
                <a:cs typeface="Comic Sans MS"/>
                <a:sym typeface="Comic Sans MS"/>
              </a:rPr>
              <a:t>208.216.181.15</a:t>
            </a:r>
            <a:r>
              <a:rPr b="1" lang="en-US" sz="1600">
                <a:solidFill>
                  <a:schemeClr val="dk1"/>
                </a:solidFill>
                <a:latin typeface="Comic Sans MS"/>
                <a:ea typeface="Comic Sans MS"/>
                <a:cs typeface="Comic Sans MS"/>
                <a:sym typeface="Comic Sans MS"/>
              </a:rPr>
              <a:t>:</a:t>
            </a:r>
            <a:r>
              <a:rPr b="1" lang="en-US" sz="1600">
                <a:solidFill>
                  <a:srgbClr val="00FFFF"/>
                </a:solidFill>
                <a:latin typeface="Comic Sans MS"/>
                <a:ea typeface="Comic Sans MS"/>
                <a:cs typeface="Comic Sans MS"/>
                <a:sym typeface="Comic Sans MS"/>
              </a:rPr>
              <a:t>80</a:t>
            </a:r>
            <a:r>
              <a:rPr b="1" lang="en-US" sz="1600">
                <a:solidFill>
                  <a:schemeClr val="dk1"/>
                </a:solidFill>
                <a:latin typeface="Comic Sans MS"/>
                <a:ea typeface="Comic Sans MS"/>
                <a:cs typeface="Comic Sans MS"/>
                <a:sym typeface="Comic Sans MS"/>
              </a:rPr>
              <a:t>)</a:t>
            </a:r>
            <a:endParaRPr/>
          </a:p>
        </p:txBody>
      </p:sp>
      <p:sp>
        <p:nvSpPr>
          <p:cNvPr id="444" name="Google Shape;444;p4"/>
          <p:cNvSpPr/>
          <p:nvPr/>
        </p:nvSpPr>
        <p:spPr>
          <a:xfrm>
            <a:off x="8312151" y="4098926"/>
            <a:ext cx="1287463" cy="796925"/>
          </a:xfrm>
          <a:prstGeom prst="ellipse">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Server</a:t>
            </a:r>
            <a:endParaRPr/>
          </a:p>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(port 80)</a:t>
            </a:r>
            <a:endParaRPr/>
          </a:p>
        </p:txBody>
      </p:sp>
      <p:sp>
        <p:nvSpPr>
          <p:cNvPr id="445" name="Google Shape;445;p4"/>
          <p:cNvSpPr/>
          <p:nvPr/>
        </p:nvSpPr>
        <p:spPr>
          <a:xfrm>
            <a:off x="2457451" y="4098926"/>
            <a:ext cx="1287463" cy="796925"/>
          </a:xfrm>
          <a:prstGeom prst="ellipse">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Client</a:t>
            </a:r>
            <a:endParaRPr/>
          </a:p>
        </p:txBody>
      </p:sp>
      <p:cxnSp>
        <p:nvCxnSpPr>
          <p:cNvPr id="446" name="Google Shape;446;p4"/>
          <p:cNvCxnSpPr/>
          <p:nvPr/>
        </p:nvCxnSpPr>
        <p:spPr>
          <a:xfrm>
            <a:off x="3802063" y="4502150"/>
            <a:ext cx="4451350" cy="0"/>
          </a:xfrm>
          <a:prstGeom prst="straightConnector1">
            <a:avLst/>
          </a:prstGeom>
          <a:noFill/>
          <a:ln cap="flat" cmpd="sng" w="28575">
            <a:solidFill>
              <a:schemeClr val="dk1"/>
            </a:solidFill>
            <a:prstDash val="solid"/>
            <a:round/>
            <a:headEnd len="med" w="med" type="triangle"/>
            <a:tailEnd len="med" w="med" type="triangle"/>
          </a:ln>
        </p:spPr>
      </p:cxnSp>
      <p:sp>
        <p:nvSpPr>
          <p:cNvPr id="447" name="Google Shape;447;p4"/>
          <p:cNvSpPr/>
          <p:nvPr/>
        </p:nvSpPr>
        <p:spPr>
          <a:xfrm>
            <a:off x="3673475" y="4437064"/>
            <a:ext cx="128588" cy="128587"/>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8" name="Google Shape;448;p4"/>
          <p:cNvSpPr/>
          <p:nvPr/>
        </p:nvSpPr>
        <p:spPr>
          <a:xfrm>
            <a:off x="8253414" y="4437064"/>
            <a:ext cx="128587" cy="128587"/>
          </a:xfrm>
          <a:prstGeom prst="ellipse">
            <a:avLst/>
          </a:prstGeom>
          <a:solidFill>
            <a:schemeClr val="dk1"/>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9" name="Google Shape;449;p4"/>
          <p:cNvSpPr txBox="1"/>
          <p:nvPr/>
        </p:nvSpPr>
        <p:spPr>
          <a:xfrm>
            <a:off x="2987675" y="3228976"/>
            <a:ext cx="2305050" cy="58102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Comic Sans MS"/>
                <a:ea typeface="Comic Sans MS"/>
                <a:cs typeface="Comic Sans MS"/>
                <a:sym typeface="Comic Sans MS"/>
              </a:rPr>
              <a:t>Client socket address</a:t>
            </a:r>
            <a:endParaRPr/>
          </a:p>
          <a:p>
            <a:pPr indent="0" lvl="0" marL="0" marR="0" rtl="0" algn="ctr">
              <a:spcBef>
                <a:spcPts val="0"/>
              </a:spcBef>
              <a:spcAft>
                <a:spcPts val="0"/>
              </a:spcAft>
              <a:buNone/>
            </a:pPr>
            <a:r>
              <a:rPr b="1" lang="en-US" sz="1600">
                <a:solidFill>
                  <a:srgbClr val="FF0000"/>
                </a:solidFill>
                <a:latin typeface="Comic Sans MS"/>
                <a:ea typeface="Comic Sans MS"/>
                <a:cs typeface="Comic Sans MS"/>
                <a:sym typeface="Comic Sans MS"/>
              </a:rPr>
              <a:t>128.2.194.242</a:t>
            </a:r>
            <a:r>
              <a:rPr b="1" lang="en-US" sz="1600">
                <a:solidFill>
                  <a:schemeClr val="dk1"/>
                </a:solidFill>
                <a:latin typeface="Comic Sans MS"/>
                <a:ea typeface="Comic Sans MS"/>
                <a:cs typeface="Comic Sans MS"/>
                <a:sym typeface="Comic Sans MS"/>
              </a:rPr>
              <a:t>:</a:t>
            </a:r>
            <a:r>
              <a:rPr b="1" lang="en-US" sz="1600">
                <a:solidFill>
                  <a:srgbClr val="00FF00"/>
                </a:solidFill>
                <a:latin typeface="Comic Sans MS"/>
                <a:ea typeface="Comic Sans MS"/>
                <a:cs typeface="Comic Sans MS"/>
                <a:sym typeface="Comic Sans MS"/>
              </a:rPr>
              <a:t>3479</a:t>
            </a:r>
            <a:endParaRPr/>
          </a:p>
        </p:txBody>
      </p:sp>
      <p:sp>
        <p:nvSpPr>
          <p:cNvPr id="450" name="Google Shape;450;p4"/>
          <p:cNvSpPr txBox="1"/>
          <p:nvPr/>
        </p:nvSpPr>
        <p:spPr>
          <a:xfrm>
            <a:off x="6681788" y="3228976"/>
            <a:ext cx="2589212" cy="58102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i="1" lang="en-US" sz="1600">
                <a:solidFill>
                  <a:schemeClr val="dk1"/>
                </a:solidFill>
                <a:latin typeface="Comic Sans MS"/>
                <a:ea typeface="Comic Sans MS"/>
                <a:cs typeface="Comic Sans MS"/>
                <a:sym typeface="Comic Sans MS"/>
              </a:rPr>
              <a:t>Server socket address</a:t>
            </a:r>
            <a:endParaRPr/>
          </a:p>
          <a:p>
            <a:pPr indent="0" lvl="0" marL="0" marR="0" rtl="0" algn="ctr">
              <a:spcBef>
                <a:spcPts val="0"/>
              </a:spcBef>
              <a:spcAft>
                <a:spcPts val="0"/>
              </a:spcAft>
              <a:buNone/>
            </a:pPr>
            <a:r>
              <a:rPr b="1" lang="en-US" sz="1600">
                <a:solidFill>
                  <a:srgbClr val="9966FF"/>
                </a:solidFill>
                <a:latin typeface="Comic Sans MS"/>
                <a:ea typeface="Comic Sans MS"/>
                <a:cs typeface="Comic Sans MS"/>
                <a:sym typeface="Comic Sans MS"/>
              </a:rPr>
              <a:t>208.216.181.15</a:t>
            </a:r>
            <a:r>
              <a:rPr b="1" lang="en-US" sz="1600">
                <a:solidFill>
                  <a:schemeClr val="dk1"/>
                </a:solidFill>
                <a:latin typeface="Comic Sans MS"/>
                <a:ea typeface="Comic Sans MS"/>
                <a:cs typeface="Comic Sans MS"/>
                <a:sym typeface="Comic Sans MS"/>
              </a:rPr>
              <a:t>:</a:t>
            </a:r>
            <a:r>
              <a:rPr b="1" lang="en-US" sz="1600">
                <a:solidFill>
                  <a:srgbClr val="00FFFF"/>
                </a:solidFill>
                <a:latin typeface="Comic Sans MS"/>
                <a:ea typeface="Comic Sans MS"/>
                <a:cs typeface="Comic Sans MS"/>
                <a:sym typeface="Comic Sans MS"/>
              </a:rPr>
              <a:t>80</a:t>
            </a:r>
            <a:endParaRPr/>
          </a:p>
        </p:txBody>
      </p:sp>
      <p:cxnSp>
        <p:nvCxnSpPr>
          <p:cNvPr id="451" name="Google Shape;451;p4"/>
          <p:cNvCxnSpPr/>
          <p:nvPr/>
        </p:nvCxnSpPr>
        <p:spPr>
          <a:xfrm flipH="1">
            <a:off x="3802063" y="3810001"/>
            <a:ext cx="303212" cy="627063"/>
          </a:xfrm>
          <a:prstGeom prst="straightConnector1">
            <a:avLst/>
          </a:prstGeom>
          <a:noFill/>
          <a:ln cap="flat" cmpd="sng" w="12700">
            <a:solidFill>
              <a:schemeClr val="dk1"/>
            </a:solidFill>
            <a:prstDash val="dash"/>
            <a:round/>
            <a:headEnd len="med" w="med" type="none"/>
            <a:tailEnd len="med" w="med" type="triangle"/>
          </a:ln>
        </p:spPr>
      </p:cxnSp>
      <p:cxnSp>
        <p:nvCxnSpPr>
          <p:cNvPr id="452" name="Google Shape;452;p4"/>
          <p:cNvCxnSpPr/>
          <p:nvPr/>
        </p:nvCxnSpPr>
        <p:spPr>
          <a:xfrm>
            <a:off x="7969251" y="3810001"/>
            <a:ext cx="303213" cy="627063"/>
          </a:xfrm>
          <a:prstGeom prst="straightConnector1">
            <a:avLst/>
          </a:prstGeom>
          <a:noFill/>
          <a:ln cap="flat" cmpd="sng" w="12700">
            <a:solidFill>
              <a:schemeClr val="dk1"/>
            </a:solidFill>
            <a:prstDash val="dash"/>
            <a:round/>
            <a:headEnd len="med" w="med" type="none"/>
            <a:tailEnd len="med" w="med" type="triangle"/>
          </a:ln>
        </p:spPr>
      </p:cxnSp>
      <p:sp>
        <p:nvSpPr>
          <p:cNvPr id="453" name="Google Shape;453;p4"/>
          <p:cNvSpPr txBox="1"/>
          <p:nvPr/>
        </p:nvSpPr>
        <p:spPr>
          <a:xfrm>
            <a:off x="2106613" y="5133976"/>
            <a:ext cx="2093912" cy="58102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Client host address</a:t>
            </a:r>
            <a:endParaRPr/>
          </a:p>
          <a:p>
            <a:pPr indent="0" lvl="0" marL="0" marR="0" rtl="0" algn="ctr">
              <a:spcBef>
                <a:spcPts val="0"/>
              </a:spcBef>
              <a:spcAft>
                <a:spcPts val="0"/>
              </a:spcAft>
              <a:buNone/>
            </a:pPr>
            <a:r>
              <a:rPr b="1" lang="en-US" sz="1600">
                <a:solidFill>
                  <a:srgbClr val="FF0000"/>
                </a:solidFill>
                <a:latin typeface="Comic Sans MS"/>
                <a:ea typeface="Comic Sans MS"/>
                <a:cs typeface="Comic Sans MS"/>
                <a:sym typeface="Comic Sans MS"/>
              </a:rPr>
              <a:t>128.2.194.242</a:t>
            </a:r>
            <a:r>
              <a:rPr b="1" lang="en-US" sz="1600">
                <a:solidFill>
                  <a:schemeClr val="dk1"/>
                </a:solidFill>
                <a:latin typeface="Comic Sans MS"/>
                <a:ea typeface="Comic Sans MS"/>
                <a:cs typeface="Comic Sans MS"/>
                <a:sym typeface="Comic Sans MS"/>
              </a:rPr>
              <a:t> </a:t>
            </a:r>
            <a:endParaRPr b="1" sz="2400">
              <a:solidFill>
                <a:schemeClr val="dk1"/>
              </a:solidFill>
              <a:latin typeface="Comic Sans MS"/>
              <a:ea typeface="Comic Sans MS"/>
              <a:cs typeface="Comic Sans MS"/>
              <a:sym typeface="Comic Sans MS"/>
            </a:endParaRPr>
          </a:p>
        </p:txBody>
      </p:sp>
      <p:sp>
        <p:nvSpPr>
          <p:cNvPr id="454" name="Google Shape;454;p4"/>
          <p:cNvSpPr txBox="1"/>
          <p:nvPr/>
        </p:nvSpPr>
        <p:spPr>
          <a:xfrm>
            <a:off x="7942264" y="5133976"/>
            <a:ext cx="2205037" cy="581025"/>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Server host address</a:t>
            </a:r>
            <a:endParaRPr/>
          </a:p>
          <a:p>
            <a:pPr indent="0" lvl="0" marL="0" marR="0" rtl="0" algn="ctr">
              <a:spcBef>
                <a:spcPts val="0"/>
              </a:spcBef>
              <a:spcAft>
                <a:spcPts val="0"/>
              </a:spcAft>
              <a:buNone/>
            </a:pPr>
            <a:r>
              <a:rPr b="1" lang="en-US" sz="1600">
                <a:solidFill>
                  <a:srgbClr val="9966FF"/>
                </a:solidFill>
                <a:latin typeface="Comic Sans MS"/>
                <a:ea typeface="Comic Sans MS"/>
                <a:cs typeface="Comic Sans MS"/>
                <a:sym typeface="Comic Sans MS"/>
              </a:rPr>
              <a:t>208.216.181.15</a:t>
            </a:r>
            <a:endParaRPr/>
          </a:p>
        </p:txBody>
      </p:sp>
      <p:sp>
        <p:nvSpPr>
          <p:cNvPr id="455" name="Google Shape;455;p4"/>
          <p:cNvSpPr txBox="1"/>
          <p:nvPr>
            <p:ph idx="1" type="body"/>
          </p:nvPr>
        </p:nvSpPr>
        <p:spPr>
          <a:xfrm>
            <a:off x="1981200" y="1600201"/>
            <a:ext cx="8229600" cy="1846263"/>
          </a:xfrm>
          <a:prstGeom prst="rect">
            <a:avLst/>
          </a:prstGeom>
          <a:noFill/>
          <a:ln>
            <a:noFill/>
          </a:ln>
        </p:spPr>
        <p:txBody>
          <a:bodyPr anchorCtr="0" anchor="t" bIns="44425" lIns="90475" spcFirstLastPara="1" rIns="90475" wrap="square" tIns="44425">
            <a:normAutofit/>
          </a:bodyPr>
          <a:lstStyle/>
          <a:p>
            <a:pPr indent="-228600" lvl="0" marL="228600" rtl="0" algn="l">
              <a:lnSpc>
                <a:spcPct val="80000"/>
              </a:lnSpc>
              <a:spcBef>
                <a:spcPts val="0"/>
              </a:spcBef>
              <a:spcAft>
                <a:spcPts val="0"/>
              </a:spcAft>
              <a:buClr>
                <a:schemeClr val="dk1"/>
              </a:buClr>
              <a:buSzPts val="2000"/>
              <a:buChar char="•"/>
            </a:pPr>
            <a:r>
              <a:rPr lang="en-US" sz="2000"/>
              <a:t>Address the machine on the network</a:t>
            </a:r>
            <a:endParaRPr/>
          </a:p>
          <a:p>
            <a:pPr indent="-228600" lvl="1" marL="685800" rtl="0" algn="l">
              <a:lnSpc>
                <a:spcPct val="80000"/>
              </a:lnSpc>
              <a:spcBef>
                <a:spcPts val="500"/>
              </a:spcBef>
              <a:spcAft>
                <a:spcPts val="0"/>
              </a:spcAft>
              <a:buClr>
                <a:schemeClr val="dk1"/>
              </a:buClr>
              <a:buSzPts val="1800"/>
              <a:buChar char="•"/>
            </a:pPr>
            <a:r>
              <a:rPr lang="en-US" sz="1800"/>
              <a:t>By IP address </a:t>
            </a:r>
            <a:endParaRPr/>
          </a:p>
          <a:p>
            <a:pPr indent="-228600" lvl="0" marL="228600" rtl="0" algn="l">
              <a:lnSpc>
                <a:spcPct val="80000"/>
              </a:lnSpc>
              <a:spcBef>
                <a:spcPts val="1000"/>
              </a:spcBef>
              <a:spcAft>
                <a:spcPts val="0"/>
              </a:spcAft>
              <a:buClr>
                <a:schemeClr val="dk1"/>
              </a:buClr>
              <a:buSzPts val="2000"/>
              <a:buChar char="•"/>
            </a:pPr>
            <a:r>
              <a:rPr lang="en-US" sz="2000"/>
              <a:t>Address the process</a:t>
            </a:r>
            <a:endParaRPr/>
          </a:p>
          <a:p>
            <a:pPr indent="-228600" lvl="1" marL="685800" rtl="0" algn="l">
              <a:lnSpc>
                <a:spcPct val="80000"/>
              </a:lnSpc>
              <a:spcBef>
                <a:spcPts val="500"/>
              </a:spcBef>
              <a:spcAft>
                <a:spcPts val="0"/>
              </a:spcAft>
              <a:buClr>
                <a:schemeClr val="dk1"/>
              </a:buClr>
              <a:buSzPts val="1800"/>
              <a:buChar char="•"/>
            </a:pPr>
            <a:r>
              <a:rPr lang="en-US" sz="1800"/>
              <a:t>By the “port”-number</a:t>
            </a:r>
            <a:endParaRPr/>
          </a:p>
          <a:p>
            <a:pPr indent="-228600" lvl="0" marL="228600" rtl="0" algn="l">
              <a:lnSpc>
                <a:spcPct val="80000"/>
              </a:lnSpc>
              <a:spcBef>
                <a:spcPts val="1000"/>
              </a:spcBef>
              <a:spcAft>
                <a:spcPts val="0"/>
              </a:spcAft>
              <a:buClr>
                <a:schemeClr val="dk1"/>
              </a:buClr>
              <a:buSzPts val="2000"/>
              <a:buChar char="•"/>
            </a:pPr>
            <a:r>
              <a:rPr lang="en-US" sz="2000"/>
              <a:t>The pair of </a:t>
            </a:r>
            <a:r>
              <a:rPr i="1" lang="en-US" sz="2000"/>
              <a:t>IP-address + port </a:t>
            </a:r>
            <a:r>
              <a:rPr lang="en-US" sz="2000"/>
              <a:t>– makes up a “</a:t>
            </a:r>
            <a:r>
              <a:rPr i="1" lang="en-US" sz="2000"/>
              <a:t>socket-address”</a:t>
            </a:r>
            <a:endParaRPr/>
          </a:p>
        </p:txBody>
      </p:sp>
      <p:sp>
        <p:nvSpPr>
          <p:cNvPr id="456" name="Google Shape;456;p4"/>
          <p:cNvSpPr txBox="1"/>
          <p:nvPr/>
        </p:nvSpPr>
        <p:spPr>
          <a:xfrm>
            <a:off x="2030414" y="5954713"/>
            <a:ext cx="2638425" cy="754062"/>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i="1" lang="en-US" sz="1600">
                <a:solidFill>
                  <a:schemeClr val="dk1"/>
                </a:solidFill>
                <a:latin typeface="Comic Sans MS"/>
                <a:ea typeface="Comic Sans MS"/>
                <a:cs typeface="Comic Sans MS"/>
                <a:sym typeface="Comic Sans MS"/>
              </a:rPr>
              <a:t>Note: </a:t>
            </a:r>
            <a:r>
              <a:rPr b="1" i="1" lang="en-US" sz="1600">
                <a:solidFill>
                  <a:srgbClr val="00FF00"/>
                </a:solidFill>
                <a:latin typeface="Comic Sans MS"/>
                <a:ea typeface="Comic Sans MS"/>
                <a:cs typeface="Comic Sans MS"/>
                <a:sym typeface="Comic Sans MS"/>
              </a:rPr>
              <a:t>3479</a:t>
            </a:r>
            <a:r>
              <a:rPr b="1" i="1" lang="en-US" sz="1600">
                <a:solidFill>
                  <a:schemeClr val="dk1"/>
                </a:solidFill>
                <a:latin typeface="Comic Sans MS"/>
                <a:ea typeface="Comic Sans MS"/>
                <a:cs typeface="Comic Sans MS"/>
                <a:sym typeface="Comic Sans MS"/>
              </a:rPr>
              <a:t> is an</a:t>
            </a:r>
            <a:endParaRPr/>
          </a:p>
          <a:p>
            <a:pPr indent="0" lvl="0" marL="0" marR="0" rtl="0" algn="ctr">
              <a:lnSpc>
                <a:spcPct val="90000"/>
              </a:lnSpc>
              <a:spcBef>
                <a:spcPts val="0"/>
              </a:spcBef>
              <a:spcAft>
                <a:spcPts val="0"/>
              </a:spcAft>
              <a:buNone/>
            </a:pPr>
            <a:r>
              <a:rPr b="1" i="1" lang="en-US" sz="1600">
                <a:solidFill>
                  <a:schemeClr val="dk1"/>
                </a:solidFill>
                <a:latin typeface="Comic Sans MS"/>
                <a:ea typeface="Comic Sans MS"/>
                <a:cs typeface="Comic Sans MS"/>
                <a:sym typeface="Comic Sans MS"/>
              </a:rPr>
              <a:t>ephemeral port allocated</a:t>
            </a:r>
            <a:endParaRPr/>
          </a:p>
          <a:p>
            <a:pPr indent="0" lvl="0" marL="0" marR="0" rtl="0" algn="ctr">
              <a:lnSpc>
                <a:spcPct val="90000"/>
              </a:lnSpc>
              <a:spcBef>
                <a:spcPts val="0"/>
              </a:spcBef>
              <a:spcAft>
                <a:spcPts val="0"/>
              </a:spcAft>
              <a:buNone/>
            </a:pPr>
            <a:r>
              <a:rPr b="1" i="1" lang="en-US" sz="1600">
                <a:solidFill>
                  <a:schemeClr val="dk1"/>
                </a:solidFill>
                <a:latin typeface="Comic Sans MS"/>
                <a:ea typeface="Comic Sans MS"/>
                <a:cs typeface="Comic Sans MS"/>
                <a:sym typeface="Comic Sans MS"/>
              </a:rPr>
              <a:t>by the kernel </a:t>
            </a:r>
            <a:endParaRPr/>
          </a:p>
        </p:txBody>
      </p:sp>
      <p:sp>
        <p:nvSpPr>
          <p:cNvPr id="457" name="Google Shape;457;p4"/>
          <p:cNvSpPr txBox="1"/>
          <p:nvPr/>
        </p:nvSpPr>
        <p:spPr>
          <a:xfrm>
            <a:off x="7405688" y="5946775"/>
            <a:ext cx="3179762" cy="533400"/>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None/>
            </a:pPr>
            <a:r>
              <a:rPr b="1" i="1" lang="en-US" sz="1600">
                <a:solidFill>
                  <a:schemeClr val="dk1"/>
                </a:solidFill>
                <a:latin typeface="Comic Sans MS"/>
                <a:ea typeface="Comic Sans MS"/>
                <a:cs typeface="Comic Sans MS"/>
                <a:sym typeface="Comic Sans MS"/>
              </a:rPr>
              <a:t>Note: </a:t>
            </a:r>
            <a:r>
              <a:rPr b="1" i="1" lang="en-US" sz="1600">
                <a:solidFill>
                  <a:srgbClr val="00FFFF"/>
                </a:solidFill>
                <a:latin typeface="Comic Sans MS"/>
                <a:ea typeface="Comic Sans MS"/>
                <a:cs typeface="Comic Sans MS"/>
                <a:sym typeface="Comic Sans MS"/>
              </a:rPr>
              <a:t>80</a:t>
            </a:r>
            <a:r>
              <a:rPr b="1" i="1" lang="en-US" sz="1600">
                <a:solidFill>
                  <a:schemeClr val="dk1"/>
                </a:solidFill>
                <a:latin typeface="Comic Sans MS"/>
                <a:ea typeface="Comic Sans MS"/>
                <a:cs typeface="Comic Sans MS"/>
                <a:sym typeface="Comic Sans MS"/>
              </a:rPr>
              <a:t> is a well-known port</a:t>
            </a:r>
            <a:endParaRPr/>
          </a:p>
          <a:p>
            <a:pPr indent="0" lvl="0" marL="0" marR="0" rtl="0" algn="ctr">
              <a:lnSpc>
                <a:spcPct val="90000"/>
              </a:lnSpc>
              <a:spcBef>
                <a:spcPts val="0"/>
              </a:spcBef>
              <a:spcAft>
                <a:spcPts val="0"/>
              </a:spcAft>
              <a:buNone/>
            </a:pPr>
            <a:r>
              <a:rPr b="1" i="1" lang="en-US" sz="1600">
                <a:solidFill>
                  <a:schemeClr val="dk1"/>
                </a:solidFill>
                <a:latin typeface="Comic Sans MS"/>
                <a:ea typeface="Comic Sans MS"/>
                <a:cs typeface="Comic Sans MS"/>
                <a:sym typeface="Comic Sans MS"/>
              </a:rPr>
              <a:t>associated with Web servers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1" name="Shape 461"/>
        <p:cNvGrpSpPr/>
        <p:nvPr/>
      </p:nvGrpSpPr>
      <p:grpSpPr>
        <a:xfrm>
          <a:off x="0" y="0"/>
          <a:ext cx="0" cy="0"/>
          <a:chOff x="0" y="0"/>
          <a:chExt cx="0" cy="0"/>
        </a:xfrm>
      </p:grpSpPr>
      <p:sp>
        <p:nvSpPr>
          <p:cNvPr id="462" name="Google Shape;462;p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3" name="Google Shape;463;p5"/>
          <p:cNvSpPr/>
          <p:nvPr/>
        </p:nvSpPr>
        <p:spPr>
          <a:xfrm flipH="1" rot="5400000">
            <a:off x="-638515" y="639280"/>
            <a:ext cx="6858000" cy="5579440"/>
          </a:xfrm>
          <a:prstGeom prst="rect">
            <a:avLst/>
          </a:prstGeom>
          <a:gradFill>
            <a:gsLst>
              <a:gs pos="0">
                <a:srgbClr val="000000"/>
              </a:gs>
              <a:gs pos="8000">
                <a:srgbClr val="000000"/>
              </a:gs>
              <a:gs pos="100000">
                <a:srgbClr val="0F4861"/>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4" name="Google Shape;464;p5"/>
          <p:cNvSpPr/>
          <p:nvPr/>
        </p:nvSpPr>
        <p:spPr>
          <a:xfrm flipH="1" rot="5400000">
            <a:off x="-393206" y="395206"/>
            <a:ext cx="6346209" cy="5576080"/>
          </a:xfrm>
          <a:prstGeom prst="rect">
            <a:avLst/>
          </a:prstGeom>
          <a:gradFill>
            <a:gsLst>
              <a:gs pos="0">
                <a:srgbClr val="000000">
                  <a:alpha val="0"/>
                </a:srgbClr>
              </a:gs>
              <a:gs pos="99000">
                <a:srgbClr val="156082">
                  <a:alpha val="0"/>
                </a:srgbClr>
              </a:gs>
              <a:gs pos="100000">
                <a:srgbClr val="156082">
                  <a:alpha val="0"/>
                </a:srgbClr>
              </a:gs>
            </a:gsLst>
            <a:lin ang="1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5" name="Google Shape;465;p5"/>
          <p:cNvSpPr/>
          <p:nvPr/>
        </p:nvSpPr>
        <p:spPr>
          <a:xfrm flipH="1" rot="5400000">
            <a:off x="1528907" y="2818967"/>
            <a:ext cx="2501979" cy="5576080"/>
          </a:xfrm>
          <a:prstGeom prst="rect">
            <a:avLst/>
          </a:prstGeom>
          <a:gradFill>
            <a:gsLst>
              <a:gs pos="0">
                <a:srgbClr val="156082">
                  <a:alpha val="28627"/>
                </a:srgbClr>
              </a:gs>
              <a:gs pos="2000">
                <a:srgbClr val="156082">
                  <a:alpha val="28627"/>
                </a:srgbClr>
              </a:gs>
              <a:gs pos="100000">
                <a:srgbClr val="000000">
                  <a:alpha val="29803"/>
                </a:srgbClr>
              </a:gs>
            </a:gsLst>
            <a:lin ang="7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6" name="Google Shape;466;p5"/>
          <p:cNvSpPr/>
          <p:nvPr/>
        </p:nvSpPr>
        <p:spPr>
          <a:xfrm flipH="1" rot="5400000">
            <a:off x="-425002" y="852793"/>
            <a:ext cx="6858001" cy="5152412"/>
          </a:xfrm>
          <a:prstGeom prst="rect">
            <a:avLst/>
          </a:prstGeom>
          <a:gradFill>
            <a:gsLst>
              <a:gs pos="0">
                <a:srgbClr val="000000">
                  <a:alpha val="0"/>
                </a:srgbClr>
              </a:gs>
              <a:gs pos="99000">
                <a:srgbClr val="156082">
                  <a:alpha val="10980"/>
                </a:srgbClr>
              </a:gs>
              <a:gs pos="100000">
                <a:srgbClr val="156082">
                  <a:alpha val="10980"/>
                </a:srgbClr>
              </a:gs>
            </a:gsLst>
            <a:lin ang="7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7" name="Google Shape;467;p5"/>
          <p:cNvSpPr/>
          <p:nvPr/>
        </p:nvSpPr>
        <p:spPr>
          <a:xfrm rot="6097846">
            <a:off x="818753" y="1128497"/>
            <a:ext cx="4318303" cy="4318303"/>
          </a:xfrm>
          <a:prstGeom prst="ellipse">
            <a:avLst/>
          </a:prstGeom>
          <a:gradFill>
            <a:gsLst>
              <a:gs pos="0">
                <a:srgbClr val="156082">
                  <a:alpha val="0"/>
                </a:srgbClr>
              </a:gs>
              <a:gs pos="39000">
                <a:srgbClr val="156082">
                  <a:alpha val="0"/>
                </a:srgbClr>
              </a:gs>
              <a:gs pos="100000">
                <a:srgbClr val="43AFE2">
                  <a:alpha val="14901"/>
                </a:srgbClr>
              </a:gs>
            </a:gsLst>
            <a:lin ang="17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468" name="Google Shape;468;p5"/>
          <p:cNvSpPr txBox="1"/>
          <p:nvPr>
            <p:ph type="title"/>
          </p:nvPr>
        </p:nvSpPr>
        <p:spPr>
          <a:xfrm>
            <a:off x="826396" y="586855"/>
            <a:ext cx="4230100" cy="3387497"/>
          </a:xfrm>
          <a:prstGeom prst="rect">
            <a:avLst/>
          </a:prstGeom>
          <a:noFill/>
          <a:ln>
            <a:noFill/>
          </a:ln>
        </p:spPr>
        <p:txBody>
          <a:bodyPr anchorCtr="0" anchor="b" bIns="45700" lIns="91425" spcFirstLastPara="1" rIns="91425" wrap="square" tIns="45700">
            <a:normAutofit/>
          </a:bodyPr>
          <a:lstStyle/>
          <a:p>
            <a:pPr indent="0" lvl="0" marL="0" rtl="0" algn="r">
              <a:lnSpc>
                <a:spcPct val="90000"/>
              </a:lnSpc>
              <a:spcBef>
                <a:spcPts val="0"/>
              </a:spcBef>
              <a:spcAft>
                <a:spcPts val="0"/>
              </a:spcAft>
              <a:buClr>
                <a:srgbClr val="FFFFFF"/>
              </a:buClr>
              <a:buSzPts val="4000"/>
              <a:buFont typeface="Play"/>
              <a:buNone/>
            </a:pPr>
            <a:r>
              <a:rPr lang="en-US" sz="4000">
                <a:solidFill>
                  <a:srgbClr val="FFFFFF"/>
                </a:solidFill>
              </a:rPr>
              <a:t>Clients</a:t>
            </a:r>
            <a:endParaRPr/>
          </a:p>
        </p:txBody>
      </p:sp>
      <p:sp>
        <p:nvSpPr>
          <p:cNvPr id="469" name="Google Shape;469;p5"/>
          <p:cNvSpPr txBox="1"/>
          <p:nvPr>
            <p:ph idx="1" type="body"/>
          </p:nvPr>
        </p:nvSpPr>
        <p:spPr>
          <a:xfrm>
            <a:off x="6503158" y="649480"/>
            <a:ext cx="4862447" cy="5546047"/>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Examples of client programs</a:t>
            </a:r>
            <a:endParaRPr/>
          </a:p>
          <a:p>
            <a:pPr indent="-228600" lvl="1" marL="685800" rtl="0" algn="l">
              <a:lnSpc>
                <a:spcPct val="90000"/>
              </a:lnSpc>
              <a:spcBef>
                <a:spcPts val="500"/>
              </a:spcBef>
              <a:spcAft>
                <a:spcPts val="0"/>
              </a:spcAft>
              <a:buClr>
                <a:schemeClr val="dk1"/>
              </a:buClr>
              <a:buSzPts val="2000"/>
              <a:buChar char="•"/>
            </a:pPr>
            <a:r>
              <a:rPr lang="en-US" sz="2000"/>
              <a:t>Web browsers, </a:t>
            </a:r>
            <a:r>
              <a:rPr lang="en-US" sz="2000">
                <a:latin typeface="Courier New"/>
                <a:ea typeface="Courier New"/>
                <a:cs typeface="Courier New"/>
                <a:sym typeface="Courier New"/>
              </a:rPr>
              <a:t>ftp</a:t>
            </a:r>
            <a:r>
              <a:rPr lang="en-US" sz="2000"/>
              <a:t>, </a:t>
            </a:r>
            <a:r>
              <a:rPr lang="en-US" sz="2000">
                <a:latin typeface="Courier New"/>
                <a:ea typeface="Courier New"/>
                <a:cs typeface="Courier New"/>
                <a:sym typeface="Courier New"/>
              </a:rPr>
              <a:t>telnet</a:t>
            </a:r>
            <a:r>
              <a:rPr lang="en-US" sz="2000"/>
              <a:t>, </a:t>
            </a:r>
            <a:r>
              <a:rPr lang="en-US" sz="2000">
                <a:latin typeface="Courier New"/>
                <a:ea typeface="Courier New"/>
                <a:cs typeface="Courier New"/>
                <a:sym typeface="Courier New"/>
              </a:rPr>
              <a:t>ssh</a:t>
            </a:r>
            <a:endParaRPr/>
          </a:p>
          <a:p>
            <a:pPr indent="-228600" lvl="0" marL="228600" rtl="0" algn="l">
              <a:lnSpc>
                <a:spcPct val="90000"/>
              </a:lnSpc>
              <a:spcBef>
                <a:spcPts val="1000"/>
              </a:spcBef>
              <a:spcAft>
                <a:spcPts val="0"/>
              </a:spcAft>
              <a:buClr>
                <a:schemeClr val="dk1"/>
              </a:buClr>
              <a:buSzPts val="2000"/>
              <a:buChar char="•"/>
            </a:pPr>
            <a:r>
              <a:rPr lang="en-US" sz="2000"/>
              <a:t>How does a client find the server?</a:t>
            </a:r>
            <a:endParaRPr/>
          </a:p>
          <a:p>
            <a:pPr indent="-228600" lvl="1" marL="685800" rtl="0" algn="l">
              <a:lnSpc>
                <a:spcPct val="90000"/>
              </a:lnSpc>
              <a:spcBef>
                <a:spcPts val="500"/>
              </a:spcBef>
              <a:spcAft>
                <a:spcPts val="0"/>
              </a:spcAft>
              <a:buClr>
                <a:schemeClr val="dk1"/>
              </a:buClr>
              <a:buSzPts val="2000"/>
              <a:buChar char="•"/>
            </a:pPr>
            <a:r>
              <a:rPr lang="en-US" sz="2000"/>
              <a:t>The IP address in the server socket address identifies the host</a:t>
            </a:r>
            <a:endParaRPr/>
          </a:p>
          <a:p>
            <a:pPr indent="-228600" lvl="1" marL="685800" rtl="0" algn="l">
              <a:lnSpc>
                <a:spcPct val="90000"/>
              </a:lnSpc>
              <a:spcBef>
                <a:spcPts val="500"/>
              </a:spcBef>
              <a:spcAft>
                <a:spcPts val="0"/>
              </a:spcAft>
              <a:buClr>
                <a:schemeClr val="dk1"/>
              </a:buClr>
              <a:buSzPts val="2000"/>
              <a:buChar char="•"/>
            </a:pPr>
            <a:r>
              <a:rPr lang="en-US" sz="2000"/>
              <a:t>The (well-known) port in the server socket address identifies the service, and thus implicitly identifies the server process that performs that service.</a:t>
            </a:r>
            <a:endParaRPr/>
          </a:p>
          <a:p>
            <a:pPr indent="-228600" lvl="1" marL="685800" rtl="0" algn="l">
              <a:lnSpc>
                <a:spcPct val="90000"/>
              </a:lnSpc>
              <a:spcBef>
                <a:spcPts val="500"/>
              </a:spcBef>
              <a:spcAft>
                <a:spcPts val="0"/>
              </a:spcAft>
              <a:buClr>
                <a:schemeClr val="dk1"/>
              </a:buClr>
              <a:buSzPts val="2000"/>
              <a:buChar char="•"/>
            </a:pPr>
            <a:r>
              <a:rPr lang="en-US" sz="2000"/>
              <a:t>Examples of well known ports</a:t>
            </a:r>
            <a:endParaRPr/>
          </a:p>
          <a:p>
            <a:pPr indent="-228600" lvl="2" marL="1143000" rtl="0" algn="l">
              <a:lnSpc>
                <a:spcPct val="90000"/>
              </a:lnSpc>
              <a:spcBef>
                <a:spcPts val="500"/>
              </a:spcBef>
              <a:spcAft>
                <a:spcPts val="0"/>
              </a:spcAft>
              <a:buClr>
                <a:schemeClr val="dk1"/>
              </a:buClr>
              <a:buSzPts val="2000"/>
              <a:buChar char="•"/>
            </a:pPr>
            <a:r>
              <a:rPr lang="en-US"/>
              <a:t>Port 7: Echo server</a:t>
            </a:r>
            <a:endParaRPr/>
          </a:p>
          <a:p>
            <a:pPr indent="-228600" lvl="2" marL="1143000" rtl="0" algn="l">
              <a:lnSpc>
                <a:spcPct val="90000"/>
              </a:lnSpc>
              <a:spcBef>
                <a:spcPts val="500"/>
              </a:spcBef>
              <a:spcAft>
                <a:spcPts val="0"/>
              </a:spcAft>
              <a:buClr>
                <a:schemeClr val="dk1"/>
              </a:buClr>
              <a:buSzPts val="2000"/>
              <a:buChar char="•"/>
            </a:pPr>
            <a:r>
              <a:rPr lang="en-US"/>
              <a:t>Port 23: Telnet server</a:t>
            </a:r>
            <a:endParaRPr/>
          </a:p>
          <a:p>
            <a:pPr indent="-228600" lvl="2" marL="1143000" rtl="0" algn="l">
              <a:lnSpc>
                <a:spcPct val="90000"/>
              </a:lnSpc>
              <a:spcBef>
                <a:spcPts val="500"/>
              </a:spcBef>
              <a:spcAft>
                <a:spcPts val="0"/>
              </a:spcAft>
              <a:buClr>
                <a:schemeClr val="dk1"/>
              </a:buClr>
              <a:buSzPts val="2000"/>
              <a:buChar char="•"/>
            </a:pPr>
            <a:r>
              <a:rPr lang="en-US"/>
              <a:t>Port 25: Mail server</a:t>
            </a:r>
            <a:endParaRPr/>
          </a:p>
          <a:p>
            <a:pPr indent="-228600" lvl="2" marL="1143000" rtl="0" algn="l">
              <a:lnSpc>
                <a:spcPct val="90000"/>
              </a:lnSpc>
              <a:spcBef>
                <a:spcPts val="500"/>
              </a:spcBef>
              <a:spcAft>
                <a:spcPts val="0"/>
              </a:spcAft>
              <a:buClr>
                <a:schemeClr val="dk1"/>
              </a:buClr>
              <a:buSzPts val="2000"/>
              <a:buChar char="•"/>
            </a:pPr>
            <a:r>
              <a:rPr lang="en-US"/>
              <a:t>Port 80: Web server</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
          <p:cNvSpPr/>
          <p:nvPr/>
        </p:nvSpPr>
        <p:spPr>
          <a:xfrm>
            <a:off x="1905000" y="2425700"/>
            <a:ext cx="1295400" cy="1143000"/>
          </a:xfrm>
          <a:prstGeom prst="rect">
            <a:avLst/>
          </a:prstGeom>
          <a:solidFill>
            <a:srgbClr val="FFFF99"/>
          </a:solidFill>
          <a:ln cap="flat" cmpd="sng" w="254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5" name="Google Shape;475;p6"/>
          <p:cNvSpPr/>
          <p:nvPr/>
        </p:nvSpPr>
        <p:spPr>
          <a:xfrm>
            <a:off x="6324600" y="1949450"/>
            <a:ext cx="3505200" cy="1981200"/>
          </a:xfrm>
          <a:prstGeom prst="rect">
            <a:avLst/>
          </a:prstGeom>
          <a:solidFill>
            <a:srgbClr val="FFFF99"/>
          </a:solidFill>
          <a:ln cap="flat" cmpd="sng" w="254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6" name="Google Shape;476;p6"/>
          <p:cNvSpPr/>
          <p:nvPr/>
        </p:nvSpPr>
        <p:spPr>
          <a:xfrm>
            <a:off x="1905000" y="4895850"/>
            <a:ext cx="1295400" cy="1143000"/>
          </a:xfrm>
          <a:prstGeom prst="rect">
            <a:avLst/>
          </a:prstGeom>
          <a:solidFill>
            <a:srgbClr val="FFFF99"/>
          </a:solidFill>
          <a:ln cap="flat" cmpd="sng" w="254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7" name="Google Shape;477;p6"/>
          <p:cNvSpPr/>
          <p:nvPr/>
        </p:nvSpPr>
        <p:spPr>
          <a:xfrm>
            <a:off x="6324600" y="4419600"/>
            <a:ext cx="3505200" cy="1981200"/>
          </a:xfrm>
          <a:prstGeom prst="rect">
            <a:avLst/>
          </a:prstGeom>
          <a:solidFill>
            <a:srgbClr val="FFFF99"/>
          </a:solidFill>
          <a:ln cap="flat" cmpd="sng" w="25400">
            <a:solidFill>
              <a:schemeClr val="dk1"/>
            </a:solidFill>
            <a:prstDash val="dot"/>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8" name="Google Shape;478;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Using Ports to Identify Services</a:t>
            </a:r>
            <a:endParaRPr/>
          </a:p>
        </p:txBody>
      </p:sp>
      <p:sp>
        <p:nvSpPr>
          <p:cNvPr id="479" name="Google Shape;479;p6"/>
          <p:cNvSpPr/>
          <p:nvPr/>
        </p:nvSpPr>
        <p:spPr>
          <a:xfrm>
            <a:off x="7834313" y="2068514"/>
            <a:ext cx="1746250" cy="796925"/>
          </a:xfrm>
          <a:prstGeom prst="ellipse">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Web server</a:t>
            </a:r>
            <a:endParaRPr/>
          </a:p>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(port 80)</a:t>
            </a:r>
            <a:endParaRPr/>
          </a:p>
        </p:txBody>
      </p:sp>
      <p:sp>
        <p:nvSpPr>
          <p:cNvPr id="480" name="Google Shape;480;p6"/>
          <p:cNvSpPr txBox="1"/>
          <p:nvPr/>
        </p:nvSpPr>
        <p:spPr>
          <a:xfrm>
            <a:off x="1889125" y="2060575"/>
            <a:ext cx="1244600"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Comic Sans MS"/>
                <a:ea typeface="Comic Sans MS"/>
                <a:cs typeface="Comic Sans MS"/>
                <a:sym typeface="Comic Sans MS"/>
              </a:rPr>
              <a:t>Client host</a:t>
            </a:r>
            <a:endParaRPr/>
          </a:p>
        </p:txBody>
      </p:sp>
      <p:sp>
        <p:nvSpPr>
          <p:cNvPr id="481" name="Google Shape;481;p6"/>
          <p:cNvSpPr txBox="1"/>
          <p:nvPr/>
        </p:nvSpPr>
        <p:spPr>
          <a:xfrm>
            <a:off x="6553201" y="1603375"/>
            <a:ext cx="2949575" cy="3365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Comic Sans MS"/>
                <a:ea typeface="Comic Sans MS"/>
                <a:cs typeface="Comic Sans MS"/>
                <a:sym typeface="Comic Sans MS"/>
              </a:rPr>
              <a:t>Server host 128.2.194.242</a:t>
            </a:r>
            <a:endParaRPr/>
          </a:p>
        </p:txBody>
      </p:sp>
      <p:cxnSp>
        <p:nvCxnSpPr>
          <p:cNvPr id="482" name="Google Shape;482;p6"/>
          <p:cNvCxnSpPr/>
          <p:nvPr/>
        </p:nvCxnSpPr>
        <p:spPr>
          <a:xfrm>
            <a:off x="3048000" y="2940050"/>
            <a:ext cx="3429000" cy="0"/>
          </a:xfrm>
          <a:prstGeom prst="straightConnector1">
            <a:avLst/>
          </a:prstGeom>
          <a:noFill/>
          <a:ln cap="flat" cmpd="sng" w="25400">
            <a:solidFill>
              <a:schemeClr val="dk1"/>
            </a:solidFill>
            <a:prstDash val="solid"/>
            <a:round/>
            <a:headEnd len="med" w="med" type="none"/>
            <a:tailEnd len="med" w="med" type="triangle"/>
          </a:ln>
        </p:spPr>
      </p:cxnSp>
      <p:sp>
        <p:nvSpPr>
          <p:cNvPr id="483" name="Google Shape;483;p6"/>
          <p:cNvSpPr/>
          <p:nvPr/>
        </p:nvSpPr>
        <p:spPr>
          <a:xfrm>
            <a:off x="7848600" y="3016251"/>
            <a:ext cx="1746250" cy="796925"/>
          </a:xfrm>
          <a:prstGeom prst="ellipse">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Echo server</a:t>
            </a:r>
            <a:endParaRPr/>
          </a:p>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(port 7)</a:t>
            </a:r>
            <a:endParaRPr/>
          </a:p>
        </p:txBody>
      </p:sp>
      <p:sp>
        <p:nvSpPr>
          <p:cNvPr id="484" name="Google Shape;484;p6"/>
          <p:cNvSpPr txBox="1"/>
          <p:nvPr/>
        </p:nvSpPr>
        <p:spPr>
          <a:xfrm>
            <a:off x="3505200" y="2114550"/>
            <a:ext cx="2654300" cy="825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Service request for</a:t>
            </a:r>
            <a:endParaRPr/>
          </a:p>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128.2.194.242:80</a:t>
            </a:r>
            <a:endParaRPr/>
          </a:p>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(i.e., the Web server)</a:t>
            </a:r>
            <a:endParaRPr/>
          </a:p>
        </p:txBody>
      </p:sp>
      <p:cxnSp>
        <p:nvCxnSpPr>
          <p:cNvPr id="485" name="Google Shape;485;p6"/>
          <p:cNvCxnSpPr/>
          <p:nvPr/>
        </p:nvCxnSpPr>
        <p:spPr>
          <a:xfrm flipH="1" rot="10800000">
            <a:off x="7467600" y="2635250"/>
            <a:ext cx="457200" cy="228600"/>
          </a:xfrm>
          <a:prstGeom prst="straightConnector1">
            <a:avLst/>
          </a:prstGeom>
          <a:noFill/>
          <a:ln cap="flat" cmpd="sng" w="25400">
            <a:solidFill>
              <a:schemeClr val="dk1"/>
            </a:solidFill>
            <a:prstDash val="solid"/>
            <a:round/>
            <a:headEnd len="med" w="med" type="none"/>
            <a:tailEnd len="med" w="med" type="triangle"/>
          </a:ln>
        </p:spPr>
      </p:cxnSp>
      <p:sp>
        <p:nvSpPr>
          <p:cNvPr id="486" name="Google Shape;486;p6"/>
          <p:cNvSpPr/>
          <p:nvPr/>
        </p:nvSpPr>
        <p:spPr>
          <a:xfrm>
            <a:off x="7834313" y="4538664"/>
            <a:ext cx="1746250" cy="796925"/>
          </a:xfrm>
          <a:prstGeom prst="ellipse">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Web server</a:t>
            </a:r>
            <a:endParaRPr/>
          </a:p>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(port 80)</a:t>
            </a:r>
            <a:endParaRPr/>
          </a:p>
        </p:txBody>
      </p:sp>
      <p:cxnSp>
        <p:nvCxnSpPr>
          <p:cNvPr id="487" name="Google Shape;487;p6"/>
          <p:cNvCxnSpPr/>
          <p:nvPr/>
        </p:nvCxnSpPr>
        <p:spPr>
          <a:xfrm>
            <a:off x="3048000" y="5410200"/>
            <a:ext cx="3429000" cy="0"/>
          </a:xfrm>
          <a:prstGeom prst="straightConnector1">
            <a:avLst/>
          </a:prstGeom>
          <a:noFill/>
          <a:ln cap="flat" cmpd="sng" w="25400">
            <a:solidFill>
              <a:schemeClr val="dk1"/>
            </a:solidFill>
            <a:prstDash val="solid"/>
            <a:round/>
            <a:headEnd len="med" w="med" type="none"/>
            <a:tailEnd len="med" w="med" type="triangle"/>
          </a:ln>
        </p:spPr>
      </p:cxnSp>
      <p:sp>
        <p:nvSpPr>
          <p:cNvPr id="488" name="Google Shape;488;p6"/>
          <p:cNvSpPr/>
          <p:nvPr/>
        </p:nvSpPr>
        <p:spPr>
          <a:xfrm>
            <a:off x="7848600" y="5486401"/>
            <a:ext cx="1746250" cy="796925"/>
          </a:xfrm>
          <a:prstGeom prst="ellipse">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Echo server</a:t>
            </a:r>
            <a:endParaRPr/>
          </a:p>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(port 7)</a:t>
            </a:r>
            <a:endParaRPr/>
          </a:p>
        </p:txBody>
      </p:sp>
      <p:sp>
        <p:nvSpPr>
          <p:cNvPr id="489" name="Google Shape;489;p6"/>
          <p:cNvSpPr txBox="1"/>
          <p:nvPr/>
        </p:nvSpPr>
        <p:spPr>
          <a:xfrm>
            <a:off x="3575051" y="4606925"/>
            <a:ext cx="2430463" cy="825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Service request for</a:t>
            </a:r>
            <a:endParaRPr/>
          </a:p>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128.2.194.242:7</a:t>
            </a:r>
            <a:endParaRPr/>
          </a:p>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(i.e., the echo server)</a:t>
            </a:r>
            <a:endParaRPr/>
          </a:p>
        </p:txBody>
      </p:sp>
      <p:cxnSp>
        <p:nvCxnSpPr>
          <p:cNvPr id="490" name="Google Shape;490;p6"/>
          <p:cNvCxnSpPr/>
          <p:nvPr/>
        </p:nvCxnSpPr>
        <p:spPr>
          <a:xfrm>
            <a:off x="7467600" y="5486400"/>
            <a:ext cx="457200" cy="228600"/>
          </a:xfrm>
          <a:prstGeom prst="straightConnector1">
            <a:avLst/>
          </a:prstGeom>
          <a:noFill/>
          <a:ln cap="flat" cmpd="sng" w="25400">
            <a:solidFill>
              <a:schemeClr val="dk1"/>
            </a:solidFill>
            <a:prstDash val="solid"/>
            <a:round/>
            <a:headEnd len="med" w="med" type="none"/>
            <a:tailEnd len="med" w="med" type="triangle"/>
          </a:ln>
        </p:spPr>
      </p:cxnSp>
      <p:sp>
        <p:nvSpPr>
          <p:cNvPr id="491" name="Google Shape;491;p6"/>
          <p:cNvSpPr/>
          <p:nvPr/>
        </p:nvSpPr>
        <p:spPr>
          <a:xfrm>
            <a:off x="4419600" y="3840243"/>
            <a:ext cx="366960" cy="458629"/>
          </a:xfrm>
          <a:prstGeom prst="downArrow">
            <a:avLst>
              <a:gd fmla="val 50000" name="adj1"/>
              <a:gd fmla="val 50245" name="adj2"/>
            </a:avLst>
          </a:prstGeom>
          <a:noFill/>
          <a:ln cap="flat" cmpd="sng" w="38100">
            <a:solidFill>
              <a:schemeClr val="dk1"/>
            </a:solidFill>
            <a:prstDash val="solid"/>
            <a:miter lim="800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2" name="Google Shape;492;p6"/>
          <p:cNvSpPr/>
          <p:nvPr/>
        </p:nvSpPr>
        <p:spPr>
          <a:xfrm>
            <a:off x="6477000" y="2711450"/>
            <a:ext cx="1066800" cy="457200"/>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Kernel</a:t>
            </a:r>
            <a:endParaRPr/>
          </a:p>
        </p:txBody>
      </p:sp>
      <p:sp>
        <p:nvSpPr>
          <p:cNvPr id="493" name="Google Shape;493;p6"/>
          <p:cNvSpPr/>
          <p:nvPr/>
        </p:nvSpPr>
        <p:spPr>
          <a:xfrm>
            <a:off x="6477000" y="5181600"/>
            <a:ext cx="1066800" cy="457200"/>
          </a:xfrm>
          <a:prstGeom prst="ellipse">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Kernel</a:t>
            </a:r>
            <a:endParaRPr/>
          </a:p>
        </p:txBody>
      </p:sp>
      <p:sp>
        <p:nvSpPr>
          <p:cNvPr id="494" name="Google Shape;494;p6"/>
          <p:cNvSpPr/>
          <p:nvPr/>
        </p:nvSpPr>
        <p:spPr>
          <a:xfrm>
            <a:off x="2054138" y="2738533"/>
            <a:ext cx="1046338" cy="476060"/>
          </a:xfrm>
          <a:prstGeom prst="ellipse">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Client</a:t>
            </a:r>
            <a:endParaRPr/>
          </a:p>
        </p:txBody>
      </p:sp>
      <p:sp>
        <p:nvSpPr>
          <p:cNvPr id="495" name="Google Shape;495;p6"/>
          <p:cNvSpPr/>
          <p:nvPr/>
        </p:nvSpPr>
        <p:spPr>
          <a:xfrm>
            <a:off x="2054138" y="5208683"/>
            <a:ext cx="1046338" cy="476060"/>
          </a:xfrm>
          <a:prstGeom prst="ellipse">
            <a:avLst/>
          </a:prstGeom>
          <a:solidFill>
            <a:srgbClr val="FFFFFF"/>
          </a:solidFill>
          <a:ln cap="flat" cmpd="sng" w="12700">
            <a:solidFill>
              <a:schemeClr val="dk1"/>
            </a:solidFill>
            <a:prstDash val="solid"/>
            <a:round/>
            <a:headEnd len="sm" w="sm" type="none"/>
            <a:tailEnd len="sm" w="sm" type="none"/>
          </a:ln>
        </p:spPr>
        <p:txBody>
          <a:bodyPr anchorCtr="0" anchor="ctr"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Comic Sans MS"/>
                <a:ea typeface="Comic Sans MS"/>
                <a:cs typeface="Comic Sans MS"/>
                <a:sym typeface="Comic Sans MS"/>
              </a:rPr>
              <a:t>Client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Servers</a:t>
            </a:r>
            <a:endParaRPr/>
          </a:p>
        </p:txBody>
      </p:sp>
      <p:sp>
        <p:nvSpPr>
          <p:cNvPr id="501" name="Google Shape;501;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Servers are long-running processes (daemons).</a:t>
            </a:r>
            <a:endParaRPr/>
          </a:p>
          <a:p>
            <a:pPr indent="-228600" lvl="1" marL="685800" rtl="0" algn="l">
              <a:lnSpc>
                <a:spcPct val="90000"/>
              </a:lnSpc>
              <a:spcBef>
                <a:spcPts val="500"/>
              </a:spcBef>
              <a:spcAft>
                <a:spcPts val="0"/>
              </a:spcAft>
              <a:buClr>
                <a:schemeClr val="dk1"/>
              </a:buClr>
              <a:buSzPts val="2400"/>
              <a:buChar char="•"/>
            </a:pPr>
            <a:r>
              <a:rPr lang="en-US"/>
              <a:t>Created at boot-time (typically) by the init process (process 1)</a:t>
            </a:r>
            <a:endParaRPr/>
          </a:p>
          <a:p>
            <a:pPr indent="-228600" lvl="1" marL="685800" rtl="0" algn="l">
              <a:lnSpc>
                <a:spcPct val="90000"/>
              </a:lnSpc>
              <a:spcBef>
                <a:spcPts val="500"/>
              </a:spcBef>
              <a:spcAft>
                <a:spcPts val="0"/>
              </a:spcAft>
              <a:buClr>
                <a:schemeClr val="dk1"/>
              </a:buClr>
              <a:buSzPts val="2400"/>
              <a:buChar char="•"/>
            </a:pPr>
            <a:r>
              <a:rPr lang="en-US"/>
              <a:t>Run continuously until the machine is turned off.</a:t>
            </a:r>
            <a:endParaRPr/>
          </a:p>
          <a:p>
            <a:pPr indent="-228600" lvl="0" marL="228600" rtl="0" algn="l">
              <a:lnSpc>
                <a:spcPct val="90000"/>
              </a:lnSpc>
              <a:spcBef>
                <a:spcPts val="1000"/>
              </a:spcBef>
              <a:spcAft>
                <a:spcPts val="0"/>
              </a:spcAft>
              <a:buClr>
                <a:schemeClr val="dk1"/>
              </a:buClr>
              <a:buSzPts val="2800"/>
              <a:buChar char="•"/>
            </a:pPr>
            <a:r>
              <a:rPr lang="en-US"/>
              <a:t>Each server waits for requests to arrive on a well-known port associated with a particular service.</a:t>
            </a:r>
            <a:endParaRPr/>
          </a:p>
          <a:p>
            <a:pPr indent="-228600" lvl="1" marL="685800" rtl="0" algn="l">
              <a:lnSpc>
                <a:spcPct val="90000"/>
              </a:lnSpc>
              <a:spcBef>
                <a:spcPts val="500"/>
              </a:spcBef>
              <a:spcAft>
                <a:spcPts val="0"/>
              </a:spcAft>
              <a:buClr>
                <a:schemeClr val="dk1"/>
              </a:buClr>
              <a:buSzPts val="2400"/>
              <a:buChar char="•"/>
            </a:pPr>
            <a:r>
              <a:rPr lang="en-US"/>
              <a:t>Port 7: echo server</a:t>
            </a:r>
            <a:endParaRPr/>
          </a:p>
          <a:p>
            <a:pPr indent="-228600" lvl="1" marL="685800" rtl="0" algn="l">
              <a:lnSpc>
                <a:spcPct val="90000"/>
              </a:lnSpc>
              <a:spcBef>
                <a:spcPts val="500"/>
              </a:spcBef>
              <a:spcAft>
                <a:spcPts val="0"/>
              </a:spcAft>
              <a:buClr>
                <a:schemeClr val="dk1"/>
              </a:buClr>
              <a:buSzPts val="2400"/>
              <a:buChar char="•"/>
            </a:pPr>
            <a:r>
              <a:rPr lang="en-US"/>
              <a:t>Port 23: telnet server</a:t>
            </a:r>
            <a:endParaRPr/>
          </a:p>
          <a:p>
            <a:pPr indent="-228600" lvl="1" marL="685800" rtl="0" algn="l">
              <a:lnSpc>
                <a:spcPct val="90000"/>
              </a:lnSpc>
              <a:spcBef>
                <a:spcPts val="500"/>
              </a:spcBef>
              <a:spcAft>
                <a:spcPts val="0"/>
              </a:spcAft>
              <a:buClr>
                <a:schemeClr val="dk1"/>
              </a:buClr>
              <a:buSzPts val="2400"/>
              <a:buChar char="•"/>
            </a:pPr>
            <a:r>
              <a:rPr lang="en-US"/>
              <a:t>Port 25: mail server</a:t>
            </a:r>
            <a:endParaRPr/>
          </a:p>
          <a:p>
            <a:pPr indent="-228600" lvl="1" marL="685800" rtl="0" algn="l">
              <a:lnSpc>
                <a:spcPct val="90000"/>
              </a:lnSpc>
              <a:spcBef>
                <a:spcPts val="500"/>
              </a:spcBef>
              <a:spcAft>
                <a:spcPts val="0"/>
              </a:spcAft>
              <a:buClr>
                <a:schemeClr val="dk1"/>
              </a:buClr>
              <a:buSzPts val="2400"/>
              <a:buChar char="•"/>
            </a:pPr>
            <a:r>
              <a:rPr lang="en-US"/>
              <a:t>Port 80: HTTP server</a:t>
            </a:r>
            <a:endParaRPr/>
          </a:p>
          <a:p>
            <a:pPr indent="-228600" lvl="0" marL="228600" rtl="0" algn="l">
              <a:lnSpc>
                <a:spcPct val="90000"/>
              </a:lnSpc>
              <a:spcBef>
                <a:spcPts val="1000"/>
              </a:spcBef>
              <a:spcAft>
                <a:spcPts val="0"/>
              </a:spcAft>
              <a:buClr>
                <a:srgbClr val="FF0000"/>
              </a:buClr>
              <a:buSzPts val="2400"/>
              <a:buChar char="•"/>
            </a:pPr>
            <a:r>
              <a:rPr lang="en-US" sz="2400">
                <a:solidFill>
                  <a:srgbClr val="FF0000"/>
                </a:solidFill>
              </a:rPr>
              <a:t>Other applications should choose between 1024 and 65535</a:t>
            </a:r>
            <a:endParaRPr/>
          </a:p>
          <a:p>
            <a:pPr indent="-50800" lvl="0" marL="228600" rtl="0" algn="l">
              <a:lnSpc>
                <a:spcPct val="90000"/>
              </a:lnSpc>
              <a:spcBef>
                <a:spcPts val="1000"/>
              </a:spcBef>
              <a:spcAft>
                <a:spcPts val="0"/>
              </a:spcAft>
              <a:buClr>
                <a:schemeClr val="dk1"/>
              </a:buClr>
              <a:buSzPts val="2800"/>
              <a:buNone/>
            </a:pPr>
            <a:r>
              <a:t/>
            </a:r>
            <a:endParaRPr/>
          </a:p>
        </p:txBody>
      </p:sp>
      <p:sp>
        <p:nvSpPr>
          <p:cNvPr id="502" name="Google Shape;502;p7"/>
          <p:cNvSpPr/>
          <p:nvPr/>
        </p:nvSpPr>
        <p:spPr>
          <a:xfrm>
            <a:off x="6781800" y="4038601"/>
            <a:ext cx="3124200" cy="1203325"/>
          </a:xfrm>
          <a:prstGeom prst="rect">
            <a:avLst/>
          </a:prstGeom>
          <a:solidFill>
            <a:srgbClr val="FFFF99"/>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omic Sans MS"/>
                <a:ea typeface="Comic Sans MS"/>
                <a:cs typeface="Comic Sans MS"/>
                <a:sym typeface="Comic Sans MS"/>
              </a:rPr>
              <a:t>See /etc/services for a comprehensive list of the services available on a Linux machine.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6" name="Shape 506"/>
        <p:cNvGrpSpPr/>
        <p:nvPr/>
      </p:nvGrpSpPr>
      <p:grpSpPr>
        <a:xfrm>
          <a:off x="0" y="0"/>
          <a:ext cx="0" cy="0"/>
          <a:chOff x="0" y="0"/>
          <a:chExt cx="0" cy="0"/>
        </a:xfrm>
      </p:grpSpPr>
      <p:pic>
        <p:nvPicPr>
          <p:cNvPr id="507" name="Google Shape;507;p8"/>
          <p:cNvPicPr preferRelativeResize="0"/>
          <p:nvPr>
            <p:ph idx="1" type="body"/>
          </p:nvPr>
        </p:nvPicPr>
        <p:blipFill rotWithShape="1">
          <a:blip r:embed="rId3">
            <a:alphaModFix/>
          </a:blip>
          <a:srcRect b="5243" l="0" r="0" t="4031"/>
          <a:stretch/>
        </p:blipFill>
        <p:spPr>
          <a:xfrm>
            <a:off x="20" y="10"/>
            <a:ext cx="12191980" cy="6857990"/>
          </a:xfrm>
          <a:prstGeom prst="rect">
            <a:avLst/>
          </a:prstGeom>
          <a:noFill/>
          <a:ln>
            <a:noFill/>
          </a:ln>
        </p:spPr>
      </p:pic>
      <p:sp>
        <p:nvSpPr>
          <p:cNvPr id="508" name="Google Shape;508;p8"/>
          <p:cNvSpPr/>
          <p:nvPr/>
        </p:nvSpPr>
        <p:spPr>
          <a:xfrm flipH="1" rot="10800000">
            <a:off x="1622650" y="5181600"/>
            <a:ext cx="9165010" cy="1174750"/>
          </a:xfrm>
          <a:custGeom>
            <a:rect b="b" l="l" r="r" t="t"/>
            <a:pathLst>
              <a:path extrusionOk="0" h="1073384" w="9165010">
                <a:moveTo>
                  <a:pt x="0" y="1073384"/>
                </a:moveTo>
                <a:lnTo>
                  <a:pt x="9165010" y="1073384"/>
                </a:lnTo>
                <a:lnTo>
                  <a:pt x="9165010" y="266817"/>
                </a:lnTo>
                <a:lnTo>
                  <a:pt x="4757604" y="266817"/>
                </a:lnTo>
                <a:lnTo>
                  <a:pt x="4582505" y="0"/>
                </a:lnTo>
                <a:lnTo>
                  <a:pt x="4407407" y="266817"/>
                </a:lnTo>
                <a:lnTo>
                  <a:pt x="0" y="266817"/>
                </a:lnTo>
                <a:close/>
              </a:path>
            </a:pathLst>
          </a:custGeom>
          <a:solidFill>
            <a:srgbClr val="404040">
              <a:alpha val="9294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09" name="Google Shape;509;p8"/>
          <p:cNvSpPr txBox="1"/>
          <p:nvPr>
            <p:ph type="title"/>
          </p:nvPr>
        </p:nvSpPr>
        <p:spPr>
          <a:xfrm>
            <a:off x="1771650" y="5254391"/>
            <a:ext cx="8867012" cy="77493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FFFF"/>
              </a:buClr>
              <a:buSzPts val="4000"/>
              <a:buFont typeface="Play"/>
              <a:buNone/>
            </a:pPr>
            <a:r>
              <a:rPr lang="en-US" sz="4000">
                <a:solidFill>
                  <a:srgbClr val="FFFFFF"/>
                </a:solidFill>
              </a:rPr>
              <a:t>Sockets!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3" name="Shape 513"/>
        <p:cNvGrpSpPr/>
        <p:nvPr/>
      </p:nvGrpSpPr>
      <p:grpSpPr>
        <a:xfrm>
          <a:off x="0" y="0"/>
          <a:ext cx="0" cy="0"/>
          <a:chOff x="0" y="0"/>
          <a:chExt cx="0" cy="0"/>
        </a:xfrm>
      </p:grpSpPr>
      <p:sp>
        <p:nvSpPr>
          <p:cNvPr id="514" name="Google Shape;514;p9"/>
          <p:cNvSpPr/>
          <p:nvPr/>
        </p:nvSpPr>
        <p:spPr>
          <a:xfrm>
            <a:off x="10" y="-5705"/>
            <a:ext cx="12191990" cy="1694346"/>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5" name="Google Shape;515;p9"/>
          <p:cNvSpPr txBox="1"/>
          <p:nvPr>
            <p:ph type="title"/>
          </p:nvPr>
        </p:nvSpPr>
        <p:spPr>
          <a:xfrm>
            <a:off x="1156851" y="637762"/>
            <a:ext cx="9888496" cy="900131"/>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Play"/>
              <a:buNone/>
            </a:pPr>
            <a:r>
              <a:rPr lang="en-US" sz="4000">
                <a:solidFill>
                  <a:schemeClr val="lt1"/>
                </a:solidFill>
              </a:rPr>
              <a:t>What are sockets?</a:t>
            </a:r>
            <a:endParaRPr/>
          </a:p>
        </p:txBody>
      </p:sp>
      <p:sp>
        <p:nvSpPr>
          <p:cNvPr id="516" name="Google Shape;516;p9"/>
          <p:cNvSpPr/>
          <p:nvPr/>
        </p:nvSpPr>
        <p:spPr>
          <a:xfrm>
            <a:off x="0" y="1688641"/>
            <a:ext cx="12191990" cy="516935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7" name="Google Shape;517;p9"/>
          <p:cNvSpPr/>
          <p:nvPr/>
        </p:nvSpPr>
        <p:spPr>
          <a:xfrm>
            <a:off x="1156851" y="2010758"/>
            <a:ext cx="457190" cy="45719"/>
          </a:xfrm>
          <a:prstGeom prst="rect">
            <a:avLst/>
          </a:prstGeom>
          <a:solidFill>
            <a:schemeClr val="dk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18" name="Google Shape;518;p9"/>
          <p:cNvSpPr txBox="1"/>
          <p:nvPr>
            <p:ph idx="1" type="body"/>
          </p:nvPr>
        </p:nvSpPr>
        <p:spPr>
          <a:xfrm>
            <a:off x="1155548" y="2217343"/>
            <a:ext cx="9880893" cy="3959619"/>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Abstract representation of a network connection on application level</a:t>
            </a:r>
            <a:endParaRPr/>
          </a:p>
          <a:p>
            <a:pPr indent="-228600" lvl="1" marL="685800" rtl="0" algn="l">
              <a:lnSpc>
                <a:spcPct val="90000"/>
              </a:lnSpc>
              <a:spcBef>
                <a:spcPts val="500"/>
              </a:spcBef>
              <a:spcAft>
                <a:spcPts val="0"/>
              </a:spcAft>
              <a:buClr>
                <a:schemeClr val="dk1"/>
              </a:buClr>
              <a:buSzPts val="2400"/>
              <a:buChar char="•"/>
            </a:pPr>
            <a:r>
              <a:rPr lang="en-US"/>
              <a:t>Corresponding API provided by the host’s OS</a:t>
            </a:r>
            <a:endParaRPr/>
          </a:p>
          <a:p>
            <a:pPr indent="-228600" lvl="1" marL="685800" rtl="0" algn="l">
              <a:lnSpc>
                <a:spcPct val="90000"/>
              </a:lnSpc>
              <a:spcBef>
                <a:spcPts val="500"/>
              </a:spcBef>
              <a:spcAft>
                <a:spcPts val="0"/>
              </a:spcAft>
              <a:buClr>
                <a:schemeClr val="dk1"/>
              </a:buClr>
              <a:buSzPts val="2400"/>
              <a:buChar char="•"/>
            </a:pPr>
            <a:r>
              <a:rPr lang="en-US"/>
              <a:t>OS responsible for actual data transmission</a:t>
            </a:r>
            <a:endParaRPr/>
          </a:p>
          <a:p>
            <a:pPr indent="-228600" lvl="1" marL="685800" rtl="0" algn="l">
              <a:lnSpc>
                <a:spcPct val="90000"/>
              </a:lnSpc>
              <a:spcBef>
                <a:spcPts val="500"/>
              </a:spcBef>
              <a:spcAft>
                <a:spcPts val="0"/>
              </a:spcAft>
              <a:buClr>
                <a:schemeClr val="dk1"/>
              </a:buClr>
              <a:buSzPts val="2400"/>
              <a:buChar char="•"/>
            </a:pPr>
            <a:r>
              <a:rPr lang="en-US"/>
              <a:t>Application responsible for content</a:t>
            </a:r>
            <a:endParaRPr/>
          </a:p>
          <a:p>
            <a:pPr indent="-228600" lvl="0" marL="228600" rtl="0" algn="l">
              <a:lnSpc>
                <a:spcPct val="90000"/>
              </a:lnSpc>
              <a:spcBef>
                <a:spcPts val="1000"/>
              </a:spcBef>
              <a:spcAft>
                <a:spcPts val="0"/>
              </a:spcAft>
              <a:buClr>
                <a:schemeClr val="dk1"/>
              </a:buClr>
              <a:buSzPts val="2400"/>
              <a:buChar char="•"/>
            </a:pPr>
            <a:r>
              <a:rPr lang="en-US" sz="2400"/>
              <a:t>Makes sending data to a connected remote host similar to simply writing data to a file</a:t>
            </a:r>
            <a:endParaRPr/>
          </a:p>
          <a:p>
            <a:pPr indent="-228600" lvl="1" marL="685800" rtl="0" algn="l">
              <a:lnSpc>
                <a:spcPct val="90000"/>
              </a:lnSpc>
              <a:spcBef>
                <a:spcPts val="500"/>
              </a:spcBef>
              <a:spcAft>
                <a:spcPts val="0"/>
              </a:spcAft>
              <a:buClr>
                <a:schemeClr val="dk1"/>
              </a:buClr>
              <a:buSzPts val="2400"/>
              <a:buChar char="•"/>
            </a:pPr>
            <a:r>
              <a:rPr lang="en-US"/>
              <a:t>Receiving data is similar to reading from a file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10"/>
          <p:cNvSpPr txBox="1"/>
          <p:nvPr>
            <p:ph idx="1" type="body"/>
          </p:nvPr>
        </p:nvSpPr>
        <p:spPr>
          <a:xfrm>
            <a:off x="1981200" y="5638801"/>
            <a:ext cx="8229600" cy="715963"/>
          </a:xfrm>
          <a:prstGeom prst="rect">
            <a:avLst/>
          </a:prstGeom>
          <a:noFill/>
          <a:ln>
            <a:noFill/>
          </a:ln>
        </p:spPr>
        <p:txBody>
          <a:bodyPr anchorCtr="0" anchor="t" bIns="45700" lIns="91425" spcFirstLastPara="1" rIns="91425" wrap="square" tIns="45700">
            <a:normAutofit/>
          </a:bodyPr>
          <a:lstStyle/>
          <a:p>
            <a:pPr indent="-228600" lvl="0" marL="228600" rtl="0" algn="l">
              <a:lnSpc>
                <a:spcPct val="80000"/>
              </a:lnSpc>
              <a:spcBef>
                <a:spcPts val="0"/>
              </a:spcBef>
              <a:spcAft>
                <a:spcPts val="0"/>
              </a:spcAft>
              <a:buClr>
                <a:schemeClr val="dk1"/>
              </a:buClr>
              <a:buSzPts val="2400"/>
              <a:buFont typeface="Arial"/>
              <a:buNone/>
            </a:pPr>
            <a:r>
              <a:rPr lang="en-US" sz="2400"/>
              <a:t>   The interface that the OS provides to its networking subsystem</a:t>
            </a:r>
            <a:endParaRPr/>
          </a:p>
        </p:txBody>
      </p:sp>
      <p:sp>
        <p:nvSpPr>
          <p:cNvPr id="524" name="Google Shape;524;p10"/>
          <p:cNvSpPr txBox="1"/>
          <p:nvPr/>
        </p:nvSpPr>
        <p:spPr>
          <a:xfrm>
            <a:off x="7315200" y="2857500"/>
            <a:ext cx="2438400" cy="1143000"/>
          </a:xfrm>
          <a:prstGeom prst="rect">
            <a:avLst/>
          </a:prstGeom>
          <a:noFill/>
          <a:ln cap="flat" cmpd="sng" w="9525">
            <a:solidFill>
              <a:schemeClr val="dk1"/>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application layer</a:t>
            </a:r>
            <a:endParaRPr/>
          </a:p>
        </p:txBody>
      </p:sp>
      <p:grpSp>
        <p:nvGrpSpPr>
          <p:cNvPr id="525" name="Google Shape;525;p10"/>
          <p:cNvGrpSpPr/>
          <p:nvPr/>
        </p:nvGrpSpPr>
        <p:grpSpPr>
          <a:xfrm>
            <a:off x="7315200" y="4005263"/>
            <a:ext cx="2438400" cy="1243012"/>
            <a:chOff x="768" y="2316"/>
            <a:chExt cx="1536" cy="783"/>
          </a:xfrm>
        </p:grpSpPr>
        <p:sp>
          <p:nvSpPr>
            <p:cNvPr id="526" name="Google Shape;526;p10"/>
            <p:cNvSpPr txBox="1"/>
            <p:nvPr/>
          </p:nvSpPr>
          <p:spPr>
            <a:xfrm>
              <a:off x="768" y="2316"/>
              <a:ext cx="1536" cy="198"/>
            </a:xfrm>
            <a:prstGeom prst="rect">
              <a:avLst/>
            </a:prstGeom>
            <a:no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transport layer (TCP/UDP)</a:t>
              </a:r>
              <a:endParaRPr/>
            </a:p>
          </p:txBody>
        </p:sp>
        <p:sp>
          <p:nvSpPr>
            <p:cNvPr id="527" name="Google Shape;527;p10"/>
            <p:cNvSpPr txBox="1"/>
            <p:nvPr/>
          </p:nvSpPr>
          <p:spPr>
            <a:xfrm>
              <a:off x="768" y="2508"/>
              <a:ext cx="1536" cy="198"/>
            </a:xfrm>
            <a:prstGeom prst="rect">
              <a:avLst/>
            </a:prstGeom>
            <a:no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network layer (IP)</a:t>
              </a:r>
              <a:endParaRPr/>
            </a:p>
          </p:txBody>
        </p:sp>
        <p:sp>
          <p:nvSpPr>
            <p:cNvPr id="528" name="Google Shape;528;p10"/>
            <p:cNvSpPr txBox="1"/>
            <p:nvPr/>
          </p:nvSpPr>
          <p:spPr>
            <a:xfrm>
              <a:off x="768" y="2703"/>
              <a:ext cx="1536" cy="198"/>
            </a:xfrm>
            <a:prstGeom prst="rect">
              <a:avLst/>
            </a:prstGeom>
            <a:no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link layer (e.g. ethernet)</a:t>
              </a:r>
              <a:endParaRPr/>
            </a:p>
          </p:txBody>
        </p:sp>
        <p:sp>
          <p:nvSpPr>
            <p:cNvPr id="529" name="Google Shape;529;p10"/>
            <p:cNvSpPr txBox="1"/>
            <p:nvPr/>
          </p:nvSpPr>
          <p:spPr>
            <a:xfrm>
              <a:off x="768" y="2901"/>
              <a:ext cx="1536" cy="198"/>
            </a:xfrm>
            <a:prstGeom prst="rect">
              <a:avLst/>
            </a:prstGeom>
            <a:no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physical layer</a:t>
              </a:r>
              <a:endParaRPr/>
            </a:p>
          </p:txBody>
        </p:sp>
      </p:grpSp>
      <p:sp>
        <p:nvSpPr>
          <p:cNvPr id="530" name="Google Shape;530;p10"/>
          <p:cNvSpPr txBox="1"/>
          <p:nvPr/>
        </p:nvSpPr>
        <p:spPr>
          <a:xfrm>
            <a:off x="2743200" y="2867025"/>
            <a:ext cx="2438400" cy="1143000"/>
          </a:xfrm>
          <a:prstGeom prst="rect">
            <a:avLst/>
          </a:prstGeom>
          <a:noFill/>
          <a:ln cap="flat" cmpd="sng" w="9525">
            <a:solidFill>
              <a:schemeClr val="dk1"/>
            </a:solidFill>
            <a:prstDash val="solid"/>
            <a:miter lim="800000"/>
            <a:headEnd len="sm" w="sm" type="none"/>
            <a:tailEnd len="sm" w="sm" type="none"/>
          </a:ln>
        </p:spPr>
        <p:txBody>
          <a:bodyPr anchorCtr="0" anchor="t" bIns="46800" lIns="90000" spcFirstLastPara="1" rIns="90000" wrap="square" tIns="46800">
            <a:noAutofit/>
          </a:bodyPr>
          <a:lstStyle/>
          <a:p>
            <a:pPr indent="0" lvl="0" marL="0" marR="0" rtl="0" algn="l">
              <a:spcBef>
                <a:spcPts val="0"/>
              </a:spcBef>
              <a:spcAft>
                <a:spcPts val="0"/>
              </a:spcAft>
              <a:buNone/>
            </a:pPr>
            <a:r>
              <a:rPr b="1" lang="en-US" sz="1400">
                <a:solidFill>
                  <a:schemeClr val="dk1"/>
                </a:solidFill>
                <a:latin typeface="Arial"/>
                <a:ea typeface="Arial"/>
                <a:cs typeface="Arial"/>
                <a:sym typeface="Arial"/>
              </a:rPr>
              <a:t>application layer</a:t>
            </a:r>
            <a:endParaRPr/>
          </a:p>
        </p:txBody>
      </p:sp>
      <p:grpSp>
        <p:nvGrpSpPr>
          <p:cNvPr id="531" name="Google Shape;531;p10"/>
          <p:cNvGrpSpPr/>
          <p:nvPr/>
        </p:nvGrpSpPr>
        <p:grpSpPr>
          <a:xfrm>
            <a:off x="2743200" y="4014788"/>
            <a:ext cx="2438400" cy="1243012"/>
            <a:chOff x="768" y="2316"/>
            <a:chExt cx="1536" cy="783"/>
          </a:xfrm>
        </p:grpSpPr>
        <p:sp>
          <p:nvSpPr>
            <p:cNvPr id="532" name="Google Shape;532;p10"/>
            <p:cNvSpPr txBox="1"/>
            <p:nvPr/>
          </p:nvSpPr>
          <p:spPr>
            <a:xfrm>
              <a:off x="768" y="2316"/>
              <a:ext cx="1536" cy="198"/>
            </a:xfrm>
            <a:prstGeom prst="rect">
              <a:avLst/>
            </a:prstGeom>
            <a:no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transport layer (TCP/UDP)</a:t>
              </a:r>
              <a:endParaRPr/>
            </a:p>
          </p:txBody>
        </p:sp>
        <p:sp>
          <p:nvSpPr>
            <p:cNvPr id="533" name="Google Shape;533;p10"/>
            <p:cNvSpPr txBox="1"/>
            <p:nvPr/>
          </p:nvSpPr>
          <p:spPr>
            <a:xfrm>
              <a:off x="768" y="2508"/>
              <a:ext cx="1536" cy="198"/>
            </a:xfrm>
            <a:prstGeom prst="rect">
              <a:avLst/>
            </a:prstGeom>
            <a:no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network layer (IP)</a:t>
              </a:r>
              <a:endParaRPr/>
            </a:p>
          </p:txBody>
        </p:sp>
        <p:sp>
          <p:nvSpPr>
            <p:cNvPr id="534" name="Google Shape;534;p10"/>
            <p:cNvSpPr txBox="1"/>
            <p:nvPr/>
          </p:nvSpPr>
          <p:spPr>
            <a:xfrm>
              <a:off x="768" y="2703"/>
              <a:ext cx="1536" cy="198"/>
            </a:xfrm>
            <a:prstGeom prst="rect">
              <a:avLst/>
            </a:prstGeom>
            <a:no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link layer (e.g. ethernet)</a:t>
              </a:r>
              <a:endParaRPr/>
            </a:p>
          </p:txBody>
        </p:sp>
        <p:sp>
          <p:nvSpPr>
            <p:cNvPr id="535" name="Google Shape;535;p10"/>
            <p:cNvSpPr txBox="1"/>
            <p:nvPr/>
          </p:nvSpPr>
          <p:spPr>
            <a:xfrm>
              <a:off x="768" y="2901"/>
              <a:ext cx="1536" cy="198"/>
            </a:xfrm>
            <a:prstGeom prst="rect">
              <a:avLst/>
            </a:prstGeom>
            <a:noFill/>
            <a:ln cap="flat" cmpd="sng" w="9525">
              <a:solidFill>
                <a:schemeClr val="dk1"/>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ctr">
                <a:spcBef>
                  <a:spcPts val="0"/>
                </a:spcBef>
                <a:spcAft>
                  <a:spcPts val="0"/>
                </a:spcAft>
                <a:buNone/>
              </a:pPr>
              <a:r>
                <a:rPr b="1" lang="en-US" sz="1400">
                  <a:solidFill>
                    <a:schemeClr val="dk1"/>
                  </a:solidFill>
                  <a:latin typeface="Arial"/>
                  <a:ea typeface="Arial"/>
                  <a:cs typeface="Arial"/>
                  <a:sym typeface="Arial"/>
                </a:rPr>
                <a:t>physical layer</a:t>
              </a:r>
              <a:endParaRPr/>
            </a:p>
          </p:txBody>
        </p:sp>
      </p:grpSp>
      <p:sp>
        <p:nvSpPr>
          <p:cNvPr id="536" name="Google Shape;536;p10"/>
          <p:cNvSpPr/>
          <p:nvPr/>
        </p:nvSpPr>
        <p:spPr>
          <a:xfrm>
            <a:off x="3048000" y="3943350"/>
            <a:ext cx="1676400" cy="914400"/>
          </a:xfrm>
          <a:prstGeom prst="rect">
            <a:avLst/>
          </a:prstGeom>
          <a:no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OS network</a:t>
            </a:r>
            <a:endParaRPr/>
          </a:p>
          <a:p>
            <a:pPr indent="0" lvl="0" marL="0" marR="0" rtl="0" algn="ctr">
              <a:spcBef>
                <a:spcPts val="360"/>
              </a:spcBef>
              <a:spcAft>
                <a:spcPts val="0"/>
              </a:spcAft>
              <a:buNone/>
            </a:pPr>
            <a:r>
              <a:rPr b="1" lang="en-US" sz="1800">
                <a:solidFill>
                  <a:schemeClr val="dk1"/>
                </a:solidFill>
                <a:latin typeface="Arial"/>
                <a:ea typeface="Arial"/>
                <a:cs typeface="Arial"/>
                <a:sym typeface="Arial"/>
              </a:rPr>
              <a:t>stack</a:t>
            </a:r>
            <a:endParaRPr b="1" sz="1800">
              <a:solidFill>
                <a:schemeClr val="dk1"/>
              </a:solidFill>
              <a:latin typeface="Arial"/>
              <a:ea typeface="Arial"/>
              <a:cs typeface="Arial"/>
              <a:sym typeface="Arial"/>
            </a:endParaRPr>
          </a:p>
        </p:txBody>
      </p:sp>
      <p:sp>
        <p:nvSpPr>
          <p:cNvPr id="537" name="Google Shape;537;p10"/>
          <p:cNvSpPr/>
          <p:nvPr/>
        </p:nvSpPr>
        <p:spPr>
          <a:xfrm>
            <a:off x="1905000" y="304800"/>
            <a:ext cx="8382000" cy="762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3600">
                <a:solidFill>
                  <a:schemeClr val="dk2"/>
                </a:solidFill>
                <a:latin typeface="Comic Sans MS"/>
                <a:ea typeface="Comic Sans MS"/>
                <a:cs typeface="Comic Sans MS"/>
                <a:sym typeface="Comic Sans MS"/>
              </a:rPr>
              <a:t>Sockets as means for inter-process communication (IPC)</a:t>
            </a:r>
            <a:endParaRPr sz="3600">
              <a:solidFill>
                <a:schemeClr val="dk2"/>
              </a:solidFill>
              <a:latin typeface="Comic Sans MS"/>
              <a:ea typeface="Comic Sans MS"/>
              <a:cs typeface="Comic Sans MS"/>
              <a:sym typeface="Comic Sans MS"/>
            </a:endParaRPr>
          </a:p>
        </p:txBody>
      </p:sp>
      <p:pic>
        <p:nvPicPr>
          <p:cNvPr id="538" name="Google Shape;538;p10"/>
          <p:cNvPicPr preferRelativeResize="0"/>
          <p:nvPr/>
        </p:nvPicPr>
        <p:blipFill rotWithShape="1">
          <a:blip r:embed="rId3">
            <a:alphaModFix/>
          </a:blip>
          <a:srcRect b="0" l="0" r="0" t="0"/>
          <a:stretch/>
        </p:blipFill>
        <p:spPr>
          <a:xfrm>
            <a:off x="3286126" y="1700214"/>
            <a:ext cx="1285875" cy="962025"/>
          </a:xfrm>
          <a:prstGeom prst="rect">
            <a:avLst/>
          </a:prstGeom>
          <a:noFill/>
          <a:ln>
            <a:noFill/>
          </a:ln>
        </p:spPr>
      </p:pic>
      <p:sp>
        <p:nvSpPr>
          <p:cNvPr id="539" name="Google Shape;539;p10"/>
          <p:cNvSpPr/>
          <p:nvPr/>
        </p:nvSpPr>
        <p:spPr>
          <a:xfrm>
            <a:off x="2683189" y="3124135"/>
            <a:ext cx="2406022" cy="522418"/>
          </a:xfrm>
          <a:prstGeom prst="ellipse">
            <a:avLst/>
          </a:prstGeom>
          <a:noFill/>
          <a:ln cap="flat" cmpd="sng" w="9525">
            <a:solidFill>
              <a:schemeClr val="dk1"/>
            </a:solidFill>
            <a:prstDash val="solid"/>
            <a:round/>
            <a:headEnd len="sm" w="sm" type="none"/>
            <a:tailEnd len="sm" w="sm" type="none"/>
          </a:ln>
        </p:spPr>
        <p:txBody>
          <a:bodyPr anchorCtr="0" anchor="ctr" bIns="46800" lIns="90000" spcFirstLastPara="1" rIns="90000" wrap="square" tIns="46800">
            <a:sp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Client Process</a:t>
            </a:r>
            <a:endParaRPr b="1" sz="1800">
              <a:solidFill>
                <a:schemeClr val="dk1"/>
              </a:solidFill>
              <a:latin typeface="Arial"/>
              <a:ea typeface="Arial"/>
              <a:cs typeface="Arial"/>
              <a:sym typeface="Arial"/>
            </a:endParaRPr>
          </a:p>
        </p:txBody>
      </p:sp>
      <p:sp>
        <p:nvSpPr>
          <p:cNvPr id="540" name="Google Shape;540;p10"/>
          <p:cNvSpPr/>
          <p:nvPr/>
        </p:nvSpPr>
        <p:spPr>
          <a:xfrm>
            <a:off x="7283306" y="3132073"/>
            <a:ext cx="2464088" cy="522418"/>
          </a:xfrm>
          <a:prstGeom prst="ellipse">
            <a:avLst/>
          </a:prstGeom>
          <a:noFill/>
          <a:ln cap="flat" cmpd="sng" w="9525">
            <a:solidFill>
              <a:schemeClr val="dk1"/>
            </a:solidFill>
            <a:prstDash val="solid"/>
            <a:round/>
            <a:headEnd len="sm" w="sm" type="none"/>
            <a:tailEnd len="sm" w="sm" type="none"/>
          </a:ln>
        </p:spPr>
        <p:txBody>
          <a:bodyPr anchorCtr="0" anchor="ctr" bIns="46800" lIns="90000" spcFirstLastPara="1" rIns="90000" wrap="square" tIns="46800">
            <a:sp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Server Process</a:t>
            </a:r>
            <a:endParaRPr b="1" sz="1800">
              <a:solidFill>
                <a:schemeClr val="dk1"/>
              </a:solidFill>
              <a:latin typeface="Arial"/>
              <a:ea typeface="Arial"/>
              <a:cs typeface="Arial"/>
              <a:sym typeface="Arial"/>
            </a:endParaRPr>
          </a:p>
        </p:txBody>
      </p:sp>
      <p:cxnSp>
        <p:nvCxnSpPr>
          <p:cNvPr id="541" name="Google Shape;541;p10"/>
          <p:cNvCxnSpPr/>
          <p:nvPr/>
        </p:nvCxnSpPr>
        <p:spPr>
          <a:xfrm>
            <a:off x="4833938" y="3424238"/>
            <a:ext cx="2743200" cy="0"/>
          </a:xfrm>
          <a:prstGeom prst="straightConnector1">
            <a:avLst/>
          </a:prstGeom>
          <a:noFill/>
          <a:ln cap="flat" cmpd="sng" w="9525">
            <a:solidFill>
              <a:schemeClr val="dk1"/>
            </a:solidFill>
            <a:prstDash val="solid"/>
            <a:round/>
            <a:headEnd len="med" w="med" type="stealth"/>
            <a:tailEnd len="med" w="med" type="stealth"/>
          </a:ln>
        </p:spPr>
      </p:cxnSp>
      <p:pic>
        <p:nvPicPr>
          <p:cNvPr id="542" name="Google Shape;542;p10"/>
          <p:cNvPicPr preferRelativeResize="0"/>
          <p:nvPr/>
        </p:nvPicPr>
        <p:blipFill rotWithShape="1">
          <a:blip r:embed="rId3">
            <a:alphaModFix/>
          </a:blip>
          <a:srcRect b="0" l="0" r="0" t="0"/>
          <a:stretch/>
        </p:blipFill>
        <p:spPr>
          <a:xfrm>
            <a:off x="7848601" y="1681164"/>
            <a:ext cx="1285875" cy="962025"/>
          </a:xfrm>
          <a:prstGeom prst="rect">
            <a:avLst/>
          </a:prstGeom>
          <a:noFill/>
          <a:ln>
            <a:noFill/>
          </a:ln>
        </p:spPr>
      </p:pic>
      <p:sp>
        <p:nvSpPr>
          <p:cNvPr id="543" name="Google Shape;543;p10"/>
          <p:cNvSpPr/>
          <p:nvPr/>
        </p:nvSpPr>
        <p:spPr>
          <a:xfrm>
            <a:off x="3414713" y="3562351"/>
            <a:ext cx="939800" cy="492125"/>
          </a:xfrm>
          <a:prstGeom prst="rect">
            <a:avLst/>
          </a:prstGeom>
          <a:solidFill>
            <a:schemeClr val="folHlink"/>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Socket</a:t>
            </a:r>
            <a:endParaRPr b="1" sz="1800">
              <a:solidFill>
                <a:schemeClr val="dk1"/>
              </a:solidFill>
              <a:latin typeface="Arial"/>
              <a:ea typeface="Arial"/>
              <a:cs typeface="Arial"/>
              <a:sym typeface="Arial"/>
            </a:endParaRPr>
          </a:p>
        </p:txBody>
      </p:sp>
      <p:sp>
        <p:nvSpPr>
          <p:cNvPr id="544" name="Google Shape;544;p10"/>
          <p:cNvSpPr/>
          <p:nvPr/>
        </p:nvSpPr>
        <p:spPr>
          <a:xfrm>
            <a:off x="7696200" y="3943350"/>
            <a:ext cx="1676400" cy="914400"/>
          </a:xfrm>
          <a:prstGeom prst="rect">
            <a:avLst/>
          </a:prstGeom>
          <a:no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OS network</a:t>
            </a:r>
            <a:endParaRPr/>
          </a:p>
          <a:p>
            <a:pPr indent="0" lvl="0" marL="0" marR="0" rtl="0" algn="ctr">
              <a:spcBef>
                <a:spcPts val="360"/>
              </a:spcBef>
              <a:spcAft>
                <a:spcPts val="0"/>
              </a:spcAft>
              <a:buNone/>
            </a:pPr>
            <a:r>
              <a:rPr b="1" lang="en-US" sz="1800">
                <a:solidFill>
                  <a:schemeClr val="dk1"/>
                </a:solidFill>
                <a:latin typeface="Arial"/>
                <a:ea typeface="Arial"/>
                <a:cs typeface="Arial"/>
                <a:sym typeface="Arial"/>
              </a:rPr>
              <a:t>stack</a:t>
            </a:r>
            <a:endParaRPr b="1" sz="1800">
              <a:solidFill>
                <a:schemeClr val="dk1"/>
              </a:solidFill>
              <a:latin typeface="Arial"/>
              <a:ea typeface="Arial"/>
              <a:cs typeface="Arial"/>
              <a:sym typeface="Arial"/>
            </a:endParaRPr>
          </a:p>
        </p:txBody>
      </p:sp>
      <p:sp>
        <p:nvSpPr>
          <p:cNvPr id="545" name="Google Shape;545;p10"/>
          <p:cNvSpPr/>
          <p:nvPr/>
        </p:nvSpPr>
        <p:spPr>
          <a:xfrm>
            <a:off x="8051800" y="3562351"/>
            <a:ext cx="939800" cy="492125"/>
          </a:xfrm>
          <a:prstGeom prst="rect">
            <a:avLst/>
          </a:prstGeom>
          <a:solidFill>
            <a:schemeClr val="folHlink"/>
          </a:solidFill>
          <a:ln cap="flat" cmpd="sng" w="9525">
            <a:solidFill>
              <a:schemeClr val="dk1"/>
            </a:solidFill>
            <a:prstDash val="solid"/>
            <a:miter lim="800000"/>
            <a:headEnd len="sm" w="sm" type="none"/>
            <a:tailEnd len="sm" w="sm" type="none"/>
          </a:ln>
        </p:spPr>
        <p:txBody>
          <a:bodyPr anchorCtr="0" anchor="ctr" bIns="46800" lIns="90000" spcFirstLastPara="1" rIns="90000" wrap="square" tIns="46800">
            <a:noAutofit/>
          </a:bodyPr>
          <a:lstStyle/>
          <a:p>
            <a:pPr indent="0" lvl="0" marL="0" marR="0" rtl="0" algn="ctr">
              <a:spcBef>
                <a:spcPts val="0"/>
              </a:spcBef>
              <a:spcAft>
                <a:spcPts val="0"/>
              </a:spcAft>
              <a:buNone/>
            </a:pPr>
            <a:r>
              <a:rPr b="1" lang="en-US" sz="1800">
                <a:solidFill>
                  <a:schemeClr val="dk1"/>
                </a:solidFill>
                <a:latin typeface="Arial"/>
                <a:ea typeface="Arial"/>
                <a:cs typeface="Arial"/>
                <a:sym typeface="Arial"/>
              </a:rPr>
              <a:t>Socket</a:t>
            </a:r>
            <a:endParaRPr b="1" sz="1800">
              <a:solidFill>
                <a:schemeClr val="dk1"/>
              </a:solidFill>
              <a:latin typeface="Arial"/>
              <a:ea typeface="Arial"/>
              <a:cs typeface="Arial"/>
              <a:sym typeface="Arial"/>
            </a:endParaRPr>
          </a:p>
        </p:txBody>
      </p:sp>
      <p:grpSp>
        <p:nvGrpSpPr>
          <p:cNvPr id="546" name="Google Shape;546;p10"/>
          <p:cNvGrpSpPr/>
          <p:nvPr/>
        </p:nvGrpSpPr>
        <p:grpSpPr>
          <a:xfrm>
            <a:off x="4843463" y="4171955"/>
            <a:ext cx="2743200" cy="371476"/>
            <a:chOff x="2091" y="2160"/>
            <a:chExt cx="1728" cy="234"/>
          </a:xfrm>
        </p:grpSpPr>
        <p:cxnSp>
          <p:nvCxnSpPr>
            <p:cNvPr id="547" name="Google Shape;547;p10"/>
            <p:cNvCxnSpPr/>
            <p:nvPr/>
          </p:nvCxnSpPr>
          <p:spPr>
            <a:xfrm>
              <a:off x="2091" y="2352"/>
              <a:ext cx="1728" cy="0"/>
            </a:xfrm>
            <a:prstGeom prst="straightConnector1">
              <a:avLst/>
            </a:prstGeom>
            <a:noFill/>
            <a:ln cap="flat" cmpd="sng" w="9525">
              <a:solidFill>
                <a:schemeClr val="dk1"/>
              </a:solidFill>
              <a:prstDash val="solid"/>
              <a:round/>
              <a:headEnd len="med" w="med" type="stealth"/>
              <a:tailEnd len="med" w="med" type="stealth"/>
            </a:ln>
          </p:spPr>
        </p:cxnSp>
        <p:sp>
          <p:nvSpPr>
            <p:cNvPr id="548" name="Google Shape;548;p10"/>
            <p:cNvSpPr txBox="1"/>
            <p:nvPr/>
          </p:nvSpPr>
          <p:spPr>
            <a:xfrm>
              <a:off x="2622" y="2160"/>
              <a:ext cx="642" cy="234"/>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Internet</a:t>
              </a:r>
              <a:endParaRPr b="1" sz="1800">
                <a:solidFill>
                  <a:schemeClr val="dk1"/>
                </a:solidFill>
                <a:latin typeface="Arial"/>
                <a:ea typeface="Arial"/>
                <a:cs typeface="Arial"/>
                <a:sym typeface="Arial"/>
              </a:endParaRPr>
            </a:p>
          </p:txBody>
        </p:sp>
      </p:grpSp>
      <p:grpSp>
        <p:nvGrpSpPr>
          <p:cNvPr id="549" name="Google Shape;549;p10"/>
          <p:cNvGrpSpPr/>
          <p:nvPr/>
        </p:nvGrpSpPr>
        <p:grpSpPr>
          <a:xfrm>
            <a:off x="5257800" y="4800606"/>
            <a:ext cx="1981200" cy="371476"/>
            <a:chOff x="2352" y="2928"/>
            <a:chExt cx="1248" cy="234"/>
          </a:xfrm>
        </p:grpSpPr>
        <p:cxnSp>
          <p:nvCxnSpPr>
            <p:cNvPr id="550" name="Google Shape;550;p10"/>
            <p:cNvCxnSpPr/>
            <p:nvPr/>
          </p:nvCxnSpPr>
          <p:spPr>
            <a:xfrm>
              <a:off x="2352" y="3129"/>
              <a:ext cx="1248" cy="0"/>
            </a:xfrm>
            <a:prstGeom prst="straightConnector1">
              <a:avLst/>
            </a:prstGeom>
            <a:noFill/>
            <a:ln cap="flat" cmpd="sng" w="9525">
              <a:solidFill>
                <a:schemeClr val="dk1"/>
              </a:solidFill>
              <a:prstDash val="solid"/>
              <a:round/>
              <a:headEnd len="med" w="med" type="stealth"/>
              <a:tailEnd len="med" w="med" type="stealth"/>
            </a:ln>
          </p:spPr>
        </p:cxnSp>
        <p:sp>
          <p:nvSpPr>
            <p:cNvPr id="551" name="Google Shape;551;p10"/>
            <p:cNvSpPr txBox="1"/>
            <p:nvPr/>
          </p:nvSpPr>
          <p:spPr>
            <a:xfrm>
              <a:off x="2640" y="2928"/>
              <a:ext cx="668" cy="234"/>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Internet</a:t>
              </a:r>
              <a:endParaRPr b="1" sz="1800">
                <a:solidFill>
                  <a:schemeClr val="dk1"/>
                </a:solidFill>
                <a:latin typeface="Arial"/>
                <a:ea typeface="Arial"/>
                <a:cs typeface="Arial"/>
                <a:sym typeface="Arial"/>
              </a:endParaRPr>
            </a:p>
          </p:txBody>
        </p:sp>
      </p:grpSp>
      <p:sp>
        <p:nvSpPr>
          <p:cNvPr id="552" name="Google Shape;552;p10"/>
          <p:cNvSpPr/>
          <p:nvPr/>
        </p:nvSpPr>
        <p:spPr>
          <a:xfrm>
            <a:off x="5699126" y="3122614"/>
            <a:ext cx="1018975" cy="371513"/>
          </a:xfrm>
          <a:prstGeom prst="rect">
            <a:avLst/>
          </a:prstGeom>
          <a:noFill/>
          <a:ln>
            <a:noFill/>
          </a:ln>
        </p:spPr>
        <p:txBody>
          <a:bodyPr anchorCtr="0" anchor="t" bIns="46800" lIns="90000" spcFirstLastPara="1" rIns="90000" wrap="square" tIns="468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Internet</a:t>
            </a:r>
            <a:endParaRPr b="1" sz="1800">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gtEl>
                                        <p:attrNameLst>
                                          <p:attrName>style.visibility</p:attrName>
                                        </p:attrNameLst>
                                      </p:cBhvr>
                                      <p:to>
                                        <p:strVal val="visible"/>
                                      </p:to>
                                    </p:set>
                                    <p:animEffect filter="fade" transition="in">
                                      <p:cBhvr>
                                        <p:cTn dur="500"/>
                                        <p:tgtEl>
                                          <p:spTgt spid="538"/>
                                        </p:tgtEl>
                                      </p:cBhvr>
                                    </p:animEffect>
                                  </p:childTnLst>
                                </p:cTn>
                              </p:par>
                              <p:par>
                                <p:cTn fill="hold" nodeType="with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500"/>
                                        <p:tgtEl>
                                          <p:spTgt spid="542"/>
                                        </p:tgtEl>
                                      </p:cBhvr>
                                    </p:animEffect>
                                  </p:childTnLst>
                                </p:cTn>
                              </p:par>
                              <p:par>
                                <p:cTn fill="hold" nodeType="with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500"/>
                                        <p:tgtEl>
                                          <p:spTgt spid="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541"/>
                                        </p:tgtEl>
                                      </p:cBhvr>
                                    </p:animEffect>
                                    <p:set>
                                      <p:cBhvr>
                                        <p:cTn dur="1" fill="hold">
                                          <p:stCondLst>
                                            <p:cond delay="500"/>
                                          </p:stCondLst>
                                        </p:cTn>
                                        <p:tgtEl>
                                          <p:spTgt spid="54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52"/>
                                        </p:tgtEl>
                                      </p:cBhvr>
                                    </p:animEffect>
                                    <p:set>
                                      <p:cBhvr>
                                        <p:cTn dur="1" fill="hold">
                                          <p:stCondLst>
                                            <p:cond delay="500"/>
                                          </p:stCondLst>
                                        </p:cTn>
                                        <p:tgtEl>
                                          <p:spTgt spid="55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500"/>
                                        <p:tgtEl>
                                          <p:spTgt spid="544"/>
                                        </p:tgtEl>
                                      </p:cBhvr>
                                    </p:animEffect>
                                  </p:childTnLst>
                                </p:cTn>
                              </p:par>
                              <p:par>
                                <p:cTn fill="hold" nodeType="with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500"/>
                                        <p:tgtEl>
                                          <p:spTgt spid="545"/>
                                        </p:tgtEl>
                                      </p:cBhvr>
                                    </p:animEffect>
                                  </p:childTnLst>
                                </p:cTn>
                              </p:par>
                              <p:par>
                                <p:cTn fill="hold" nodeType="with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500"/>
                                        <p:tgtEl>
                                          <p:spTgt spid="546"/>
                                        </p:tgtEl>
                                      </p:cBhvr>
                                    </p:animEffect>
                                  </p:childTnLst>
                                </p:cTn>
                              </p:par>
                              <p:par>
                                <p:cTn fill="hold" nodeType="with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500"/>
                                        <p:tgtEl>
                                          <p:spTgt spid="536"/>
                                        </p:tgtEl>
                                      </p:cBhvr>
                                    </p:animEffect>
                                  </p:childTnLst>
                                </p:cTn>
                              </p:par>
                              <p:par>
                                <p:cTn fill="hold" nodeType="with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500"/>
                                        <p:tgtEl>
                                          <p:spTgt spid="5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1"/>
                                        </p:tgtEl>
                                        <p:attrNameLst>
                                          <p:attrName>style.visibility</p:attrName>
                                        </p:attrNameLst>
                                      </p:cBhvr>
                                      <p:to>
                                        <p:strVal val="visible"/>
                                      </p:to>
                                    </p:set>
                                    <p:animEffect filter="fade" transition="in">
                                      <p:cBhvr>
                                        <p:cTn dur="500"/>
                                        <p:tgtEl>
                                          <p:spTgt spid="531"/>
                                        </p:tgtEl>
                                      </p:cBhvr>
                                    </p:animEffect>
                                  </p:childTnLst>
                                </p:cTn>
                              </p:par>
                              <p:par>
                                <p:cTn fill="hold" nodeType="with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500"/>
                                        <p:tgtEl>
                                          <p:spTgt spid="525"/>
                                        </p:tgtEl>
                                      </p:cBhvr>
                                    </p:animEffect>
                                  </p:childTnLst>
                                </p:cTn>
                              </p:par>
                              <p:par>
                                <p:cTn fill="hold" nodeType="withEffect" presetClass="exit" presetID="10" presetSubtype="0">
                                  <p:stCondLst>
                                    <p:cond delay="0"/>
                                  </p:stCondLst>
                                  <p:childTnLst>
                                    <p:animEffect filter="fade" transition="out">
                                      <p:cBhvr>
                                        <p:cTn dur="500"/>
                                        <p:tgtEl>
                                          <p:spTgt spid="536"/>
                                        </p:tgtEl>
                                      </p:cBhvr>
                                    </p:animEffect>
                                    <p:set>
                                      <p:cBhvr>
                                        <p:cTn dur="1" fill="hold">
                                          <p:stCondLst>
                                            <p:cond delay="500"/>
                                          </p:stCondLst>
                                        </p:cTn>
                                        <p:tgtEl>
                                          <p:spTgt spid="53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500"/>
                                        <p:tgtEl>
                                          <p:spTgt spid="544"/>
                                        </p:tgtEl>
                                      </p:cBhvr>
                                    </p:animEffect>
                                    <p:set>
                                      <p:cBhvr>
                                        <p:cTn dur="1" fill="hold">
                                          <p:stCondLst>
                                            <p:cond delay="500"/>
                                          </p:stCondLst>
                                        </p:cTn>
                                        <p:tgtEl>
                                          <p:spTgt spid="54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500"/>
                                        <p:tgtEl>
                                          <p:spTgt spid="549"/>
                                        </p:tgtEl>
                                      </p:cBhvr>
                                    </p:animEffect>
                                  </p:childTnLst>
                                </p:cTn>
                              </p:par>
                              <p:par>
                                <p:cTn fill="hold" nodeType="withEffect" presetClass="exit" presetID="10" presetSubtype="0">
                                  <p:stCondLst>
                                    <p:cond delay="0"/>
                                  </p:stCondLst>
                                  <p:childTnLst>
                                    <p:animEffect filter="fade" transition="out">
                                      <p:cBhvr>
                                        <p:cTn dur="500"/>
                                        <p:tgtEl>
                                          <p:spTgt spid="546"/>
                                        </p:tgtEl>
                                      </p:cBhvr>
                                    </p:animEffect>
                                    <p:set>
                                      <p:cBhvr>
                                        <p:cTn dur="1" fill="hold">
                                          <p:stCondLst>
                                            <p:cond delay="500"/>
                                          </p:stCondLst>
                                        </p:cTn>
                                        <p:tgtEl>
                                          <p:spTgt spid="54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500"/>
                                        <p:tgtEl>
                                          <p:spTgt spid="530"/>
                                        </p:tgtEl>
                                      </p:cBhvr>
                                    </p:animEffect>
                                  </p:childTnLst>
                                </p:cTn>
                              </p:par>
                              <p:par>
                                <p:cTn fill="hold" nodeType="withEffect" presetClass="entr" presetID="10" presetSubtype="0">
                                  <p:stCondLst>
                                    <p:cond delay="0"/>
                                  </p:stCondLst>
                                  <p:childTnLst>
                                    <p:set>
                                      <p:cBhvr>
                                        <p:cTn dur="1" fill="hold">
                                          <p:stCondLst>
                                            <p:cond delay="0"/>
                                          </p:stCondLst>
                                        </p:cTn>
                                        <p:tgtEl>
                                          <p:spTgt spid="524"/>
                                        </p:tgtEl>
                                        <p:attrNameLst>
                                          <p:attrName>style.visibility</p:attrName>
                                        </p:attrNameLst>
                                      </p:cBhvr>
                                      <p:to>
                                        <p:strVal val="visible"/>
                                      </p:to>
                                    </p:set>
                                    <p:animEffect filter="fade" transition="in">
                                      <p:cBhvr>
                                        <p:cTn dur="500"/>
                                        <p:tgtEl>
                                          <p:spTgt spid="5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56" name="Shape 556"/>
        <p:cNvGrpSpPr/>
        <p:nvPr/>
      </p:nvGrpSpPr>
      <p:grpSpPr>
        <a:xfrm>
          <a:off x="0" y="0"/>
          <a:ext cx="0" cy="0"/>
          <a:chOff x="0" y="0"/>
          <a:chExt cx="0" cy="0"/>
        </a:xfrm>
      </p:grpSpPr>
      <p:sp>
        <p:nvSpPr>
          <p:cNvPr id="557" name="Google Shape;557;p11"/>
          <p:cNvSpPr/>
          <p:nvPr/>
        </p:nvSpPr>
        <p:spPr>
          <a:xfrm>
            <a:off x="0"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58" name="Google Shape;55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5000"/>
              <a:buFont typeface="Play"/>
              <a:buNone/>
            </a:pPr>
            <a:r>
              <a:rPr lang="en-US" sz="5000"/>
              <a:t>How do Sockets releate to Applications?</a:t>
            </a:r>
            <a:endParaRPr/>
          </a:p>
        </p:txBody>
      </p:sp>
      <p:sp>
        <p:nvSpPr>
          <p:cNvPr id="559" name="Google Shape;559;p11"/>
          <p:cNvSpPr/>
          <p:nvPr/>
        </p:nvSpPr>
        <p:spPr>
          <a:xfrm>
            <a:off x="838200" y="1865313"/>
            <a:ext cx="10424160" cy="18288"/>
          </a:xfrm>
          <a:custGeom>
            <a:rect b="b" l="l" r="r" t="t"/>
            <a:pathLst>
              <a:path extrusionOk="0" fill="none" h="18288" w="1042416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extrusionOk="0" h="18288" w="1042416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cap="rnd" cmpd="sng" w="41275">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560" name="Google Shape;560;p11"/>
          <p:cNvGrpSpPr/>
          <p:nvPr/>
        </p:nvGrpSpPr>
        <p:grpSpPr>
          <a:xfrm>
            <a:off x="839483" y="2512930"/>
            <a:ext cx="10513032" cy="3379188"/>
            <a:chOff x="1283" y="284843"/>
            <a:chExt cx="10513032" cy="3379188"/>
          </a:xfrm>
        </p:grpSpPr>
        <p:sp>
          <p:nvSpPr>
            <p:cNvPr id="561" name="Google Shape;561;p11"/>
            <p:cNvSpPr/>
            <p:nvPr/>
          </p:nvSpPr>
          <p:spPr>
            <a:xfrm>
              <a:off x="1283" y="284843"/>
              <a:ext cx="3003723" cy="1501861"/>
            </a:xfrm>
            <a:prstGeom prst="roundRect">
              <a:avLst>
                <a:gd fmla="val 10000" name="adj"/>
              </a:avLst>
            </a:prstGeom>
            <a:solidFill>
              <a:srgbClr val="A02891"/>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11"/>
            <p:cNvSpPr txBox="1"/>
            <p:nvPr/>
          </p:nvSpPr>
          <p:spPr>
            <a:xfrm>
              <a:off x="45271" y="328831"/>
              <a:ext cx="2915747" cy="1413885"/>
            </a:xfrm>
            <a:prstGeom prst="rect">
              <a:avLst/>
            </a:prstGeom>
            <a:noFill/>
            <a:ln>
              <a:noFill/>
            </a:ln>
          </p:spPr>
          <p:txBody>
            <a:bodyPr anchorCtr="0" anchor="ctr" bIns="52050" lIns="78100" spcFirstLastPara="1" rIns="78100" wrap="square" tIns="52050">
              <a:noAutofit/>
            </a:bodyPr>
            <a:lstStyle/>
            <a:p>
              <a:pPr indent="0" lvl="0" marL="0" marR="0" rtl="0" algn="ctr">
                <a:lnSpc>
                  <a:spcPct val="90000"/>
                </a:lnSpc>
                <a:spcBef>
                  <a:spcPts val="0"/>
                </a:spcBef>
                <a:spcAft>
                  <a:spcPts val="0"/>
                </a:spcAft>
                <a:buClr>
                  <a:schemeClr val="lt1"/>
                </a:buClr>
                <a:buSzPts val="4100"/>
                <a:buFont typeface="Arial"/>
                <a:buNone/>
              </a:pPr>
              <a:r>
                <a:rPr lang="en-US" sz="4100">
                  <a:solidFill>
                    <a:schemeClr val="lt1"/>
                  </a:solidFill>
                  <a:latin typeface="Arial"/>
                  <a:ea typeface="Arial"/>
                  <a:cs typeface="Arial"/>
                  <a:sym typeface="Arial"/>
                </a:rPr>
                <a:t>Browsers, Webservers</a:t>
              </a:r>
              <a:endParaRPr/>
            </a:p>
          </p:txBody>
        </p:sp>
        <p:sp>
          <p:nvSpPr>
            <p:cNvPr id="563" name="Google Shape;563;p11"/>
            <p:cNvSpPr/>
            <p:nvPr/>
          </p:nvSpPr>
          <p:spPr>
            <a:xfrm>
              <a:off x="301656" y="1786705"/>
              <a:ext cx="300372" cy="1126396"/>
            </a:xfrm>
            <a:custGeom>
              <a:rect b="b" l="l" r="r" t="t"/>
              <a:pathLst>
                <a:path extrusionOk="0" h="120000" w="120000">
                  <a:moveTo>
                    <a:pt x="0" y="0"/>
                  </a:moveTo>
                  <a:lnTo>
                    <a:pt x="0" y="120000"/>
                  </a:lnTo>
                  <a:lnTo>
                    <a:pt x="120000" y="120000"/>
                  </a:lnTo>
                </a:path>
              </a:pathLst>
            </a:custGeom>
            <a:noFill/>
            <a:ln cap="flat" cmpd="sng" w="19050">
              <a:solidFill>
                <a:srgbClr val="4EA62C"/>
              </a:solidFill>
              <a:prstDash val="solid"/>
              <a:miter lim="800000"/>
              <a:headEnd len="sm" w="sm" type="none"/>
              <a:tailEnd len="sm" w="sm" type="none"/>
            </a:ln>
          </p:spPr>
        </p:sp>
        <p:sp>
          <p:nvSpPr>
            <p:cNvPr id="564" name="Google Shape;564;p11"/>
            <p:cNvSpPr/>
            <p:nvPr/>
          </p:nvSpPr>
          <p:spPr>
            <a:xfrm>
              <a:off x="602028" y="2162170"/>
              <a:ext cx="2402978" cy="1501861"/>
            </a:xfrm>
            <a:prstGeom prst="roundRect">
              <a:avLst>
                <a:gd fmla="val 10000" name="adj"/>
              </a:avLst>
            </a:prstGeom>
            <a:solidFill>
              <a:schemeClr val="lt1">
                <a:alpha val="89803"/>
              </a:schemeClr>
            </a:solidFill>
            <a:ln cap="flat" cmpd="sng" w="19050">
              <a:solidFill>
                <a:srgbClr val="A0289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1"/>
            <p:cNvSpPr txBox="1"/>
            <p:nvPr/>
          </p:nvSpPr>
          <p:spPr>
            <a:xfrm>
              <a:off x="646016" y="2206158"/>
              <a:ext cx="2315002" cy="1413885"/>
            </a:xfrm>
            <a:prstGeom prst="rect">
              <a:avLst/>
            </a:prstGeom>
            <a:noFill/>
            <a:ln>
              <a:noFill/>
            </a:ln>
          </p:spPr>
          <p:txBody>
            <a:bodyPr anchorCtr="0" anchor="ctr" bIns="29200" lIns="43800" spcFirstLastPara="1" rIns="43800" wrap="square" tIns="29200">
              <a:noAutofit/>
            </a:bodyPr>
            <a:lstStyle/>
            <a:p>
              <a:pPr indent="0" lvl="0" marL="0" marR="0" rtl="0" algn="ctr">
                <a:lnSpc>
                  <a:spcPct val="90000"/>
                </a:lnSpc>
                <a:spcBef>
                  <a:spcPts val="0"/>
                </a:spcBef>
                <a:spcAft>
                  <a:spcPts val="0"/>
                </a:spcAft>
                <a:buClr>
                  <a:schemeClr val="dk1"/>
                </a:buClr>
                <a:buSzPts val="2300"/>
                <a:buFont typeface="Arial"/>
                <a:buNone/>
              </a:pPr>
              <a:r>
                <a:rPr lang="en-US" sz="2300">
                  <a:solidFill>
                    <a:schemeClr val="dk1"/>
                  </a:solidFill>
                  <a:latin typeface="Arial"/>
                  <a:ea typeface="Arial"/>
                  <a:cs typeface="Arial"/>
                  <a:sym typeface="Arial"/>
                </a:rPr>
                <a:t>Use sockets to speak HTTP</a:t>
              </a:r>
              <a:endParaRPr/>
            </a:p>
          </p:txBody>
        </p:sp>
        <p:sp>
          <p:nvSpPr>
            <p:cNvPr id="566" name="Google Shape;566;p11"/>
            <p:cNvSpPr/>
            <p:nvPr/>
          </p:nvSpPr>
          <p:spPr>
            <a:xfrm>
              <a:off x="3755938" y="284843"/>
              <a:ext cx="3003723" cy="1501861"/>
            </a:xfrm>
            <a:prstGeom prst="roundRect">
              <a:avLst>
                <a:gd fmla="val 10000" name="adj"/>
              </a:avLst>
            </a:prstGeom>
            <a:solidFill>
              <a:srgbClr val="2B6FA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1"/>
            <p:cNvSpPr txBox="1"/>
            <p:nvPr/>
          </p:nvSpPr>
          <p:spPr>
            <a:xfrm>
              <a:off x="3799926" y="328831"/>
              <a:ext cx="2915747" cy="1413885"/>
            </a:xfrm>
            <a:prstGeom prst="rect">
              <a:avLst/>
            </a:prstGeom>
            <a:noFill/>
            <a:ln>
              <a:noFill/>
            </a:ln>
          </p:spPr>
          <p:txBody>
            <a:bodyPr anchorCtr="0" anchor="ctr" bIns="52050" lIns="78100" spcFirstLastPara="1" rIns="78100" wrap="square" tIns="52050">
              <a:noAutofit/>
            </a:bodyPr>
            <a:lstStyle/>
            <a:p>
              <a:pPr indent="0" lvl="0" marL="0" marR="0" rtl="0" algn="ctr">
                <a:lnSpc>
                  <a:spcPct val="90000"/>
                </a:lnSpc>
                <a:spcBef>
                  <a:spcPts val="0"/>
                </a:spcBef>
                <a:spcAft>
                  <a:spcPts val="0"/>
                </a:spcAft>
                <a:buClr>
                  <a:schemeClr val="lt1"/>
                </a:buClr>
                <a:buSzPts val="4100"/>
                <a:buFont typeface="Arial"/>
                <a:buNone/>
              </a:pPr>
              <a:r>
                <a:rPr lang="en-US" sz="4100">
                  <a:solidFill>
                    <a:schemeClr val="lt1"/>
                  </a:solidFill>
                  <a:latin typeface="Arial"/>
                  <a:ea typeface="Arial"/>
                  <a:cs typeface="Arial"/>
                  <a:sym typeface="Arial"/>
                </a:rPr>
                <a:t>Mailservers, Mailclients</a:t>
              </a:r>
              <a:endParaRPr/>
            </a:p>
          </p:txBody>
        </p:sp>
        <p:sp>
          <p:nvSpPr>
            <p:cNvPr id="568" name="Google Shape;568;p11"/>
            <p:cNvSpPr/>
            <p:nvPr/>
          </p:nvSpPr>
          <p:spPr>
            <a:xfrm>
              <a:off x="4056310" y="1786705"/>
              <a:ext cx="300372" cy="1126396"/>
            </a:xfrm>
            <a:custGeom>
              <a:rect b="b" l="l" r="r" t="t"/>
              <a:pathLst>
                <a:path extrusionOk="0" h="120000" w="120000">
                  <a:moveTo>
                    <a:pt x="0" y="0"/>
                  </a:moveTo>
                  <a:lnTo>
                    <a:pt x="0" y="120000"/>
                  </a:lnTo>
                  <a:lnTo>
                    <a:pt x="120000" y="120000"/>
                  </a:lnTo>
                </a:path>
              </a:pathLst>
            </a:custGeom>
            <a:noFill/>
            <a:ln cap="flat" cmpd="sng" w="19050">
              <a:solidFill>
                <a:srgbClr val="4EA62C"/>
              </a:solidFill>
              <a:prstDash val="solid"/>
              <a:miter lim="800000"/>
              <a:headEnd len="sm" w="sm" type="none"/>
              <a:tailEnd len="sm" w="sm" type="none"/>
            </a:ln>
          </p:spPr>
        </p:sp>
        <p:sp>
          <p:nvSpPr>
            <p:cNvPr id="569" name="Google Shape;569;p11"/>
            <p:cNvSpPr/>
            <p:nvPr/>
          </p:nvSpPr>
          <p:spPr>
            <a:xfrm>
              <a:off x="4356682" y="2162170"/>
              <a:ext cx="2402978" cy="1501861"/>
            </a:xfrm>
            <a:prstGeom prst="roundRect">
              <a:avLst>
                <a:gd fmla="val 10000" name="adj"/>
              </a:avLst>
            </a:prstGeom>
            <a:solidFill>
              <a:schemeClr val="lt1">
                <a:alpha val="89803"/>
              </a:schemeClr>
            </a:solidFill>
            <a:ln cap="flat" cmpd="sng" w="19050">
              <a:solidFill>
                <a:srgbClr val="2B6FA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1"/>
            <p:cNvSpPr txBox="1"/>
            <p:nvPr/>
          </p:nvSpPr>
          <p:spPr>
            <a:xfrm>
              <a:off x="4400670" y="2206158"/>
              <a:ext cx="2315002" cy="1413885"/>
            </a:xfrm>
            <a:prstGeom prst="rect">
              <a:avLst/>
            </a:prstGeom>
            <a:noFill/>
            <a:ln>
              <a:noFill/>
            </a:ln>
          </p:spPr>
          <p:txBody>
            <a:bodyPr anchorCtr="0" anchor="ctr" bIns="29200" lIns="43800" spcFirstLastPara="1" rIns="43800" wrap="square" tIns="29200">
              <a:noAutofit/>
            </a:bodyPr>
            <a:lstStyle/>
            <a:p>
              <a:pPr indent="0" lvl="0" marL="0" marR="0" rtl="0" algn="ctr">
                <a:lnSpc>
                  <a:spcPct val="90000"/>
                </a:lnSpc>
                <a:spcBef>
                  <a:spcPts val="0"/>
                </a:spcBef>
                <a:spcAft>
                  <a:spcPts val="0"/>
                </a:spcAft>
                <a:buClr>
                  <a:schemeClr val="dk1"/>
                </a:buClr>
                <a:buSzPts val="2300"/>
                <a:buFont typeface="Arial"/>
                <a:buNone/>
              </a:pPr>
              <a:r>
                <a:rPr lang="en-US" sz="2300">
                  <a:solidFill>
                    <a:schemeClr val="dk1"/>
                  </a:solidFill>
                  <a:latin typeface="Arial"/>
                  <a:ea typeface="Arial"/>
                  <a:cs typeface="Arial"/>
                  <a:sym typeface="Arial"/>
                </a:rPr>
                <a:t>Use sockets to speak SMTP/IMAP/POP3</a:t>
              </a:r>
              <a:endParaRPr/>
            </a:p>
          </p:txBody>
        </p:sp>
        <p:sp>
          <p:nvSpPr>
            <p:cNvPr id="571" name="Google Shape;571;p11"/>
            <p:cNvSpPr/>
            <p:nvPr/>
          </p:nvSpPr>
          <p:spPr>
            <a:xfrm>
              <a:off x="7510592" y="284843"/>
              <a:ext cx="3003723" cy="1501861"/>
            </a:xfrm>
            <a:prstGeom prst="roundRect">
              <a:avLst>
                <a:gd fmla="val 10000" name="adj"/>
              </a:avLst>
            </a:prstGeom>
            <a:solidFill>
              <a:srgbClr val="4CA62C"/>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1"/>
            <p:cNvSpPr txBox="1"/>
            <p:nvPr/>
          </p:nvSpPr>
          <p:spPr>
            <a:xfrm>
              <a:off x="7554580" y="328831"/>
              <a:ext cx="2915747" cy="1413885"/>
            </a:xfrm>
            <a:prstGeom prst="rect">
              <a:avLst/>
            </a:prstGeom>
            <a:noFill/>
            <a:ln>
              <a:noFill/>
            </a:ln>
          </p:spPr>
          <p:txBody>
            <a:bodyPr anchorCtr="0" anchor="ctr" bIns="52050" lIns="78100" spcFirstLastPara="1" rIns="78100" wrap="square" tIns="52050">
              <a:noAutofit/>
            </a:bodyPr>
            <a:lstStyle/>
            <a:p>
              <a:pPr indent="0" lvl="0" marL="0" marR="0" rtl="0" algn="ctr">
                <a:lnSpc>
                  <a:spcPct val="90000"/>
                </a:lnSpc>
                <a:spcBef>
                  <a:spcPts val="0"/>
                </a:spcBef>
                <a:spcAft>
                  <a:spcPts val="0"/>
                </a:spcAft>
                <a:buClr>
                  <a:schemeClr val="lt1"/>
                </a:buClr>
                <a:buSzPts val="4100"/>
                <a:buFont typeface="Arial"/>
                <a:buNone/>
              </a:pPr>
              <a:r>
                <a:rPr lang="en-US" sz="4100">
                  <a:solidFill>
                    <a:schemeClr val="lt1"/>
                  </a:solidFill>
                  <a:latin typeface="Arial"/>
                  <a:ea typeface="Arial"/>
                  <a:cs typeface="Arial"/>
                  <a:sym typeface="Arial"/>
                </a:rPr>
                <a:t>Peer 2 Peer Apps</a:t>
              </a:r>
              <a:endParaRPr/>
            </a:p>
          </p:txBody>
        </p:sp>
        <p:sp>
          <p:nvSpPr>
            <p:cNvPr id="573" name="Google Shape;573;p11"/>
            <p:cNvSpPr/>
            <p:nvPr/>
          </p:nvSpPr>
          <p:spPr>
            <a:xfrm>
              <a:off x="7810965" y="1786705"/>
              <a:ext cx="300372" cy="1126396"/>
            </a:xfrm>
            <a:custGeom>
              <a:rect b="b" l="l" r="r" t="t"/>
              <a:pathLst>
                <a:path extrusionOk="0" h="120000" w="120000">
                  <a:moveTo>
                    <a:pt x="0" y="0"/>
                  </a:moveTo>
                  <a:lnTo>
                    <a:pt x="0" y="120000"/>
                  </a:lnTo>
                  <a:lnTo>
                    <a:pt x="120000" y="120000"/>
                  </a:lnTo>
                </a:path>
              </a:pathLst>
            </a:custGeom>
            <a:noFill/>
            <a:ln cap="flat" cmpd="sng" w="19050">
              <a:solidFill>
                <a:srgbClr val="4EA62C"/>
              </a:solidFill>
              <a:prstDash val="solid"/>
              <a:miter lim="800000"/>
              <a:headEnd len="sm" w="sm" type="none"/>
              <a:tailEnd len="sm" w="sm" type="none"/>
            </a:ln>
          </p:spPr>
        </p:sp>
        <p:sp>
          <p:nvSpPr>
            <p:cNvPr id="574" name="Google Shape;574;p11"/>
            <p:cNvSpPr/>
            <p:nvPr/>
          </p:nvSpPr>
          <p:spPr>
            <a:xfrm>
              <a:off x="8111337" y="2162170"/>
              <a:ext cx="2402978" cy="1501861"/>
            </a:xfrm>
            <a:prstGeom prst="roundRect">
              <a:avLst>
                <a:gd fmla="val 10000" name="adj"/>
              </a:avLst>
            </a:prstGeom>
            <a:solidFill>
              <a:schemeClr val="lt1">
                <a:alpha val="89803"/>
              </a:schemeClr>
            </a:solidFill>
            <a:ln cap="flat" cmpd="sng" w="19050">
              <a:solidFill>
                <a:srgbClr val="4CA62C"/>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1"/>
            <p:cNvSpPr txBox="1"/>
            <p:nvPr/>
          </p:nvSpPr>
          <p:spPr>
            <a:xfrm>
              <a:off x="8155325" y="2206158"/>
              <a:ext cx="2315002" cy="1413885"/>
            </a:xfrm>
            <a:prstGeom prst="rect">
              <a:avLst/>
            </a:prstGeom>
            <a:noFill/>
            <a:ln>
              <a:noFill/>
            </a:ln>
          </p:spPr>
          <p:txBody>
            <a:bodyPr anchorCtr="0" anchor="ctr" bIns="29200" lIns="43800" spcFirstLastPara="1" rIns="43800" wrap="square" tIns="29200">
              <a:noAutofit/>
            </a:bodyPr>
            <a:lstStyle/>
            <a:p>
              <a:pPr indent="0" lvl="0" marL="0" marR="0" rtl="0" algn="ctr">
                <a:lnSpc>
                  <a:spcPct val="90000"/>
                </a:lnSpc>
                <a:spcBef>
                  <a:spcPts val="0"/>
                </a:spcBef>
                <a:spcAft>
                  <a:spcPts val="0"/>
                </a:spcAft>
                <a:buClr>
                  <a:schemeClr val="dk1"/>
                </a:buClr>
                <a:buSzPts val="2300"/>
                <a:buFont typeface="Arial"/>
                <a:buNone/>
              </a:pPr>
              <a:r>
                <a:rPr lang="en-US" sz="2300">
                  <a:solidFill>
                    <a:schemeClr val="dk1"/>
                  </a:solidFill>
                  <a:latin typeface="Arial"/>
                  <a:ea typeface="Arial"/>
                  <a:cs typeface="Arial"/>
                  <a:sym typeface="Arial"/>
                </a:rPr>
                <a:t>Use sockets to speak, e.g., Bittorrent</a:t>
              </a: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Socket programming</a:t>
            </a:r>
            <a:endParaRPr/>
          </a:p>
        </p:txBody>
      </p:sp>
      <p:sp>
        <p:nvSpPr>
          <p:cNvPr id="581" name="Google Shape;581;p12"/>
          <p:cNvSpPr txBox="1"/>
          <p:nvPr/>
        </p:nvSpPr>
        <p:spPr>
          <a:xfrm>
            <a:off x="535696" y="1629447"/>
            <a:ext cx="11607216" cy="15335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85000"/>
              </a:lnSpc>
              <a:spcBef>
                <a:spcPts val="0"/>
              </a:spcBef>
              <a:spcAft>
                <a:spcPts val="0"/>
              </a:spcAft>
              <a:buClr>
                <a:srgbClr val="000099"/>
              </a:buClr>
              <a:buSzPts val="3200"/>
              <a:buFont typeface="Noto Sans Symbols"/>
              <a:buNone/>
            </a:pPr>
            <a:r>
              <a:rPr i="1" lang="en-US" sz="3200">
                <a:solidFill>
                  <a:srgbClr val="CC0000"/>
                </a:solidFill>
                <a:latin typeface="Calibri"/>
                <a:ea typeface="Calibri"/>
                <a:cs typeface="Calibri"/>
                <a:sym typeface="Calibri"/>
              </a:rPr>
              <a:t>G</a:t>
            </a:r>
            <a:r>
              <a:rPr b="0" i="1" lang="en-US" sz="3200" u="none" cap="none" strike="noStrike">
                <a:solidFill>
                  <a:srgbClr val="CC0000"/>
                </a:solidFill>
                <a:latin typeface="Calibri"/>
                <a:ea typeface="Calibri"/>
                <a:cs typeface="Calibri"/>
                <a:sym typeface="Calibri"/>
              </a:rPr>
              <a:t>oal:</a:t>
            </a:r>
            <a:r>
              <a:rPr b="0" i="0" lang="en-US" sz="3200" u="none" cap="none" strike="noStrike">
                <a:solidFill>
                  <a:srgbClr val="000000"/>
                </a:solidFill>
                <a:latin typeface="Calibri"/>
                <a:ea typeface="Calibri"/>
                <a:cs typeface="Calibri"/>
                <a:sym typeface="Calibri"/>
              </a:rPr>
              <a:t> learn how to build client/server applications that communicate using sockets</a:t>
            </a:r>
            <a:endParaRPr b="0" i="1" sz="3200" u="none" cap="none" strike="noStrike">
              <a:solidFill>
                <a:srgbClr val="CC0000"/>
              </a:solidFill>
              <a:latin typeface="Calibri"/>
              <a:ea typeface="Calibri"/>
              <a:cs typeface="Calibri"/>
              <a:sym typeface="Calibri"/>
            </a:endParaRPr>
          </a:p>
          <a:p>
            <a:pPr indent="-342900" lvl="0" marL="342900" marR="0" rtl="0" algn="l">
              <a:lnSpc>
                <a:spcPct val="85000"/>
              </a:lnSpc>
              <a:spcBef>
                <a:spcPts val="640"/>
              </a:spcBef>
              <a:spcAft>
                <a:spcPts val="0"/>
              </a:spcAft>
              <a:buClr>
                <a:srgbClr val="000099"/>
              </a:buClr>
              <a:buSzPts val="3200"/>
              <a:buFont typeface="Noto Sans Symbols"/>
              <a:buNone/>
            </a:pPr>
            <a:r>
              <a:rPr i="1" lang="en-US" sz="3200">
                <a:solidFill>
                  <a:srgbClr val="CC0000"/>
                </a:solidFill>
                <a:latin typeface="Calibri"/>
                <a:ea typeface="Calibri"/>
                <a:cs typeface="Calibri"/>
                <a:sym typeface="Calibri"/>
              </a:rPr>
              <a:t>S</a:t>
            </a:r>
            <a:r>
              <a:rPr b="0" i="1" lang="en-US" sz="3200" u="none" cap="none" strike="noStrike">
                <a:solidFill>
                  <a:srgbClr val="CC0000"/>
                </a:solidFill>
                <a:latin typeface="Calibri"/>
                <a:ea typeface="Calibri"/>
                <a:cs typeface="Calibri"/>
                <a:sym typeface="Calibri"/>
              </a:rPr>
              <a:t>ocket:</a:t>
            </a:r>
            <a:r>
              <a:rPr b="0" i="0" lang="en-US" sz="3200" u="none" cap="none" strike="noStrike">
                <a:solidFill>
                  <a:srgbClr val="000000"/>
                </a:solidFill>
                <a:latin typeface="Calibri"/>
                <a:ea typeface="Calibri"/>
                <a:cs typeface="Calibri"/>
                <a:sym typeface="Calibri"/>
              </a:rPr>
              <a:t> door between application process and end-end-transport protocol </a:t>
            </a:r>
            <a:endParaRPr/>
          </a:p>
        </p:txBody>
      </p:sp>
      <p:sp>
        <p:nvSpPr>
          <p:cNvPr id="582" name="Google Shape;582;p12"/>
          <p:cNvSpPr/>
          <p:nvPr/>
        </p:nvSpPr>
        <p:spPr>
          <a:xfrm>
            <a:off x="8379242" y="3598233"/>
            <a:ext cx="736600" cy="1998662"/>
          </a:xfrm>
          <a:custGeom>
            <a:rect b="b" l="l" r="r" t="t"/>
            <a:pathLst>
              <a:path extrusionOk="0" h="1259" w="464">
                <a:moveTo>
                  <a:pt x="464" y="1060"/>
                </a:moveTo>
                <a:lnTo>
                  <a:pt x="0" y="0"/>
                </a:lnTo>
                <a:lnTo>
                  <a:pt x="6" y="1258"/>
                </a:lnTo>
                <a:lnTo>
                  <a:pt x="382" y="1259"/>
                </a:lnTo>
                <a:lnTo>
                  <a:pt x="464" y="1060"/>
                </a:lnTo>
                <a:close/>
              </a:path>
            </a:pathLst>
          </a:custGeom>
          <a:gradFill>
            <a:gsLst>
              <a:gs pos="0">
                <a:srgbClr val="FFFFFF"/>
              </a:gs>
              <a:gs pos="100000">
                <a:srgbClr val="0F4861"/>
              </a:gs>
            </a:gsLst>
            <a:lin ang="1080000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83" name="Google Shape;583;p12"/>
          <p:cNvSpPr/>
          <p:nvPr/>
        </p:nvSpPr>
        <p:spPr>
          <a:xfrm>
            <a:off x="5064542" y="4895220"/>
            <a:ext cx="1808162" cy="1031875"/>
          </a:xfrm>
          <a:custGeom>
            <a:rect b="b" l="l" r="r" t="t"/>
            <a:pathLst>
              <a:path extrusionOk="0" h="1662" w="2135">
                <a:moveTo>
                  <a:pt x="27" y="652"/>
                </a:moveTo>
                <a:cubicBezTo>
                  <a:pt x="14" y="487"/>
                  <a:pt x="0" y="152"/>
                  <a:pt x="105" y="76"/>
                </a:cubicBezTo>
                <a:cubicBezTo>
                  <a:pt x="210" y="0"/>
                  <a:pt x="473" y="192"/>
                  <a:pt x="657" y="196"/>
                </a:cubicBezTo>
                <a:cubicBezTo>
                  <a:pt x="841" y="200"/>
                  <a:pt x="985" y="65"/>
                  <a:pt x="1209" y="100"/>
                </a:cubicBezTo>
                <a:cubicBezTo>
                  <a:pt x="1433" y="135"/>
                  <a:pt x="1867" y="232"/>
                  <a:pt x="2001" y="406"/>
                </a:cubicBezTo>
                <a:cubicBezTo>
                  <a:pt x="2135" y="580"/>
                  <a:pt x="2083" y="945"/>
                  <a:pt x="2013" y="1144"/>
                </a:cubicBezTo>
                <a:cubicBezTo>
                  <a:pt x="1943" y="1343"/>
                  <a:pt x="1781" y="1538"/>
                  <a:pt x="1581" y="1600"/>
                </a:cubicBezTo>
                <a:cubicBezTo>
                  <a:pt x="1381" y="1662"/>
                  <a:pt x="993" y="1571"/>
                  <a:pt x="813" y="1516"/>
                </a:cubicBezTo>
                <a:cubicBezTo>
                  <a:pt x="633" y="1461"/>
                  <a:pt x="606" y="1345"/>
                  <a:pt x="501" y="1270"/>
                </a:cubicBezTo>
                <a:cubicBezTo>
                  <a:pt x="396" y="1195"/>
                  <a:pt x="262" y="1169"/>
                  <a:pt x="183" y="1066"/>
                </a:cubicBezTo>
                <a:cubicBezTo>
                  <a:pt x="104" y="963"/>
                  <a:pt x="25" y="819"/>
                  <a:pt x="27" y="652"/>
                </a:cubicBezTo>
                <a:close/>
              </a:path>
            </a:pathLst>
          </a:custGeom>
          <a:solidFill>
            <a:srgbClr val="9CDFF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84" name="Google Shape;584;p12"/>
          <p:cNvSpPr txBox="1"/>
          <p:nvPr/>
        </p:nvSpPr>
        <p:spPr>
          <a:xfrm>
            <a:off x="5502692" y="5026983"/>
            <a:ext cx="874712" cy="3365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Internet</a:t>
            </a:r>
            <a:endParaRPr/>
          </a:p>
        </p:txBody>
      </p:sp>
      <p:cxnSp>
        <p:nvCxnSpPr>
          <p:cNvPr id="585" name="Google Shape;585;p12"/>
          <p:cNvCxnSpPr/>
          <p:nvPr/>
        </p:nvCxnSpPr>
        <p:spPr>
          <a:xfrm>
            <a:off x="4823242" y="5438145"/>
            <a:ext cx="2211387" cy="0"/>
          </a:xfrm>
          <a:prstGeom prst="straightConnector1">
            <a:avLst/>
          </a:prstGeom>
          <a:noFill/>
          <a:ln cap="flat" cmpd="sng" w="9525">
            <a:solidFill>
              <a:srgbClr val="000000"/>
            </a:solidFill>
            <a:prstDash val="solid"/>
            <a:round/>
            <a:headEnd len="med" w="med" type="triangle"/>
            <a:tailEnd len="med" w="med" type="triangle"/>
          </a:ln>
        </p:spPr>
      </p:cxnSp>
      <p:sp>
        <p:nvSpPr>
          <p:cNvPr id="586" name="Google Shape;586;p12"/>
          <p:cNvSpPr txBox="1"/>
          <p:nvPr/>
        </p:nvSpPr>
        <p:spPr>
          <a:xfrm>
            <a:off x="8844379" y="4663445"/>
            <a:ext cx="1063625" cy="825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controlled</a:t>
            </a:r>
            <a:endParaRPr/>
          </a:p>
          <a:p>
            <a:pPr indent="0" lvl="0" marL="0" marR="0" rtl="0" algn="l">
              <a:lnSpc>
                <a:spcPct val="10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by OS</a:t>
            </a:r>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rgbClr val="CC0000"/>
              </a:solidFill>
              <a:latin typeface="Times New Roman"/>
              <a:ea typeface="Times New Roman"/>
              <a:cs typeface="Times New Roman"/>
              <a:sym typeface="Times New Roman"/>
            </a:endParaRPr>
          </a:p>
        </p:txBody>
      </p:sp>
      <p:sp>
        <p:nvSpPr>
          <p:cNvPr id="587" name="Google Shape;587;p12"/>
          <p:cNvSpPr txBox="1"/>
          <p:nvPr/>
        </p:nvSpPr>
        <p:spPr>
          <a:xfrm>
            <a:off x="8822154" y="3763333"/>
            <a:ext cx="1470025" cy="5334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controlled by</a:t>
            </a:r>
            <a:endParaRPr/>
          </a:p>
          <a:p>
            <a:pPr indent="0" lvl="0" marL="0" marR="0" rtl="0" algn="l">
              <a:lnSpc>
                <a:spcPct val="90000"/>
              </a:lnSpc>
              <a:spcBef>
                <a:spcPts val="0"/>
              </a:spcBef>
              <a:spcAft>
                <a:spcPts val="0"/>
              </a:spcAft>
              <a:buClr>
                <a:srgbClr val="CC0000"/>
              </a:buClr>
              <a:buSzPts val="1600"/>
              <a:buFont typeface="Arial"/>
              <a:buNone/>
            </a:pPr>
            <a:r>
              <a:rPr b="0" i="0" lang="en-US" sz="1600" u="none" cap="none" strike="noStrike">
                <a:solidFill>
                  <a:srgbClr val="CC0000"/>
                </a:solidFill>
                <a:latin typeface="Arial"/>
                <a:ea typeface="Arial"/>
                <a:cs typeface="Arial"/>
                <a:sym typeface="Arial"/>
              </a:rPr>
              <a:t>app developer</a:t>
            </a:r>
            <a:endParaRPr/>
          </a:p>
        </p:txBody>
      </p:sp>
      <p:sp>
        <p:nvSpPr>
          <p:cNvPr id="588" name="Google Shape;588;p12"/>
          <p:cNvSpPr/>
          <p:nvPr/>
        </p:nvSpPr>
        <p:spPr>
          <a:xfrm>
            <a:off x="2638842" y="3661733"/>
            <a:ext cx="758825" cy="1997075"/>
          </a:xfrm>
          <a:custGeom>
            <a:rect b="b" l="l" r="r" t="t"/>
            <a:pathLst>
              <a:path extrusionOk="0" h="1258" w="478">
                <a:moveTo>
                  <a:pt x="0" y="1040"/>
                </a:moveTo>
                <a:lnTo>
                  <a:pt x="478" y="0"/>
                </a:lnTo>
                <a:lnTo>
                  <a:pt x="472" y="1258"/>
                </a:lnTo>
                <a:lnTo>
                  <a:pt x="41" y="1246"/>
                </a:lnTo>
                <a:lnTo>
                  <a:pt x="0" y="1040"/>
                </a:lnTo>
                <a:close/>
              </a:path>
            </a:pathLst>
          </a:custGeom>
          <a:gradFill>
            <a:gsLst>
              <a:gs pos="0">
                <a:srgbClr val="FFFFFF"/>
              </a:gs>
              <a:gs pos="100000">
                <a:srgbClr val="0F4861"/>
              </a:gs>
            </a:gsLst>
            <a:lin ang="0" scaled="0"/>
          </a:gradFill>
          <a:ln cap="flat" cmpd="sng" w="9525">
            <a:solidFill>
              <a:srgbClr val="DDDDD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589" name="Google Shape;589;p12"/>
          <p:cNvSpPr/>
          <p:nvPr/>
        </p:nvSpPr>
        <p:spPr>
          <a:xfrm>
            <a:off x="3442117" y="3617283"/>
            <a:ext cx="1296987"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590" name="Google Shape;590;p12"/>
          <p:cNvSpPr/>
          <p:nvPr/>
        </p:nvSpPr>
        <p:spPr>
          <a:xfrm>
            <a:off x="3404017" y="3671258"/>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591" name="Google Shape;591;p12"/>
          <p:cNvCxnSpPr/>
          <p:nvPr/>
        </p:nvCxnSpPr>
        <p:spPr>
          <a:xfrm>
            <a:off x="3413542" y="4431670"/>
            <a:ext cx="1263650" cy="3175"/>
          </a:xfrm>
          <a:prstGeom prst="straightConnector1">
            <a:avLst/>
          </a:prstGeom>
          <a:noFill/>
          <a:ln cap="flat" cmpd="sng" w="28575">
            <a:solidFill>
              <a:srgbClr val="000000"/>
            </a:solidFill>
            <a:prstDash val="solid"/>
            <a:round/>
            <a:headEnd len="med" w="med" type="none"/>
            <a:tailEnd len="med" w="med" type="none"/>
          </a:ln>
        </p:spPr>
      </p:cxnSp>
      <p:sp>
        <p:nvSpPr>
          <p:cNvPr id="592" name="Google Shape;592;p12"/>
          <p:cNvSpPr txBox="1"/>
          <p:nvPr/>
        </p:nvSpPr>
        <p:spPr>
          <a:xfrm>
            <a:off x="3370679" y="4414208"/>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transport</a:t>
            </a:r>
            <a:endParaRPr/>
          </a:p>
        </p:txBody>
      </p:sp>
      <p:cxnSp>
        <p:nvCxnSpPr>
          <p:cNvPr id="593" name="Google Shape;593;p12"/>
          <p:cNvCxnSpPr/>
          <p:nvPr/>
        </p:nvCxnSpPr>
        <p:spPr>
          <a:xfrm>
            <a:off x="3421479" y="4752345"/>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594" name="Google Shape;594;p12"/>
          <p:cNvCxnSpPr/>
          <p:nvPr/>
        </p:nvCxnSpPr>
        <p:spPr>
          <a:xfrm>
            <a:off x="3407192" y="5061908"/>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595" name="Google Shape;595;p12"/>
          <p:cNvCxnSpPr/>
          <p:nvPr/>
        </p:nvCxnSpPr>
        <p:spPr>
          <a:xfrm>
            <a:off x="3407192" y="5347658"/>
            <a:ext cx="1263650" cy="3175"/>
          </a:xfrm>
          <a:prstGeom prst="straightConnector1">
            <a:avLst/>
          </a:prstGeom>
          <a:noFill/>
          <a:ln cap="flat" cmpd="sng" w="28575">
            <a:solidFill>
              <a:srgbClr val="000000"/>
            </a:solidFill>
            <a:prstDash val="solid"/>
            <a:round/>
            <a:headEnd len="med" w="med" type="none"/>
            <a:tailEnd len="med" w="med" type="none"/>
          </a:ln>
        </p:spPr>
      </p:cxnSp>
      <p:sp>
        <p:nvSpPr>
          <p:cNvPr id="596" name="Google Shape;596;p12"/>
          <p:cNvSpPr txBox="1"/>
          <p:nvPr/>
        </p:nvSpPr>
        <p:spPr>
          <a:xfrm>
            <a:off x="3405604" y="3661733"/>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597" name="Google Shape;597;p12"/>
          <p:cNvSpPr txBox="1"/>
          <p:nvPr/>
        </p:nvSpPr>
        <p:spPr>
          <a:xfrm>
            <a:off x="3361154" y="5319083"/>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physical</a:t>
            </a:r>
            <a:endParaRPr/>
          </a:p>
        </p:txBody>
      </p:sp>
      <p:sp>
        <p:nvSpPr>
          <p:cNvPr id="598" name="Google Shape;598;p12"/>
          <p:cNvSpPr txBox="1"/>
          <p:nvPr/>
        </p:nvSpPr>
        <p:spPr>
          <a:xfrm>
            <a:off x="3380204" y="5033333"/>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link</a:t>
            </a:r>
            <a:endParaRPr/>
          </a:p>
        </p:txBody>
      </p:sp>
      <p:sp>
        <p:nvSpPr>
          <p:cNvPr id="599" name="Google Shape;599;p12"/>
          <p:cNvSpPr txBox="1"/>
          <p:nvPr/>
        </p:nvSpPr>
        <p:spPr>
          <a:xfrm>
            <a:off x="3370679" y="4738058"/>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network</a:t>
            </a:r>
            <a:endParaRPr/>
          </a:p>
        </p:txBody>
      </p:sp>
      <p:sp>
        <p:nvSpPr>
          <p:cNvPr id="600" name="Google Shape;600;p12"/>
          <p:cNvSpPr/>
          <p:nvPr/>
        </p:nvSpPr>
        <p:spPr>
          <a:xfrm>
            <a:off x="3538954" y="3936370"/>
            <a:ext cx="990600"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sp>
        <p:nvSpPr>
          <p:cNvPr id="601" name="Google Shape;601;p12"/>
          <p:cNvSpPr/>
          <p:nvPr/>
        </p:nvSpPr>
        <p:spPr>
          <a:xfrm>
            <a:off x="7104479" y="3588708"/>
            <a:ext cx="1296988" cy="1981200"/>
          </a:xfrm>
          <a:prstGeom prst="rect">
            <a:avLst/>
          </a:prstGeom>
          <a:solidFill>
            <a:srgbClr val="000099"/>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sp>
        <p:nvSpPr>
          <p:cNvPr id="602" name="Google Shape;602;p12"/>
          <p:cNvSpPr/>
          <p:nvPr/>
        </p:nvSpPr>
        <p:spPr>
          <a:xfrm>
            <a:off x="7066379" y="3642683"/>
            <a:ext cx="1273175" cy="1979612"/>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0" i="0" sz="2400" u="none" cap="none" strike="noStrike">
              <a:solidFill>
                <a:srgbClr val="000000"/>
              </a:solidFill>
              <a:latin typeface="Times New Roman"/>
              <a:ea typeface="Times New Roman"/>
              <a:cs typeface="Times New Roman"/>
              <a:sym typeface="Times New Roman"/>
            </a:endParaRPr>
          </a:p>
        </p:txBody>
      </p:sp>
      <p:cxnSp>
        <p:nvCxnSpPr>
          <p:cNvPr id="603" name="Google Shape;603;p12"/>
          <p:cNvCxnSpPr/>
          <p:nvPr/>
        </p:nvCxnSpPr>
        <p:spPr>
          <a:xfrm>
            <a:off x="7075904" y="4403095"/>
            <a:ext cx="1263650" cy="3175"/>
          </a:xfrm>
          <a:prstGeom prst="straightConnector1">
            <a:avLst/>
          </a:prstGeom>
          <a:noFill/>
          <a:ln cap="flat" cmpd="sng" w="28575">
            <a:solidFill>
              <a:srgbClr val="000000"/>
            </a:solidFill>
            <a:prstDash val="solid"/>
            <a:round/>
            <a:headEnd len="med" w="med" type="none"/>
            <a:tailEnd len="med" w="med" type="none"/>
          </a:ln>
        </p:spPr>
      </p:cxnSp>
      <p:sp>
        <p:nvSpPr>
          <p:cNvPr id="604" name="Google Shape;604;p12"/>
          <p:cNvSpPr txBox="1"/>
          <p:nvPr/>
        </p:nvSpPr>
        <p:spPr>
          <a:xfrm>
            <a:off x="7033042" y="4385633"/>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transport</a:t>
            </a:r>
            <a:endParaRPr/>
          </a:p>
        </p:txBody>
      </p:sp>
      <p:cxnSp>
        <p:nvCxnSpPr>
          <p:cNvPr id="605" name="Google Shape;605;p12"/>
          <p:cNvCxnSpPr/>
          <p:nvPr/>
        </p:nvCxnSpPr>
        <p:spPr>
          <a:xfrm>
            <a:off x="7083842" y="4723770"/>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606" name="Google Shape;606;p12"/>
          <p:cNvCxnSpPr/>
          <p:nvPr/>
        </p:nvCxnSpPr>
        <p:spPr>
          <a:xfrm>
            <a:off x="7069554" y="5033333"/>
            <a:ext cx="1263650" cy="3175"/>
          </a:xfrm>
          <a:prstGeom prst="straightConnector1">
            <a:avLst/>
          </a:prstGeom>
          <a:noFill/>
          <a:ln cap="flat" cmpd="sng" w="28575">
            <a:solidFill>
              <a:srgbClr val="000000"/>
            </a:solidFill>
            <a:prstDash val="solid"/>
            <a:round/>
            <a:headEnd len="med" w="med" type="none"/>
            <a:tailEnd len="med" w="med" type="none"/>
          </a:ln>
        </p:spPr>
      </p:cxnSp>
      <p:cxnSp>
        <p:nvCxnSpPr>
          <p:cNvPr id="607" name="Google Shape;607;p12"/>
          <p:cNvCxnSpPr/>
          <p:nvPr/>
        </p:nvCxnSpPr>
        <p:spPr>
          <a:xfrm>
            <a:off x="7069554" y="5319083"/>
            <a:ext cx="1263650" cy="3175"/>
          </a:xfrm>
          <a:prstGeom prst="straightConnector1">
            <a:avLst/>
          </a:prstGeom>
          <a:noFill/>
          <a:ln cap="flat" cmpd="sng" w="28575">
            <a:solidFill>
              <a:srgbClr val="000000"/>
            </a:solidFill>
            <a:prstDash val="solid"/>
            <a:round/>
            <a:headEnd len="med" w="med" type="none"/>
            <a:tailEnd len="med" w="med" type="none"/>
          </a:ln>
        </p:spPr>
      </p:cxnSp>
      <p:sp>
        <p:nvSpPr>
          <p:cNvPr id="608" name="Google Shape;608;p12"/>
          <p:cNvSpPr txBox="1"/>
          <p:nvPr/>
        </p:nvSpPr>
        <p:spPr>
          <a:xfrm>
            <a:off x="7067967" y="3633158"/>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000000"/>
              </a:buClr>
              <a:buSzPts val="1400"/>
              <a:buFont typeface="Tahoma"/>
              <a:buNone/>
            </a:pPr>
            <a:r>
              <a:rPr b="0" i="0" lang="en-US" sz="1400" u="none" cap="none" strike="noStrike">
                <a:solidFill>
                  <a:srgbClr val="000000"/>
                </a:solidFill>
                <a:latin typeface="Tahoma"/>
                <a:ea typeface="Tahoma"/>
                <a:cs typeface="Tahoma"/>
                <a:sym typeface="Tahoma"/>
              </a:rPr>
              <a:t>application</a:t>
            </a:r>
            <a:endParaRPr/>
          </a:p>
        </p:txBody>
      </p:sp>
      <p:sp>
        <p:nvSpPr>
          <p:cNvPr id="609" name="Google Shape;609;p12"/>
          <p:cNvSpPr txBox="1"/>
          <p:nvPr/>
        </p:nvSpPr>
        <p:spPr>
          <a:xfrm>
            <a:off x="7023517" y="5290508"/>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physical</a:t>
            </a:r>
            <a:endParaRPr/>
          </a:p>
        </p:txBody>
      </p:sp>
      <p:sp>
        <p:nvSpPr>
          <p:cNvPr id="610" name="Google Shape;610;p12"/>
          <p:cNvSpPr txBox="1"/>
          <p:nvPr/>
        </p:nvSpPr>
        <p:spPr>
          <a:xfrm>
            <a:off x="7042567" y="5004758"/>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link</a:t>
            </a:r>
            <a:endParaRPr/>
          </a:p>
        </p:txBody>
      </p:sp>
      <p:sp>
        <p:nvSpPr>
          <p:cNvPr id="611" name="Google Shape;611;p12"/>
          <p:cNvSpPr txBox="1"/>
          <p:nvPr/>
        </p:nvSpPr>
        <p:spPr>
          <a:xfrm>
            <a:off x="7033042" y="4709483"/>
            <a:ext cx="1317625" cy="325437"/>
          </a:xfrm>
          <a:prstGeom prst="rect">
            <a:avLst/>
          </a:prstGeom>
          <a:noFill/>
          <a:ln>
            <a:noFill/>
          </a:ln>
        </p:spPr>
        <p:txBody>
          <a:bodyPr anchorCtr="0" anchor="t" bIns="45700" lIns="91425" spcFirstLastPara="1" rIns="91425" wrap="square" tIns="45700">
            <a:spAutoFit/>
          </a:bodyPr>
          <a:lstStyle/>
          <a:p>
            <a:pPr indent="0" lvl="0" marL="0" marR="0" rtl="0" algn="ctr">
              <a:lnSpc>
                <a:spcPct val="110000"/>
              </a:lnSpc>
              <a:spcBef>
                <a:spcPts val="0"/>
              </a:spcBef>
              <a:spcAft>
                <a:spcPts val="0"/>
              </a:spcAft>
              <a:buClr>
                <a:srgbClr val="969696"/>
              </a:buClr>
              <a:buSzPts val="1400"/>
              <a:buFont typeface="Tahoma"/>
              <a:buNone/>
            </a:pPr>
            <a:r>
              <a:rPr b="0" i="0" lang="en-US" sz="1400" u="none" cap="none" strike="noStrike">
                <a:solidFill>
                  <a:srgbClr val="969696"/>
                </a:solidFill>
                <a:latin typeface="Tahoma"/>
                <a:ea typeface="Tahoma"/>
                <a:cs typeface="Tahoma"/>
                <a:sym typeface="Tahoma"/>
              </a:rPr>
              <a:t>network</a:t>
            </a:r>
            <a:endParaRPr/>
          </a:p>
        </p:txBody>
      </p:sp>
      <p:sp>
        <p:nvSpPr>
          <p:cNvPr id="612" name="Google Shape;612;p12"/>
          <p:cNvSpPr/>
          <p:nvPr/>
        </p:nvSpPr>
        <p:spPr>
          <a:xfrm>
            <a:off x="7201317" y="3907795"/>
            <a:ext cx="990600" cy="304800"/>
          </a:xfrm>
          <a:prstGeom prst="ellipse">
            <a:avLst/>
          </a:prstGeom>
          <a:solidFill>
            <a:srgbClr val="CCFFFF"/>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process</a:t>
            </a:r>
            <a:endParaRPr/>
          </a:p>
        </p:txBody>
      </p:sp>
      <p:cxnSp>
        <p:nvCxnSpPr>
          <p:cNvPr id="613" name="Google Shape;613;p12"/>
          <p:cNvCxnSpPr/>
          <p:nvPr/>
        </p:nvCxnSpPr>
        <p:spPr>
          <a:xfrm rot="10800000">
            <a:off x="8258592" y="4039558"/>
            <a:ext cx="609600" cy="0"/>
          </a:xfrm>
          <a:prstGeom prst="straightConnector1">
            <a:avLst/>
          </a:prstGeom>
          <a:noFill/>
          <a:ln cap="flat" cmpd="sng" w="19050">
            <a:solidFill>
              <a:srgbClr val="CC0000"/>
            </a:solidFill>
            <a:prstDash val="solid"/>
            <a:round/>
            <a:headEnd len="med" w="med" type="none"/>
            <a:tailEnd len="med" w="med" type="none"/>
          </a:ln>
        </p:spPr>
      </p:cxnSp>
      <p:cxnSp>
        <p:nvCxnSpPr>
          <p:cNvPr id="614" name="Google Shape;614;p12"/>
          <p:cNvCxnSpPr/>
          <p:nvPr/>
        </p:nvCxnSpPr>
        <p:spPr>
          <a:xfrm>
            <a:off x="8484017" y="4465008"/>
            <a:ext cx="0" cy="1022350"/>
          </a:xfrm>
          <a:prstGeom prst="straightConnector1">
            <a:avLst/>
          </a:prstGeom>
          <a:noFill/>
          <a:ln cap="flat" cmpd="sng" w="19050">
            <a:solidFill>
              <a:srgbClr val="CC0000"/>
            </a:solidFill>
            <a:prstDash val="solid"/>
            <a:round/>
            <a:headEnd len="med" w="med" type="none"/>
            <a:tailEnd len="med" w="med" type="none"/>
          </a:ln>
        </p:spPr>
      </p:cxnSp>
      <p:cxnSp>
        <p:nvCxnSpPr>
          <p:cNvPr id="615" name="Google Shape;615;p12"/>
          <p:cNvCxnSpPr/>
          <p:nvPr/>
        </p:nvCxnSpPr>
        <p:spPr>
          <a:xfrm rot="10800000">
            <a:off x="8507829" y="4965070"/>
            <a:ext cx="609600" cy="0"/>
          </a:xfrm>
          <a:prstGeom prst="straightConnector1">
            <a:avLst/>
          </a:prstGeom>
          <a:noFill/>
          <a:ln cap="flat" cmpd="sng" w="19050">
            <a:solidFill>
              <a:srgbClr val="CC0000"/>
            </a:solidFill>
            <a:prstDash val="solid"/>
            <a:round/>
            <a:headEnd len="med" w="med" type="none"/>
            <a:tailEnd len="med" w="med" type="none"/>
          </a:ln>
        </p:spPr>
      </p:cxnSp>
      <p:grpSp>
        <p:nvGrpSpPr>
          <p:cNvPr id="616" name="Google Shape;616;p12"/>
          <p:cNvGrpSpPr/>
          <p:nvPr/>
        </p:nvGrpSpPr>
        <p:grpSpPr>
          <a:xfrm>
            <a:off x="3786604" y="3720470"/>
            <a:ext cx="4208463" cy="801688"/>
            <a:chOff x="3786604" y="3720470"/>
            <a:chExt cx="4208463" cy="801688"/>
          </a:xfrm>
        </p:grpSpPr>
        <p:grpSp>
          <p:nvGrpSpPr>
            <p:cNvPr id="617" name="Google Shape;617;p12"/>
            <p:cNvGrpSpPr/>
            <p:nvPr/>
          </p:nvGrpSpPr>
          <p:grpSpPr>
            <a:xfrm>
              <a:off x="3786604" y="4296733"/>
              <a:ext cx="546100" cy="225425"/>
              <a:chOff x="1287" y="2524"/>
              <a:chExt cx="260" cy="100"/>
            </a:xfrm>
          </p:grpSpPr>
          <p:sp>
            <p:nvSpPr>
              <p:cNvPr id="618" name="Google Shape;618;p12"/>
              <p:cNvSpPr/>
              <p:nvPr/>
            </p:nvSpPr>
            <p:spPr>
              <a:xfrm>
                <a:off x="1287" y="2524"/>
                <a:ext cx="260" cy="100"/>
              </a:xfrm>
              <a:prstGeom prst="rect">
                <a:avLst/>
              </a:prstGeom>
              <a:solidFill>
                <a:srgbClr val="C96B72"/>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19" name="Google Shape;619;p12"/>
              <p:cNvSpPr/>
              <p:nvPr/>
            </p:nvSpPr>
            <p:spPr>
              <a:xfrm>
                <a:off x="1338" y="2537"/>
                <a:ext cx="156" cy="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0" name="Google Shape;620;p12"/>
              <p:cNvSpPr/>
              <p:nvPr/>
            </p:nvSpPr>
            <p:spPr>
              <a:xfrm>
                <a:off x="1503" y="2582"/>
                <a:ext cx="27"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1" name="Google Shape;621;p12"/>
              <p:cNvSpPr/>
              <p:nvPr/>
            </p:nvSpPr>
            <p:spPr>
              <a:xfrm>
                <a:off x="1298" y="2583"/>
                <a:ext cx="26"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622" name="Google Shape;622;p12"/>
            <p:cNvGrpSpPr/>
            <p:nvPr/>
          </p:nvGrpSpPr>
          <p:grpSpPr>
            <a:xfrm>
              <a:off x="7448967" y="4268158"/>
              <a:ext cx="546100" cy="225425"/>
              <a:chOff x="1287" y="2524"/>
              <a:chExt cx="260" cy="100"/>
            </a:xfrm>
          </p:grpSpPr>
          <p:sp>
            <p:nvSpPr>
              <p:cNvPr id="623" name="Google Shape;623;p12"/>
              <p:cNvSpPr/>
              <p:nvPr/>
            </p:nvSpPr>
            <p:spPr>
              <a:xfrm>
                <a:off x="1287" y="2524"/>
                <a:ext cx="260" cy="100"/>
              </a:xfrm>
              <a:prstGeom prst="rect">
                <a:avLst/>
              </a:prstGeom>
              <a:solidFill>
                <a:srgbClr val="C96B72"/>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4" name="Google Shape;624;p12"/>
              <p:cNvSpPr/>
              <p:nvPr/>
            </p:nvSpPr>
            <p:spPr>
              <a:xfrm>
                <a:off x="1338" y="2537"/>
                <a:ext cx="156" cy="76"/>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5" name="Google Shape;625;p12"/>
              <p:cNvSpPr/>
              <p:nvPr/>
            </p:nvSpPr>
            <p:spPr>
              <a:xfrm>
                <a:off x="1503" y="2582"/>
                <a:ext cx="27"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sp>
            <p:nvSpPr>
              <p:cNvPr id="626" name="Google Shape;626;p12"/>
              <p:cNvSpPr/>
              <p:nvPr/>
            </p:nvSpPr>
            <p:spPr>
              <a:xfrm>
                <a:off x="1298" y="2583"/>
                <a:ext cx="26" cy="27"/>
              </a:xfrm>
              <a:prstGeom prst="rect">
                <a:avLst/>
              </a:prstGeom>
              <a:solidFill>
                <a:srgbClr val="C00000"/>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
          <p:nvSpPr>
            <p:cNvPr id="627" name="Google Shape;627;p12"/>
            <p:cNvSpPr txBox="1"/>
            <p:nvPr/>
          </p:nvSpPr>
          <p:spPr>
            <a:xfrm>
              <a:off x="5421729" y="3720470"/>
              <a:ext cx="917575" cy="366713"/>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CC0000"/>
                </a:buClr>
                <a:buSzPts val="2000"/>
                <a:buFont typeface="Arial"/>
                <a:buNone/>
              </a:pPr>
              <a:r>
                <a:rPr b="0" i="1" lang="en-US" sz="2000" u="none" cap="none" strike="noStrike">
                  <a:solidFill>
                    <a:srgbClr val="CC0000"/>
                  </a:solidFill>
                  <a:latin typeface="Arial"/>
                  <a:ea typeface="Arial"/>
                  <a:cs typeface="Arial"/>
                  <a:sym typeface="Arial"/>
                </a:rPr>
                <a:t>socket</a:t>
              </a:r>
              <a:endParaRPr/>
            </a:p>
          </p:txBody>
        </p:sp>
        <p:cxnSp>
          <p:nvCxnSpPr>
            <p:cNvPr id="628" name="Google Shape;628;p12"/>
            <p:cNvCxnSpPr/>
            <p:nvPr/>
          </p:nvCxnSpPr>
          <p:spPr>
            <a:xfrm flipH="1" rot="10800000">
              <a:off x="4424779" y="3920495"/>
              <a:ext cx="968375" cy="434975"/>
            </a:xfrm>
            <a:prstGeom prst="straightConnector1">
              <a:avLst/>
            </a:prstGeom>
            <a:noFill/>
            <a:ln cap="flat" cmpd="sng" w="19050">
              <a:solidFill>
                <a:srgbClr val="CC0000"/>
              </a:solidFill>
              <a:prstDash val="solid"/>
              <a:round/>
              <a:headEnd len="med" w="med" type="none"/>
              <a:tailEnd len="med" w="med" type="none"/>
            </a:ln>
          </p:spPr>
        </p:cxnSp>
        <p:cxnSp>
          <p:nvCxnSpPr>
            <p:cNvPr id="629" name="Google Shape;629;p12"/>
            <p:cNvCxnSpPr/>
            <p:nvPr/>
          </p:nvCxnSpPr>
          <p:spPr>
            <a:xfrm rot="10800000">
              <a:off x="6359942" y="3909383"/>
              <a:ext cx="968375" cy="434975"/>
            </a:xfrm>
            <a:prstGeom prst="straightConnector1">
              <a:avLst/>
            </a:prstGeom>
            <a:noFill/>
            <a:ln cap="flat" cmpd="sng" w="19050">
              <a:solidFill>
                <a:srgbClr val="CC0000"/>
              </a:solidFill>
              <a:prstDash val="solid"/>
              <a:round/>
              <a:headEnd len="med" w="med" type="none"/>
              <a:tailEnd len="med" w="med" type="none"/>
            </a:ln>
          </p:spPr>
        </p:cxnSp>
      </p:grpSp>
      <p:grpSp>
        <p:nvGrpSpPr>
          <p:cNvPr id="630" name="Google Shape;630;p12"/>
          <p:cNvGrpSpPr/>
          <p:nvPr/>
        </p:nvGrpSpPr>
        <p:grpSpPr>
          <a:xfrm>
            <a:off x="2214979" y="4974595"/>
            <a:ext cx="719138" cy="773113"/>
            <a:chOff x="-44" y="1473"/>
            <a:chExt cx="981" cy="1105"/>
          </a:xfrm>
        </p:grpSpPr>
        <p:pic>
          <p:nvPicPr>
            <p:cNvPr descr="desktop_computer_stylized_medium" id="631" name="Google Shape;631;p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32" name="Google Shape;632;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grpSp>
        <p:nvGrpSpPr>
          <p:cNvPr id="633" name="Google Shape;633;p12"/>
          <p:cNvGrpSpPr/>
          <p:nvPr/>
        </p:nvGrpSpPr>
        <p:grpSpPr>
          <a:xfrm flipH="1">
            <a:off x="8911054" y="5169858"/>
            <a:ext cx="719138" cy="773112"/>
            <a:chOff x="-44" y="1473"/>
            <a:chExt cx="981" cy="1105"/>
          </a:xfrm>
        </p:grpSpPr>
        <p:pic>
          <p:nvPicPr>
            <p:cNvPr descr="desktop_computer_stylized_medium" id="634" name="Google Shape;634;p12"/>
            <p:cNvPicPr preferRelativeResize="0"/>
            <p:nvPr/>
          </p:nvPicPr>
          <p:blipFill rotWithShape="1">
            <a:blip r:embed="rId3">
              <a:alphaModFix/>
            </a:blip>
            <a:srcRect b="0" l="0" r="0" t="0"/>
            <a:stretch/>
          </p:blipFill>
          <p:spPr>
            <a:xfrm flipH="1">
              <a:off x="-44" y="1473"/>
              <a:ext cx="981" cy="1105"/>
            </a:xfrm>
            <a:prstGeom prst="rect">
              <a:avLst/>
            </a:prstGeom>
            <a:noFill/>
            <a:ln>
              <a:noFill/>
            </a:ln>
          </p:spPr>
        </p:pic>
        <p:sp>
          <p:nvSpPr>
            <p:cNvPr id="635" name="Google Shape;635;p12"/>
            <p:cNvSpPr/>
            <p:nvPr/>
          </p:nvSpPr>
          <p:spPr>
            <a:xfrm flipH="1">
              <a:off x="374" y="1579"/>
              <a:ext cx="477" cy="506"/>
            </a:xfrm>
            <a:custGeom>
              <a:rect b="b" l="l" r="r" t="t"/>
              <a:pathLst>
                <a:path extrusionOk="0" h="368" w="356">
                  <a:moveTo>
                    <a:pt x="0" y="0"/>
                  </a:moveTo>
                  <a:lnTo>
                    <a:pt x="300" y="14"/>
                  </a:lnTo>
                  <a:lnTo>
                    <a:pt x="356" y="294"/>
                  </a:lnTo>
                  <a:lnTo>
                    <a:pt x="78" y="368"/>
                  </a:lnTo>
                  <a:lnTo>
                    <a:pt x="0" y="0"/>
                  </a:lnTo>
                  <a:close/>
                </a:path>
              </a:pathLst>
            </a:custGeom>
            <a:gradFill>
              <a:gsLst>
                <a:gs pos="0">
                  <a:srgbClr val="000099"/>
                </a:gs>
                <a:gs pos="100000">
                  <a:srgbClr val="FFFFFF"/>
                </a:gs>
              </a:gsLst>
              <a:lin ang="270000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3333CC"/>
                </a:buClr>
                <a:buSzPts val="1700"/>
                <a:buFont typeface="Arial"/>
                <a:buNone/>
              </a:pPr>
              <a:r>
                <a:t/>
              </a:r>
              <a:endParaRPr b="0" i="0" sz="20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500"/>
                                        <p:tgtEl>
                                          <p:spTgt spid="6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sz="3600"/>
              <a:t>Socket Programming: </a:t>
            </a:r>
            <a:r>
              <a:rPr lang="en-US" sz="3600">
                <a:solidFill>
                  <a:srgbClr val="FF0000"/>
                </a:solidFill>
              </a:rPr>
              <a:t>Basics</a:t>
            </a:r>
            <a:endParaRPr/>
          </a:p>
        </p:txBody>
      </p:sp>
      <p:sp>
        <p:nvSpPr>
          <p:cNvPr id="641" name="Google Shape;641;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The server application must be running before the client can send anything.</a:t>
            </a:r>
            <a:endParaRPr/>
          </a:p>
          <a:p>
            <a:pPr indent="-228600" lvl="0" marL="228600" rtl="0" algn="l">
              <a:lnSpc>
                <a:spcPct val="90000"/>
              </a:lnSpc>
              <a:spcBef>
                <a:spcPts val="1000"/>
              </a:spcBef>
              <a:spcAft>
                <a:spcPts val="0"/>
              </a:spcAft>
              <a:buClr>
                <a:schemeClr val="dk1"/>
              </a:buClr>
              <a:buSzPts val="2400"/>
              <a:buChar char="•"/>
            </a:pPr>
            <a:r>
              <a:rPr lang="en-US" sz="2400"/>
              <a:t>The server must have a socket through which it sends and receives messages. The client also need a socket.</a:t>
            </a:r>
            <a:endParaRPr/>
          </a:p>
          <a:p>
            <a:pPr indent="-228600" lvl="0" marL="228600" rtl="0" algn="l">
              <a:lnSpc>
                <a:spcPct val="90000"/>
              </a:lnSpc>
              <a:spcBef>
                <a:spcPts val="1000"/>
              </a:spcBef>
              <a:spcAft>
                <a:spcPts val="0"/>
              </a:spcAft>
              <a:buClr>
                <a:schemeClr val="dk1"/>
              </a:buClr>
              <a:buSzPts val="2400"/>
              <a:buChar char="•"/>
            </a:pPr>
            <a:r>
              <a:rPr lang="en-US" sz="2400"/>
              <a:t>Locally, a socket is identified by a port number.</a:t>
            </a:r>
            <a:endParaRPr/>
          </a:p>
          <a:p>
            <a:pPr indent="-228600" lvl="0" marL="228600" rtl="0" algn="l">
              <a:lnSpc>
                <a:spcPct val="90000"/>
              </a:lnSpc>
              <a:spcBef>
                <a:spcPts val="1000"/>
              </a:spcBef>
              <a:spcAft>
                <a:spcPts val="0"/>
              </a:spcAft>
              <a:buClr>
                <a:schemeClr val="dk1"/>
              </a:buClr>
              <a:buSzPts val="2400"/>
              <a:buChar char="•"/>
            </a:pPr>
            <a:r>
              <a:rPr lang="en-US" sz="2400"/>
              <a:t>In order to send messages to the server, the client needs to know the IP address and the port number of the server.</a:t>
            </a:r>
            <a:endParaRPr/>
          </a:p>
          <a:p>
            <a:pPr indent="-76200" lvl="0" marL="228600" rtl="0" algn="l">
              <a:lnSpc>
                <a:spcPct val="90000"/>
              </a:lnSpc>
              <a:spcBef>
                <a:spcPts val="1000"/>
              </a:spcBef>
              <a:spcAft>
                <a:spcPts val="0"/>
              </a:spcAft>
              <a:buClr>
                <a:schemeClr val="dk1"/>
              </a:buClr>
              <a:buSzPts val="2400"/>
              <a:buNone/>
            </a:pPr>
            <a:r>
              <a:t/>
            </a:r>
            <a:endParaRPr sz="2400"/>
          </a:p>
          <a:p>
            <a:pPr indent="-76200" lvl="0" marL="228600" rtl="0" algn="l">
              <a:lnSpc>
                <a:spcPct val="90000"/>
              </a:lnSpc>
              <a:spcBef>
                <a:spcPts val="1000"/>
              </a:spcBef>
              <a:spcAft>
                <a:spcPts val="0"/>
              </a:spcAft>
              <a:buClr>
                <a:schemeClr val="dk1"/>
              </a:buClr>
              <a:buSzPts val="2400"/>
              <a:buNone/>
            </a:pPr>
            <a:r>
              <a:t/>
            </a:r>
            <a:endParaRPr sz="2400"/>
          </a:p>
        </p:txBody>
      </p:sp>
      <p:sp>
        <p:nvSpPr>
          <p:cNvPr id="642" name="Google Shape;64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a:t>
            </a:fld>
            <a:endParaRPr sz="1200">
              <a:solidFill>
                <a:schemeClr val="dk1"/>
              </a:solidFill>
              <a:latin typeface="Comic Sans MS"/>
              <a:ea typeface="Comic Sans MS"/>
              <a:cs typeface="Comic Sans MS"/>
              <a:sym typeface="Comic Sans MS"/>
            </a:endParaRPr>
          </a:p>
        </p:txBody>
      </p:sp>
      <p:sp>
        <p:nvSpPr>
          <p:cNvPr id="643" name="Google Shape;643;p13"/>
          <p:cNvSpPr txBox="1"/>
          <p:nvPr/>
        </p:nvSpPr>
        <p:spPr>
          <a:xfrm>
            <a:off x="838200" y="4408732"/>
            <a:ext cx="7886700" cy="1016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FF0000"/>
              </a:buClr>
              <a:buSzPts val="2000"/>
              <a:buFont typeface="Arial"/>
              <a:buNone/>
            </a:pPr>
            <a:r>
              <a:rPr lang="en-US" sz="2000">
                <a:solidFill>
                  <a:srgbClr val="FF0000"/>
                </a:solidFill>
                <a:latin typeface="Arial"/>
                <a:ea typeface="Arial"/>
                <a:cs typeface="Arial"/>
                <a:sym typeface="Arial"/>
              </a:rPr>
              <a:t>Port number is analogous to an apartment number. All doors (sockets) lead into the building, but the client only has access to one of them, located at the provided number.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8" name="Shape 648"/>
        <p:cNvGrpSpPr/>
        <p:nvPr/>
      </p:nvGrpSpPr>
      <p:grpSpPr>
        <a:xfrm>
          <a:off x="0" y="0"/>
          <a:ext cx="0" cy="0"/>
          <a:chOff x="0" y="0"/>
          <a:chExt cx="0" cy="0"/>
        </a:xfrm>
      </p:grpSpPr>
      <p:sp>
        <p:nvSpPr>
          <p:cNvPr id="649" name="Google Shape;649;p14"/>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0" name="Google Shape;650;p14"/>
          <p:cNvSpPr txBox="1"/>
          <p:nvPr>
            <p:ph type="title"/>
          </p:nvPr>
        </p:nvSpPr>
        <p:spPr>
          <a:xfrm>
            <a:off x="793662" y="386930"/>
            <a:ext cx="10066122" cy="1298448"/>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Play"/>
              <a:buNone/>
            </a:pPr>
            <a:r>
              <a:rPr lang="en-US" sz="4800"/>
              <a:t>Socket Programming: Analogy</a:t>
            </a:r>
            <a:endParaRPr/>
          </a:p>
        </p:txBody>
      </p:sp>
      <p:sp>
        <p:nvSpPr>
          <p:cNvPr id="651" name="Google Shape;651;p14"/>
          <p:cNvSpPr/>
          <p:nvPr/>
        </p:nvSpPr>
        <p:spPr>
          <a:xfrm rot="10800000">
            <a:off x="-2" y="1998845"/>
            <a:ext cx="11454595" cy="781699"/>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2" name="Google Shape;652;p14"/>
          <p:cNvSpPr/>
          <p:nvPr/>
        </p:nvSpPr>
        <p:spPr>
          <a:xfrm>
            <a:off x="0" y="2203079"/>
            <a:ext cx="11383362" cy="4267991"/>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3" name="Google Shape;653;p14"/>
          <p:cNvSpPr txBox="1"/>
          <p:nvPr>
            <p:ph idx="1" type="body"/>
          </p:nvPr>
        </p:nvSpPr>
        <p:spPr>
          <a:xfrm>
            <a:off x="793661" y="2599509"/>
            <a:ext cx="4530898" cy="363945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0000"/>
              </a:buClr>
              <a:buSzPts val="2000"/>
              <a:buNone/>
            </a:pPr>
            <a:r>
              <a:rPr lang="en-US" sz="2000">
                <a:solidFill>
                  <a:srgbClr val="FF0000"/>
                </a:solidFill>
              </a:rPr>
              <a:t>Socket:</a:t>
            </a:r>
            <a:endParaRPr/>
          </a:p>
          <a:p>
            <a:pPr indent="-228600" lvl="0" marL="228600" rtl="0" algn="l">
              <a:lnSpc>
                <a:spcPct val="90000"/>
              </a:lnSpc>
              <a:spcBef>
                <a:spcPts val="1000"/>
              </a:spcBef>
              <a:spcAft>
                <a:spcPts val="0"/>
              </a:spcAft>
              <a:buClr>
                <a:schemeClr val="dk1"/>
              </a:buClr>
              <a:buSzPts val="2000"/>
              <a:buChar char="•"/>
            </a:pPr>
            <a:r>
              <a:rPr lang="en-US" sz="2000"/>
              <a:t>Interface between the application layer and the transport layer within a host </a:t>
            </a:r>
            <a:endParaRPr/>
          </a:p>
          <a:p>
            <a:pPr indent="-228600" lvl="0" marL="228600" rtl="0" algn="l">
              <a:lnSpc>
                <a:spcPct val="90000"/>
              </a:lnSpc>
              <a:spcBef>
                <a:spcPts val="1000"/>
              </a:spcBef>
              <a:spcAft>
                <a:spcPts val="0"/>
              </a:spcAft>
              <a:buClr>
                <a:schemeClr val="dk1"/>
              </a:buClr>
              <a:buSzPts val="2000"/>
              <a:buChar char="•"/>
            </a:pPr>
            <a:r>
              <a:rPr lang="en-US" sz="2000"/>
              <a:t>Analogous to a door:</a:t>
            </a:r>
            <a:endParaRPr/>
          </a:p>
          <a:p>
            <a:pPr indent="-285750" lvl="1" marL="742950" rtl="0" algn="l">
              <a:lnSpc>
                <a:spcPct val="90000"/>
              </a:lnSpc>
              <a:spcBef>
                <a:spcPts val="320"/>
              </a:spcBef>
              <a:spcAft>
                <a:spcPts val="0"/>
              </a:spcAft>
              <a:buClr>
                <a:srgbClr val="000099"/>
              </a:buClr>
              <a:buSzPts val="1600"/>
              <a:buChar char="–"/>
            </a:pPr>
            <a:r>
              <a:rPr lang="en-US" sz="1600">
                <a:solidFill>
                  <a:srgbClr val="000099"/>
                </a:solidFill>
              </a:rPr>
              <a:t>The sending process which is created in an application, shoves the messages out of the “door” </a:t>
            </a:r>
            <a:endParaRPr/>
          </a:p>
        </p:txBody>
      </p:sp>
      <p:pic>
        <p:nvPicPr>
          <p:cNvPr descr="A computer screen with a red arrow pointing to a blue object&#10;&#10;Description automatically generated with medium confidence" id="654" name="Google Shape;654;p14"/>
          <p:cNvPicPr preferRelativeResize="0"/>
          <p:nvPr/>
        </p:nvPicPr>
        <p:blipFill rotWithShape="1">
          <a:blip r:embed="rId3">
            <a:alphaModFix/>
          </a:blip>
          <a:srcRect b="0" l="0" r="0" t="0"/>
          <a:stretch/>
        </p:blipFill>
        <p:spPr>
          <a:xfrm>
            <a:off x="5911532" y="3375700"/>
            <a:ext cx="5150277" cy="1931353"/>
          </a:xfrm>
          <a:prstGeom prst="rect">
            <a:avLst/>
          </a:prstGeom>
          <a:noFill/>
          <a:ln>
            <a:noFill/>
          </a:ln>
        </p:spPr>
      </p:pic>
      <p:sp>
        <p:nvSpPr>
          <p:cNvPr id="655" name="Google Shape;655;p14"/>
          <p:cNvSpPr/>
          <p:nvPr/>
        </p:nvSpPr>
        <p:spPr>
          <a:xfrm rot="5400000">
            <a:off x="11228040" y="2313027"/>
            <a:ext cx="781700" cy="1523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656" name="Google Shape;656;p14"/>
          <p:cNvSpPr txBox="1"/>
          <p:nvPr>
            <p:ph idx="12" type="sldNum"/>
          </p:nvPr>
        </p:nvSpPr>
        <p:spPr>
          <a:xfrm>
            <a:off x="8610600" y="6492240"/>
            <a:ext cx="2743200" cy="365125"/>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1800"/>
              <a:buFont typeface="Comic Sans MS"/>
              <a:buNone/>
            </a:pPr>
            <a:fld id="{00000000-1234-1234-1234-123412341234}" type="slidenum">
              <a:rPr lang="en-US" sz="1800">
                <a:solidFill>
                  <a:schemeClr val="dk1"/>
                </a:solidFill>
                <a:latin typeface="Comic Sans MS"/>
                <a:ea typeface="Comic Sans MS"/>
                <a:cs typeface="Comic Sans MS"/>
                <a:sym typeface="Comic Sans MS"/>
              </a:rPr>
              <a:t>‹#›</a:t>
            </a:fld>
            <a:endParaRPr sz="1800">
              <a:solidFill>
                <a:schemeClr val="dk1"/>
              </a:solidFill>
              <a:latin typeface="Comic Sans MS"/>
              <a:ea typeface="Comic Sans MS"/>
              <a:cs typeface="Comic Sans MS"/>
              <a:sym typeface="Comic Sans M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0" name="Shape 660"/>
        <p:cNvGrpSpPr/>
        <p:nvPr/>
      </p:nvGrpSpPr>
      <p:grpSpPr>
        <a:xfrm>
          <a:off x="0" y="0"/>
          <a:ext cx="0" cy="0"/>
          <a:chOff x="0" y="0"/>
          <a:chExt cx="0" cy="0"/>
        </a:xfrm>
      </p:grpSpPr>
      <p:sp>
        <p:nvSpPr>
          <p:cNvPr id="661" name="Google Shape;66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Client+server: connectionless</a:t>
            </a:r>
            <a:endParaRPr/>
          </a:p>
        </p:txBody>
      </p:sp>
      <p:sp>
        <p:nvSpPr>
          <p:cNvPr id="662" name="Google Shape;662;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663" name="Google Shape;663;p15"/>
          <p:cNvPicPr preferRelativeResize="0"/>
          <p:nvPr/>
        </p:nvPicPr>
        <p:blipFill rotWithShape="1">
          <a:blip r:embed="rId3">
            <a:alphaModFix/>
          </a:blip>
          <a:srcRect b="0" l="0" r="0" t="0"/>
          <a:stretch/>
        </p:blipFill>
        <p:spPr>
          <a:xfrm>
            <a:off x="2894014" y="1295400"/>
            <a:ext cx="6097587" cy="4724400"/>
          </a:xfrm>
          <a:prstGeom prst="rect">
            <a:avLst/>
          </a:prstGeom>
          <a:noFill/>
          <a:ln>
            <a:noFill/>
          </a:ln>
        </p:spPr>
      </p:pic>
      <p:grpSp>
        <p:nvGrpSpPr>
          <p:cNvPr id="664" name="Google Shape;664;p15"/>
          <p:cNvGrpSpPr/>
          <p:nvPr/>
        </p:nvGrpSpPr>
        <p:grpSpPr>
          <a:xfrm>
            <a:off x="4648200" y="1909764"/>
            <a:ext cx="2590800" cy="604837"/>
            <a:chOff x="1968" y="1203"/>
            <a:chExt cx="1632" cy="381"/>
          </a:xfrm>
        </p:grpSpPr>
        <p:sp>
          <p:nvSpPr>
            <p:cNvPr id="665" name="Google Shape;665;p15"/>
            <p:cNvSpPr txBox="1"/>
            <p:nvPr/>
          </p:nvSpPr>
          <p:spPr>
            <a:xfrm>
              <a:off x="2552" y="1203"/>
              <a:ext cx="634" cy="234"/>
            </a:xfrm>
            <a:prstGeom prst="rect">
              <a:avLst/>
            </a:prstGeom>
            <a:noFill/>
            <a:ln cap="flat" cmpd="sng" w="9525">
              <a:solidFill>
                <a:srgbClr val="FF0000"/>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spcBef>
                  <a:spcPts val="0"/>
                </a:spcBef>
                <a:spcAft>
                  <a:spcPts val="0"/>
                </a:spcAft>
                <a:buNone/>
              </a:pPr>
              <a:r>
                <a:rPr b="1" lang="en-US" sz="1800">
                  <a:solidFill>
                    <a:srgbClr val="FF0000"/>
                  </a:solidFill>
                  <a:latin typeface="Arial"/>
                  <a:ea typeface="Arial"/>
                  <a:cs typeface="Arial"/>
                  <a:sym typeface="Arial"/>
                </a:rPr>
                <a:t>CREATE</a:t>
              </a:r>
              <a:endParaRPr b="1" sz="1800">
                <a:solidFill>
                  <a:srgbClr val="FF0000"/>
                </a:solidFill>
                <a:latin typeface="Arial"/>
                <a:ea typeface="Arial"/>
                <a:cs typeface="Arial"/>
                <a:sym typeface="Arial"/>
              </a:endParaRPr>
            </a:p>
          </p:txBody>
        </p:sp>
        <p:cxnSp>
          <p:nvCxnSpPr>
            <p:cNvPr id="666" name="Google Shape;666;p15"/>
            <p:cNvCxnSpPr/>
            <p:nvPr/>
          </p:nvCxnSpPr>
          <p:spPr>
            <a:xfrm flipH="1">
              <a:off x="1968" y="1392"/>
              <a:ext cx="576" cy="192"/>
            </a:xfrm>
            <a:prstGeom prst="straightConnector1">
              <a:avLst/>
            </a:prstGeom>
            <a:noFill/>
            <a:ln cap="flat" cmpd="sng" w="9525">
              <a:solidFill>
                <a:srgbClr val="FF0000"/>
              </a:solidFill>
              <a:prstDash val="solid"/>
              <a:round/>
              <a:headEnd len="med" w="med" type="none"/>
              <a:tailEnd len="med" w="med" type="none"/>
            </a:ln>
          </p:spPr>
        </p:cxnSp>
        <p:cxnSp>
          <p:nvCxnSpPr>
            <p:cNvPr id="667" name="Google Shape;667;p15"/>
            <p:cNvCxnSpPr/>
            <p:nvPr/>
          </p:nvCxnSpPr>
          <p:spPr>
            <a:xfrm rot="10800000">
              <a:off x="3264" y="1344"/>
              <a:ext cx="336" cy="48"/>
            </a:xfrm>
            <a:prstGeom prst="straightConnector1">
              <a:avLst/>
            </a:prstGeom>
            <a:noFill/>
            <a:ln cap="flat" cmpd="sng" w="9525">
              <a:solidFill>
                <a:srgbClr val="FF0000"/>
              </a:solidFill>
              <a:prstDash val="solid"/>
              <a:round/>
              <a:headEnd len="med" w="med" type="none"/>
              <a:tailEnd len="med" w="med" type="none"/>
            </a:ln>
          </p:spPr>
        </p:cxnSp>
      </p:grpSp>
      <p:grpSp>
        <p:nvGrpSpPr>
          <p:cNvPr id="668" name="Google Shape;668;p15"/>
          <p:cNvGrpSpPr/>
          <p:nvPr/>
        </p:nvGrpSpPr>
        <p:grpSpPr>
          <a:xfrm>
            <a:off x="8686800" y="2290764"/>
            <a:ext cx="1295400" cy="376237"/>
            <a:chOff x="4512" y="1443"/>
            <a:chExt cx="816" cy="237"/>
          </a:xfrm>
        </p:grpSpPr>
        <p:sp>
          <p:nvSpPr>
            <p:cNvPr id="669" name="Google Shape;669;p15"/>
            <p:cNvSpPr txBox="1"/>
            <p:nvPr/>
          </p:nvSpPr>
          <p:spPr>
            <a:xfrm>
              <a:off x="4856" y="1443"/>
              <a:ext cx="472" cy="237"/>
            </a:xfrm>
            <a:prstGeom prst="rect">
              <a:avLst/>
            </a:prstGeom>
            <a:noFill/>
            <a:ln cap="flat" cmpd="sng" w="9525">
              <a:solidFill>
                <a:srgbClr val="FF0000"/>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spcBef>
                  <a:spcPts val="0"/>
                </a:spcBef>
                <a:spcAft>
                  <a:spcPts val="0"/>
                </a:spcAft>
                <a:buNone/>
              </a:pPr>
              <a:r>
                <a:rPr b="1" lang="en-US" sz="1800">
                  <a:solidFill>
                    <a:srgbClr val="FF0000"/>
                  </a:solidFill>
                  <a:latin typeface="Arial"/>
                  <a:ea typeface="Arial"/>
                  <a:cs typeface="Arial"/>
                  <a:sym typeface="Arial"/>
                </a:rPr>
                <a:t>BIND</a:t>
              </a:r>
              <a:endParaRPr b="1" sz="1800">
                <a:solidFill>
                  <a:srgbClr val="FF0000"/>
                </a:solidFill>
                <a:latin typeface="Arial"/>
                <a:ea typeface="Arial"/>
                <a:cs typeface="Arial"/>
                <a:sym typeface="Arial"/>
              </a:endParaRPr>
            </a:p>
          </p:txBody>
        </p:sp>
        <p:cxnSp>
          <p:nvCxnSpPr>
            <p:cNvPr id="670" name="Google Shape;670;p15"/>
            <p:cNvCxnSpPr/>
            <p:nvPr/>
          </p:nvCxnSpPr>
          <p:spPr>
            <a:xfrm flipH="1">
              <a:off x="4512" y="1584"/>
              <a:ext cx="336" cy="96"/>
            </a:xfrm>
            <a:prstGeom prst="straightConnector1">
              <a:avLst/>
            </a:prstGeom>
            <a:noFill/>
            <a:ln cap="flat" cmpd="sng" w="9525">
              <a:solidFill>
                <a:srgbClr val="FF0000"/>
              </a:solidFill>
              <a:prstDash val="solid"/>
              <a:round/>
              <a:headEnd len="med" w="med" type="none"/>
              <a:tailEnd len="med" w="med" type="none"/>
            </a:ln>
          </p:spPr>
        </p:cxnSp>
      </p:grpSp>
      <p:grpSp>
        <p:nvGrpSpPr>
          <p:cNvPr id="671" name="Google Shape;671;p15"/>
          <p:cNvGrpSpPr/>
          <p:nvPr/>
        </p:nvGrpSpPr>
        <p:grpSpPr>
          <a:xfrm>
            <a:off x="1905000" y="3352800"/>
            <a:ext cx="1371600" cy="376238"/>
            <a:chOff x="240" y="2112"/>
            <a:chExt cx="864" cy="237"/>
          </a:xfrm>
        </p:grpSpPr>
        <p:sp>
          <p:nvSpPr>
            <p:cNvPr id="672" name="Google Shape;672;p15"/>
            <p:cNvSpPr txBox="1"/>
            <p:nvPr/>
          </p:nvSpPr>
          <p:spPr>
            <a:xfrm>
              <a:off x="240" y="2112"/>
              <a:ext cx="520" cy="237"/>
            </a:xfrm>
            <a:prstGeom prst="rect">
              <a:avLst/>
            </a:prstGeom>
            <a:noFill/>
            <a:ln cap="flat" cmpd="sng" w="9525">
              <a:solidFill>
                <a:srgbClr val="FF0000"/>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spcBef>
                  <a:spcPts val="0"/>
                </a:spcBef>
                <a:spcAft>
                  <a:spcPts val="0"/>
                </a:spcAft>
                <a:buNone/>
              </a:pPr>
              <a:r>
                <a:rPr b="1" lang="en-US" sz="1800">
                  <a:solidFill>
                    <a:srgbClr val="FF0000"/>
                  </a:solidFill>
                  <a:latin typeface="Arial"/>
                  <a:ea typeface="Arial"/>
                  <a:cs typeface="Arial"/>
                  <a:sym typeface="Arial"/>
                </a:rPr>
                <a:t>SEND</a:t>
              </a:r>
              <a:endParaRPr b="1" sz="1800">
                <a:solidFill>
                  <a:srgbClr val="FF0000"/>
                </a:solidFill>
                <a:latin typeface="Arial"/>
                <a:ea typeface="Arial"/>
                <a:cs typeface="Arial"/>
                <a:sym typeface="Arial"/>
              </a:endParaRPr>
            </a:p>
          </p:txBody>
        </p:sp>
        <p:cxnSp>
          <p:nvCxnSpPr>
            <p:cNvPr id="673" name="Google Shape;673;p15"/>
            <p:cNvCxnSpPr/>
            <p:nvPr/>
          </p:nvCxnSpPr>
          <p:spPr>
            <a:xfrm rot="10800000">
              <a:off x="768" y="2256"/>
              <a:ext cx="336" cy="48"/>
            </a:xfrm>
            <a:prstGeom prst="straightConnector1">
              <a:avLst/>
            </a:prstGeom>
            <a:noFill/>
            <a:ln cap="flat" cmpd="sng" w="9525">
              <a:solidFill>
                <a:srgbClr val="FF0000"/>
              </a:solidFill>
              <a:prstDash val="solid"/>
              <a:round/>
              <a:headEnd len="med" w="med" type="none"/>
              <a:tailEnd len="med" w="med" type="none"/>
            </a:ln>
          </p:spPr>
        </p:cxnSp>
      </p:grpSp>
      <p:grpSp>
        <p:nvGrpSpPr>
          <p:cNvPr id="674" name="Google Shape;674;p15"/>
          <p:cNvGrpSpPr/>
          <p:nvPr/>
        </p:nvGrpSpPr>
        <p:grpSpPr>
          <a:xfrm>
            <a:off x="8686800" y="4648200"/>
            <a:ext cx="1524000" cy="376238"/>
            <a:chOff x="4512" y="2928"/>
            <a:chExt cx="960" cy="237"/>
          </a:xfrm>
        </p:grpSpPr>
        <p:cxnSp>
          <p:nvCxnSpPr>
            <p:cNvPr id="675" name="Google Shape;675;p15"/>
            <p:cNvCxnSpPr/>
            <p:nvPr/>
          </p:nvCxnSpPr>
          <p:spPr>
            <a:xfrm flipH="1">
              <a:off x="4512" y="3024"/>
              <a:ext cx="432" cy="48"/>
            </a:xfrm>
            <a:prstGeom prst="straightConnector1">
              <a:avLst/>
            </a:prstGeom>
            <a:noFill/>
            <a:ln cap="flat" cmpd="sng" w="9525">
              <a:solidFill>
                <a:srgbClr val="FF0000"/>
              </a:solidFill>
              <a:prstDash val="solid"/>
              <a:round/>
              <a:headEnd len="med" w="med" type="none"/>
              <a:tailEnd len="med" w="med" type="none"/>
            </a:ln>
          </p:spPr>
        </p:cxnSp>
        <p:sp>
          <p:nvSpPr>
            <p:cNvPr id="676" name="Google Shape;676;p15"/>
            <p:cNvSpPr txBox="1"/>
            <p:nvPr/>
          </p:nvSpPr>
          <p:spPr>
            <a:xfrm>
              <a:off x="4952" y="2928"/>
              <a:ext cx="520" cy="237"/>
            </a:xfrm>
            <a:prstGeom prst="rect">
              <a:avLst/>
            </a:prstGeom>
            <a:noFill/>
            <a:ln cap="flat" cmpd="sng" w="9525">
              <a:solidFill>
                <a:srgbClr val="FF0000"/>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spcBef>
                  <a:spcPts val="0"/>
                </a:spcBef>
                <a:spcAft>
                  <a:spcPts val="0"/>
                </a:spcAft>
                <a:buNone/>
              </a:pPr>
              <a:r>
                <a:rPr b="1" lang="en-US" sz="1800">
                  <a:solidFill>
                    <a:srgbClr val="FF0000"/>
                  </a:solidFill>
                  <a:latin typeface="Arial"/>
                  <a:ea typeface="Arial"/>
                  <a:cs typeface="Arial"/>
                  <a:sym typeface="Arial"/>
                </a:rPr>
                <a:t>SEND</a:t>
              </a:r>
              <a:endParaRPr b="1" sz="1800">
                <a:solidFill>
                  <a:srgbClr val="FF0000"/>
                </a:solidFill>
                <a:latin typeface="Arial"/>
                <a:ea typeface="Arial"/>
                <a:cs typeface="Arial"/>
                <a:sym typeface="Arial"/>
              </a:endParaRPr>
            </a:p>
          </p:txBody>
        </p:sp>
      </p:grpSp>
      <p:grpSp>
        <p:nvGrpSpPr>
          <p:cNvPr id="677" name="Google Shape;677;p15"/>
          <p:cNvGrpSpPr/>
          <p:nvPr/>
        </p:nvGrpSpPr>
        <p:grpSpPr>
          <a:xfrm>
            <a:off x="4724400" y="5334000"/>
            <a:ext cx="1981200" cy="376238"/>
            <a:chOff x="2016" y="3360"/>
            <a:chExt cx="1248" cy="237"/>
          </a:xfrm>
        </p:grpSpPr>
        <p:sp>
          <p:nvSpPr>
            <p:cNvPr id="678" name="Google Shape;678;p15"/>
            <p:cNvSpPr txBox="1"/>
            <p:nvPr/>
          </p:nvSpPr>
          <p:spPr>
            <a:xfrm>
              <a:off x="2600" y="3360"/>
              <a:ext cx="664" cy="237"/>
            </a:xfrm>
            <a:prstGeom prst="rect">
              <a:avLst/>
            </a:prstGeom>
            <a:noFill/>
            <a:ln cap="flat" cmpd="sng" w="9525">
              <a:solidFill>
                <a:srgbClr val="FF0000"/>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spcBef>
                  <a:spcPts val="0"/>
                </a:spcBef>
                <a:spcAft>
                  <a:spcPts val="0"/>
                </a:spcAft>
                <a:buNone/>
              </a:pPr>
              <a:r>
                <a:rPr b="1" lang="en-US" sz="1800">
                  <a:solidFill>
                    <a:srgbClr val="FF0000"/>
                  </a:solidFill>
                  <a:latin typeface="Arial"/>
                  <a:ea typeface="Arial"/>
                  <a:cs typeface="Arial"/>
                  <a:sym typeface="Arial"/>
                </a:rPr>
                <a:t>CLOSE</a:t>
              </a:r>
              <a:endParaRPr b="1" sz="1800">
                <a:solidFill>
                  <a:srgbClr val="FF0000"/>
                </a:solidFill>
                <a:latin typeface="Arial"/>
                <a:ea typeface="Arial"/>
                <a:cs typeface="Arial"/>
                <a:sym typeface="Arial"/>
              </a:endParaRPr>
            </a:p>
          </p:txBody>
        </p:sp>
        <p:cxnSp>
          <p:nvCxnSpPr>
            <p:cNvPr id="679" name="Google Shape;679;p15"/>
            <p:cNvCxnSpPr/>
            <p:nvPr/>
          </p:nvCxnSpPr>
          <p:spPr>
            <a:xfrm flipH="1">
              <a:off x="2016" y="3456"/>
              <a:ext cx="576" cy="48"/>
            </a:xfrm>
            <a:prstGeom prst="straightConnector1">
              <a:avLst/>
            </a:prstGeom>
            <a:noFill/>
            <a:ln cap="flat" cmpd="sng" w="9525">
              <a:solidFill>
                <a:srgbClr val="FF0000"/>
              </a:solidFill>
              <a:prstDash val="solid"/>
              <a:round/>
              <a:headEnd len="med" w="med" type="none"/>
              <a:tailEnd len="med" w="med" type="none"/>
            </a:ln>
          </p:spPr>
        </p:cxnSp>
      </p:grpSp>
      <p:grpSp>
        <p:nvGrpSpPr>
          <p:cNvPr id="680" name="Google Shape;680;p15"/>
          <p:cNvGrpSpPr/>
          <p:nvPr/>
        </p:nvGrpSpPr>
        <p:grpSpPr>
          <a:xfrm>
            <a:off x="4800600" y="3962400"/>
            <a:ext cx="2438400" cy="685800"/>
            <a:chOff x="2064" y="2496"/>
            <a:chExt cx="1536" cy="432"/>
          </a:xfrm>
        </p:grpSpPr>
        <p:sp>
          <p:nvSpPr>
            <p:cNvPr id="681" name="Google Shape;681;p15"/>
            <p:cNvSpPr txBox="1"/>
            <p:nvPr/>
          </p:nvSpPr>
          <p:spPr>
            <a:xfrm>
              <a:off x="2544" y="2592"/>
              <a:ext cx="760" cy="237"/>
            </a:xfrm>
            <a:prstGeom prst="rect">
              <a:avLst/>
            </a:prstGeom>
            <a:noFill/>
            <a:ln cap="flat" cmpd="sng" w="9525">
              <a:solidFill>
                <a:srgbClr val="FF0000"/>
              </a:solidFill>
              <a:prstDash val="solid"/>
              <a:miter lim="800000"/>
              <a:headEnd len="sm" w="sm" type="none"/>
              <a:tailEnd len="sm" w="sm" type="none"/>
            </a:ln>
          </p:spPr>
          <p:txBody>
            <a:bodyPr anchorCtr="0" anchor="t" bIns="46800" lIns="90000" spcFirstLastPara="1" rIns="90000" wrap="square" tIns="46800">
              <a:spAutoFit/>
            </a:bodyPr>
            <a:lstStyle/>
            <a:p>
              <a:pPr indent="0" lvl="0" marL="0" marR="0" rtl="0" algn="l">
                <a:spcBef>
                  <a:spcPts val="0"/>
                </a:spcBef>
                <a:spcAft>
                  <a:spcPts val="0"/>
                </a:spcAft>
                <a:buNone/>
              </a:pPr>
              <a:r>
                <a:rPr b="1" lang="en-US" sz="1800">
                  <a:solidFill>
                    <a:srgbClr val="FF0000"/>
                  </a:solidFill>
                  <a:latin typeface="Arial"/>
                  <a:ea typeface="Arial"/>
                  <a:cs typeface="Arial"/>
                  <a:sym typeface="Arial"/>
                </a:rPr>
                <a:t>RECEIVE</a:t>
              </a:r>
              <a:endParaRPr b="1" sz="1800">
                <a:solidFill>
                  <a:srgbClr val="FF0000"/>
                </a:solidFill>
                <a:latin typeface="Arial"/>
                <a:ea typeface="Arial"/>
                <a:cs typeface="Arial"/>
                <a:sym typeface="Arial"/>
              </a:endParaRPr>
            </a:p>
          </p:txBody>
        </p:sp>
        <p:cxnSp>
          <p:nvCxnSpPr>
            <p:cNvPr id="682" name="Google Shape;682;p15"/>
            <p:cNvCxnSpPr/>
            <p:nvPr/>
          </p:nvCxnSpPr>
          <p:spPr>
            <a:xfrm flipH="1">
              <a:off x="3312" y="2496"/>
              <a:ext cx="288" cy="192"/>
            </a:xfrm>
            <a:prstGeom prst="straightConnector1">
              <a:avLst/>
            </a:prstGeom>
            <a:noFill/>
            <a:ln cap="flat" cmpd="sng" w="9525">
              <a:solidFill>
                <a:srgbClr val="FF0000"/>
              </a:solidFill>
              <a:prstDash val="solid"/>
              <a:round/>
              <a:headEnd len="med" w="med" type="none"/>
              <a:tailEnd len="med" w="med" type="none"/>
            </a:ln>
          </p:spPr>
        </p:cxnSp>
        <p:cxnSp>
          <p:nvCxnSpPr>
            <p:cNvPr id="683" name="Google Shape;683;p15"/>
            <p:cNvCxnSpPr/>
            <p:nvPr/>
          </p:nvCxnSpPr>
          <p:spPr>
            <a:xfrm flipH="1">
              <a:off x="2064" y="2736"/>
              <a:ext cx="480" cy="192"/>
            </a:xfrm>
            <a:prstGeom prst="straightConnector1">
              <a:avLst/>
            </a:prstGeom>
            <a:noFill/>
            <a:ln cap="flat" cmpd="sng" w="9525">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16"/>
          <p:cNvSpPr txBox="1"/>
          <p:nvPr>
            <p:ph type="title"/>
          </p:nvPr>
        </p:nvSpPr>
        <p:spPr>
          <a:xfrm>
            <a:off x="0" y="14286"/>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sz="3600"/>
              <a:t>Socket: conceptual view</a:t>
            </a:r>
            <a:endParaRPr/>
          </a:p>
        </p:txBody>
      </p:sp>
      <p:sp>
        <p:nvSpPr>
          <p:cNvPr id="690" name="Google Shape;690;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a:t>
            </a:fld>
            <a:endParaRPr sz="1200">
              <a:solidFill>
                <a:schemeClr val="dk1"/>
              </a:solidFill>
              <a:latin typeface="Comic Sans MS"/>
              <a:ea typeface="Comic Sans MS"/>
              <a:cs typeface="Comic Sans MS"/>
              <a:sym typeface="Comic Sans MS"/>
            </a:endParaRPr>
          </a:p>
        </p:txBody>
      </p:sp>
      <p:sp>
        <p:nvSpPr>
          <p:cNvPr id="691" name="Google Shape;691;p16"/>
          <p:cNvSpPr txBox="1"/>
          <p:nvPr>
            <p:ph idx="4294967295" type="body"/>
          </p:nvPr>
        </p:nvSpPr>
        <p:spPr>
          <a:xfrm>
            <a:off x="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1600"/>
              <a:buNone/>
            </a:pPr>
            <a:r>
              <a:t/>
            </a:r>
            <a:endParaRPr sz="1600"/>
          </a:p>
        </p:txBody>
      </p:sp>
      <p:pic>
        <p:nvPicPr>
          <p:cNvPr descr="socket" id="692" name="Google Shape;692;p16"/>
          <p:cNvPicPr preferRelativeResize="0"/>
          <p:nvPr/>
        </p:nvPicPr>
        <p:blipFill rotWithShape="1">
          <a:blip r:embed="rId3">
            <a:alphaModFix/>
          </a:blip>
          <a:srcRect b="0" l="0" r="0" t="0"/>
          <a:stretch/>
        </p:blipFill>
        <p:spPr>
          <a:xfrm>
            <a:off x="4473681" y="1918622"/>
            <a:ext cx="6848475" cy="4130675"/>
          </a:xfrm>
          <a:prstGeom prst="rect">
            <a:avLst/>
          </a:prstGeom>
          <a:noFill/>
          <a:ln>
            <a:noFill/>
          </a:ln>
        </p:spPr>
      </p:pic>
      <p:sp>
        <p:nvSpPr>
          <p:cNvPr id="693" name="Google Shape;693;p16"/>
          <p:cNvSpPr txBox="1"/>
          <p:nvPr/>
        </p:nvSpPr>
        <p:spPr>
          <a:xfrm>
            <a:off x="6591405" y="1761459"/>
            <a:ext cx="9461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1800"/>
              <a:buFont typeface="Times New Roman"/>
              <a:buNone/>
            </a:pPr>
            <a:r>
              <a:rPr b="1" lang="en-US" sz="1800">
                <a:solidFill>
                  <a:schemeClr val="dk1"/>
                </a:solidFill>
                <a:latin typeface="Times New Roman"/>
                <a:ea typeface="Times New Roman"/>
                <a:cs typeface="Times New Roman"/>
                <a:sym typeface="Times New Roman"/>
              </a:rPr>
              <a:t>socket()</a:t>
            </a:r>
            <a:endParaRPr/>
          </a:p>
        </p:txBody>
      </p:sp>
      <p:sp>
        <p:nvSpPr>
          <p:cNvPr id="694" name="Google Shape;694;p16"/>
          <p:cNvSpPr/>
          <p:nvPr/>
        </p:nvSpPr>
        <p:spPr>
          <a:xfrm>
            <a:off x="4419600" y="1371600"/>
            <a:ext cx="762000" cy="228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2400"/>
              <a:buFont typeface="Comic Sans MS"/>
              <a:buNone/>
            </a:pPr>
            <a:r>
              <a:t/>
            </a:r>
            <a:endParaRPr sz="2400">
              <a:solidFill>
                <a:schemeClr val="dk1"/>
              </a:solidFill>
              <a:latin typeface="Times New Roman"/>
              <a:ea typeface="Times New Roman"/>
              <a:cs typeface="Times New Roman"/>
              <a:sym typeface="Times New Roman"/>
            </a:endParaRPr>
          </a:p>
        </p:txBody>
      </p:sp>
      <p:cxnSp>
        <p:nvCxnSpPr>
          <p:cNvPr id="695" name="Google Shape;695;p16"/>
          <p:cNvCxnSpPr/>
          <p:nvPr/>
        </p:nvCxnSpPr>
        <p:spPr>
          <a:xfrm>
            <a:off x="7064480" y="2086896"/>
            <a:ext cx="76200" cy="76200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Socket programming</a:t>
            </a:r>
            <a:endParaRPr/>
          </a:p>
        </p:txBody>
      </p:sp>
      <p:sp>
        <p:nvSpPr>
          <p:cNvPr id="701" name="Google Shape;701;p17"/>
          <p:cNvSpPr txBox="1"/>
          <p:nvPr/>
        </p:nvSpPr>
        <p:spPr>
          <a:xfrm>
            <a:off x="878760" y="3291529"/>
            <a:ext cx="10798277" cy="3481388"/>
          </a:xfrm>
          <a:prstGeom prst="rect">
            <a:avLst/>
          </a:prstGeom>
          <a:noFill/>
          <a:ln>
            <a:noFill/>
          </a:ln>
        </p:spPr>
        <p:txBody>
          <a:bodyPr anchorCtr="0" anchor="t" bIns="45700" lIns="91425" spcFirstLastPara="1" rIns="91425" wrap="square" tIns="45700">
            <a:noAutofit/>
          </a:bodyPr>
          <a:lstStyle/>
          <a:p>
            <a:pPr indent="-342900" lvl="1" marL="342900" marR="0" rtl="0" algn="l">
              <a:lnSpc>
                <a:spcPct val="85000"/>
              </a:lnSpc>
              <a:spcBef>
                <a:spcPts val="0"/>
              </a:spcBef>
              <a:spcAft>
                <a:spcPts val="0"/>
              </a:spcAft>
              <a:buClr>
                <a:srgbClr val="000099"/>
              </a:buClr>
              <a:buSzPts val="2080"/>
              <a:buFont typeface="Noto Sans Symbols"/>
              <a:buNone/>
            </a:pPr>
            <a:r>
              <a:rPr b="0" i="0" lang="en-US" sz="3200" u="none" cap="none" strike="noStrike">
                <a:solidFill>
                  <a:srgbClr val="0000A3"/>
                </a:solidFill>
                <a:latin typeface="Calibri"/>
                <a:ea typeface="Calibri"/>
                <a:cs typeface="Calibri"/>
                <a:sym typeface="Calibri"/>
              </a:rPr>
              <a:t>Application Example:</a:t>
            </a:r>
            <a:endParaRPr/>
          </a:p>
          <a:p>
            <a:pPr indent="-287338" lvl="0" marL="514350" marR="0" rtl="0" algn="l">
              <a:lnSpc>
                <a:spcPct val="100000"/>
              </a:lnSpc>
              <a:spcBef>
                <a:spcPts val="0"/>
              </a:spcBef>
              <a:spcAft>
                <a:spcPts val="0"/>
              </a:spcAft>
              <a:buClr>
                <a:srgbClr val="000099"/>
              </a:buClr>
              <a:buSzPts val="1820"/>
              <a:buFont typeface="Play"/>
              <a:buAutoNum type="arabicPeriod"/>
            </a:pPr>
            <a:r>
              <a:rPr b="0" i="0" lang="en-US" sz="2800" u="none" cap="none" strike="noStrike">
                <a:solidFill>
                  <a:srgbClr val="000000"/>
                </a:solidFill>
                <a:latin typeface="Calibri"/>
                <a:ea typeface="Calibri"/>
                <a:cs typeface="Calibri"/>
                <a:sym typeface="Calibri"/>
              </a:rPr>
              <a:t>client reads a line of characters (data) from its keyboard and sends data to server</a:t>
            </a:r>
            <a:endParaRPr/>
          </a:p>
          <a:p>
            <a:pPr indent="-287338" lvl="0" marL="514350" marR="0" rtl="0" algn="l">
              <a:lnSpc>
                <a:spcPct val="100000"/>
              </a:lnSpc>
              <a:spcBef>
                <a:spcPts val="0"/>
              </a:spcBef>
              <a:spcAft>
                <a:spcPts val="0"/>
              </a:spcAft>
              <a:buClr>
                <a:srgbClr val="000099"/>
              </a:buClr>
              <a:buSzPts val="1820"/>
              <a:buFont typeface="Play"/>
              <a:buAutoNum type="arabicPeriod"/>
            </a:pPr>
            <a:r>
              <a:rPr b="0" i="0" lang="en-US" sz="2800" u="none" cap="none" strike="noStrike">
                <a:solidFill>
                  <a:srgbClr val="000000"/>
                </a:solidFill>
                <a:latin typeface="Calibri"/>
                <a:ea typeface="Calibri"/>
                <a:cs typeface="Calibri"/>
                <a:sym typeface="Calibri"/>
              </a:rPr>
              <a:t>server receives the data and converts characters to uppercase</a:t>
            </a:r>
            <a:endParaRPr/>
          </a:p>
          <a:p>
            <a:pPr indent="-287338" lvl="0" marL="514350" marR="0" rtl="0" algn="l">
              <a:lnSpc>
                <a:spcPct val="100000"/>
              </a:lnSpc>
              <a:spcBef>
                <a:spcPts val="0"/>
              </a:spcBef>
              <a:spcAft>
                <a:spcPts val="0"/>
              </a:spcAft>
              <a:buClr>
                <a:srgbClr val="000099"/>
              </a:buClr>
              <a:buSzPts val="1820"/>
              <a:buFont typeface="Play"/>
              <a:buAutoNum type="arabicPeriod"/>
            </a:pPr>
            <a:r>
              <a:rPr b="0" i="0" lang="en-US" sz="2800" u="none" cap="none" strike="noStrike">
                <a:solidFill>
                  <a:srgbClr val="000000"/>
                </a:solidFill>
                <a:latin typeface="Calibri"/>
                <a:ea typeface="Calibri"/>
                <a:cs typeface="Calibri"/>
                <a:sym typeface="Calibri"/>
              </a:rPr>
              <a:t>server sends modified data to client</a:t>
            </a:r>
            <a:endParaRPr/>
          </a:p>
          <a:p>
            <a:pPr indent="-287338" lvl="0" marL="514350" marR="0" rtl="0" algn="l">
              <a:lnSpc>
                <a:spcPct val="100000"/>
              </a:lnSpc>
              <a:spcBef>
                <a:spcPts val="0"/>
              </a:spcBef>
              <a:spcAft>
                <a:spcPts val="0"/>
              </a:spcAft>
              <a:buClr>
                <a:srgbClr val="000099"/>
              </a:buClr>
              <a:buSzPts val="1820"/>
              <a:buFont typeface="Play"/>
              <a:buAutoNum type="arabicPeriod"/>
            </a:pPr>
            <a:r>
              <a:rPr b="0" i="0" lang="en-US" sz="2800" u="none" cap="none" strike="noStrike">
                <a:solidFill>
                  <a:srgbClr val="000000"/>
                </a:solidFill>
                <a:latin typeface="Calibri"/>
                <a:ea typeface="Calibri"/>
                <a:cs typeface="Calibri"/>
                <a:sym typeface="Calibri"/>
              </a:rPr>
              <a:t>client receives modified data and displays line on its screen</a:t>
            </a:r>
            <a:endParaRPr/>
          </a:p>
        </p:txBody>
      </p:sp>
      <p:grpSp>
        <p:nvGrpSpPr>
          <p:cNvPr id="702" name="Google Shape;702;p17"/>
          <p:cNvGrpSpPr/>
          <p:nvPr/>
        </p:nvGrpSpPr>
        <p:grpSpPr>
          <a:xfrm>
            <a:off x="838199" y="1545009"/>
            <a:ext cx="10798277" cy="1679805"/>
            <a:chOff x="0" y="31418"/>
            <a:chExt cx="10798277" cy="1679805"/>
          </a:xfrm>
        </p:grpSpPr>
        <p:sp>
          <p:nvSpPr>
            <p:cNvPr id="703" name="Google Shape;703;p17"/>
            <p:cNvSpPr/>
            <p:nvPr/>
          </p:nvSpPr>
          <p:spPr>
            <a:xfrm>
              <a:off x="0" y="370898"/>
              <a:ext cx="10798277" cy="1340325"/>
            </a:xfrm>
            <a:prstGeom prst="rect">
              <a:avLst/>
            </a:prstGeom>
            <a:solidFill>
              <a:schemeClr val="lt1">
                <a:alpha val="89803"/>
              </a:schemeClr>
            </a:solidFill>
            <a:ln cap="flat" cmpd="sng" w="19050">
              <a:solidFill>
                <a:srgbClr val="126082"/>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7"/>
            <p:cNvSpPr txBox="1"/>
            <p:nvPr/>
          </p:nvSpPr>
          <p:spPr>
            <a:xfrm>
              <a:off x="0" y="370898"/>
              <a:ext cx="10798277" cy="1340325"/>
            </a:xfrm>
            <a:prstGeom prst="rect">
              <a:avLst/>
            </a:prstGeom>
            <a:noFill/>
            <a:ln>
              <a:noFill/>
            </a:ln>
          </p:spPr>
          <p:txBody>
            <a:bodyPr anchorCtr="0" anchor="t" bIns="163575" lIns="838050" spcFirstLastPara="1" rIns="838050" wrap="square" tIns="479025">
              <a:noAutofit/>
            </a:bodyPr>
            <a:lstStyle/>
            <a:p>
              <a:pPr indent="-228600" lvl="1" marL="228600" marR="0" rtl="0" algn="l">
                <a:lnSpc>
                  <a:spcPct val="90000"/>
                </a:lnSpc>
                <a:spcBef>
                  <a:spcPts val="0"/>
                </a:spcBef>
                <a:spcAft>
                  <a:spcPts val="0"/>
                </a:spcAft>
                <a:buClr>
                  <a:srgbClr val="FF0000"/>
                </a:buClr>
                <a:buSzPts val="2300"/>
                <a:buFont typeface="Arial"/>
                <a:buChar char="•"/>
              </a:pPr>
              <a:r>
                <a:rPr b="0" i="1" lang="en-US" sz="2300" u="none" cap="none" strike="noStrike">
                  <a:solidFill>
                    <a:srgbClr val="FF0000"/>
                  </a:solidFill>
                  <a:latin typeface="Arial"/>
                  <a:ea typeface="Arial"/>
                  <a:cs typeface="Arial"/>
                  <a:sym typeface="Arial"/>
                </a:rPr>
                <a:t>UDP:</a:t>
              </a:r>
              <a:r>
                <a:rPr b="0" i="0" lang="en-US" sz="2300" u="none" cap="none" strike="noStrike">
                  <a:solidFill>
                    <a:srgbClr val="FF0000"/>
                  </a:solidFill>
                  <a:latin typeface="Arial"/>
                  <a:ea typeface="Arial"/>
                  <a:cs typeface="Arial"/>
                  <a:sym typeface="Arial"/>
                </a:rPr>
                <a:t> </a:t>
              </a:r>
              <a:r>
                <a:rPr b="0" i="0" lang="en-US" sz="2300" u="none" cap="none" strike="noStrike">
                  <a:solidFill>
                    <a:schemeClr val="dk1"/>
                  </a:solidFill>
                  <a:latin typeface="Arial"/>
                  <a:ea typeface="Arial"/>
                  <a:cs typeface="Arial"/>
                  <a:sym typeface="Arial"/>
                </a:rPr>
                <a:t>unreliable datagram </a:t>
              </a:r>
              <a:endParaRPr/>
            </a:p>
            <a:p>
              <a:pPr indent="-228600" lvl="1" marL="228600" marR="0" rtl="0" algn="l">
                <a:lnSpc>
                  <a:spcPct val="90000"/>
                </a:lnSpc>
                <a:spcBef>
                  <a:spcPts val="345"/>
                </a:spcBef>
                <a:spcAft>
                  <a:spcPts val="0"/>
                </a:spcAft>
                <a:buClr>
                  <a:srgbClr val="FF0000"/>
                </a:buClr>
                <a:buSzPts val="2300"/>
                <a:buFont typeface="Arial"/>
                <a:buChar char="•"/>
              </a:pPr>
              <a:r>
                <a:rPr b="0" i="1" lang="en-US" sz="2300" u="none" cap="none" strike="noStrike">
                  <a:solidFill>
                    <a:srgbClr val="FF0000"/>
                  </a:solidFill>
                  <a:latin typeface="Arial"/>
                  <a:ea typeface="Arial"/>
                  <a:cs typeface="Arial"/>
                  <a:sym typeface="Arial"/>
                </a:rPr>
                <a:t>TCP:</a:t>
              </a:r>
              <a:r>
                <a:rPr b="0" i="0" lang="en-US" sz="2300" u="none" cap="none" strike="noStrike">
                  <a:solidFill>
                    <a:srgbClr val="FF0000"/>
                  </a:solidFill>
                  <a:latin typeface="Arial"/>
                  <a:ea typeface="Arial"/>
                  <a:cs typeface="Arial"/>
                  <a:sym typeface="Arial"/>
                </a:rPr>
                <a:t> </a:t>
              </a:r>
              <a:r>
                <a:rPr b="0" i="0" lang="en-US" sz="2300" u="none" cap="none" strike="noStrike">
                  <a:solidFill>
                    <a:schemeClr val="dk1"/>
                  </a:solidFill>
                  <a:latin typeface="Arial"/>
                  <a:ea typeface="Arial"/>
                  <a:cs typeface="Arial"/>
                  <a:sym typeface="Arial"/>
                </a:rPr>
                <a:t>reliable, byte stream-oriented</a:t>
              </a:r>
              <a:endParaRPr/>
            </a:p>
          </p:txBody>
        </p:sp>
        <p:sp>
          <p:nvSpPr>
            <p:cNvPr id="705" name="Google Shape;705;p17"/>
            <p:cNvSpPr/>
            <p:nvPr/>
          </p:nvSpPr>
          <p:spPr>
            <a:xfrm>
              <a:off x="539913" y="31418"/>
              <a:ext cx="7558793" cy="678960"/>
            </a:xfrm>
            <a:prstGeom prst="roundRect">
              <a:avLst>
                <a:gd fmla="val 16667" name="adj"/>
              </a:avLst>
            </a:prstGeom>
            <a:solidFill>
              <a:srgbClr val="126082"/>
            </a:solidFill>
            <a:ln cap="flat" cmpd="sng" w="19050">
              <a:solidFill>
                <a:schemeClr val="lt1"/>
              </a:solidFill>
              <a:prstDash val="solid"/>
              <a:miter lim="800000"/>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7"/>
            <p:cNvSpPr txBox="1"/>
            <p:nvPr/>
          </p:nvSpPr>
          <p:spPr>
            <a:xfrm>
              <a:off x="573057" y="64562"/>
              <a:ext cx="7492505" cy="612672"/>
            </a:xfrm>
            <a:prstGeom prst="rect">
              <a:avLst/>
            </a:prstGeom>
            <a:noFill/>
            <a:ln>
              <a:noFill/>
            </a:ln>
          </p:spPr>
          <p:txBody>
            <a:bodyPr anchorCtr="0" anchor="ctr" bIns="0" lIns="285700" spcFirstLastPara="1" rIns="285700" wrap="square" tIns="0">
              <a:noAutofit/>
            </a:bodyPr>
            <a:lstStyle/>
            <a:p>
              <a:pPr indent="0" lvl="0" marL="0" marR="0" rtl="0" algn="l">
                <a:lnSpc>
                  <a:spcPct val="90000"/>
                </a:lnSpc>
                <a:spcBef>
                  <a:spcPts val="0"/>
                </a:spcBef>
                <a:spcAft>
                  <a:spcPts val="0"/>
                </a:spcAft>
                <a:buClr>
                  <a:schemeClr val="lt1"/>
                </a:buClr>
                <a:buSzPts val="2300"/>
                <a:buFont typeface="Arial"/>
                <a:buNone/>
              </a:pPr>
              <a:r>
                <a:rPr lang="en-US" sz="2300">
                  <a:solidFill>
                    <a:schemeClr val="lt1"/>
                  </a:solidFill>
                  <a:latin typeface="Arial"/>
                  <a:ea typeface="Arial"/>
                  <a:cs typeface="Arial"/>
                  <a:sym typeface="Arial"/>
                </a:rPr>
                <a:t>Two socket types for two transport services: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1"/>
                                        </p:tgtEl>
                                        <p:attrNameLst>
                                          <p:attrName>style.visibility</p:attrName>
                                        </p:attrNameLst>
                                      </p:cBhvr>
                                      <p:to>
                                        <p:strVal val="visible"/>
                                      </p:to>
                                    </p:set>
                                    <p:animEffect filter="fade" transition="in">
                                      <p:cBhvr>
                                        <p:cTn dur="500"/>
                                        <p:tgtEl>
                                          <p:spTgt spid="7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18"/>
          <p:cNvSpPr txBox="1"/>
          <p:nvPr>
            <p:ph type="title"/>
          </p:nvPr>
        </p:nvSpPr>
        <p:spPr>
          <a:xfrm>
            <a:off x="914400" y="609600"/>
            <a:ext cx="103632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None/>
            </a:pPr>
            <a:r>
              <a:rPr lang="en-US"/>
              <a:t>BSD Socket Programming (connectionless)</a:t>
            </a:r>
            <a:endParaRPr/>
          </a:p>
        </p:txBody>
      </p:sp>
      <p:pic>
        <p:nvPicPr>
          <p:cNvPr descr="connectionless" id="713" name="Google Shape;713;p18"/>
          <p:cNvPicPr preferRelativeResize="0"/>
          <p:nvPr/>
        </p:nvPicPr>
        <p:blipFill rotWithShape="1">
          <a:blip r:embed="rId3">
            <a:alphaModFix/>
          </a:blip>
          <a:srcRect b="0" l="0" r="0" t="0"/>
          <a:stretch/>
        </p:blipFill>
        <p:spPr>
          <a:xfrm>
            <a:off x="3970898" y="1981200"/>
            <a:ext cx="4250204" cy="4114800"/>
          </a:xfrm>
          <a:prstGeom prst="rect">
            <a:avLst/>
          </a:prstGeom>
          <a:solidFill>
            <a:srgbClr val="FFFFFF"/>
          </a:solid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19"/>
          <p:cNvSpPr txBox="1"/>
          <p:nvPr>
            <p:ph type="title"/>
          </p:nvPr>
        </p:nvSpPr>
        <p:spPr>
          <a:xfrm>
            <a:off x="267929" y="1274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Socket programming </a:t>
            </a:r>
            <a:r>
              <a:rPr i="1" lang="en-US">
                <a:solidFill>
                  <a:srgbClr val="FF0000"/>
                </a:solidFill>
              </a:rPr>
              <a:t>with UDP</a:t>
            </a:r>
            <a:endParaRPr/>
          </a:p>
        </p:txBody>
      </p:sp>
      <p:sp>
        <p:nvSpPr>
          <p:cNvPr id="719" name="Google Shape;719;p19"/>
          <p:cNvSpPr txBox="1"/>
          <p:nvPr/>
        </p:nvSpPr>
        <p:spPr>
          <a:xfrm>
            <a:off x="680936" y="4553087"/>
            <a:ext cx="10352496" cy="2177498"/>
          </a:xfrm>
          <a:prstGeom prst="rect">
            <a:avLst/>
          </a:prstGeom>
          <a:noFill/>
          <a:ln>
            <a:noFill/>
          </a:ln>
        </p:spPr>
        <p:txBody>
          <a:bodyPr anchorCtr="0" anchor="t" bIns="45700" lIns="91425" spcFirstLastPara="1" rIns="91425" wrap="square" tIns="45700">
            <a:normAutofit/>
          </a:bodyPr>
          <a:lstStyle/>
          <a:p>
            <a:pPr indent="-222250" lvl="0" marL="352425" marR="0" rtl="0" algn="l">
              <a:lnSpc>
                <a:spcPct val="90000"/>
              </a:lnSpc>
              <a:spcBef>
                <a:spcPts val="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UDP: </a:t>
            </a:r>
            <a:r>
              <a:rPr b="0" i="0" lang="en-US" sz="3200" u="none" cap="none" strike="noStrike">
                <a:solidFill>
                  <a:srgbClr val="0000A3"/>
                </a:solidFill>
                <a:latin typeface="Calibri"/>
                <a:ea typeface="Calibri"/>
                <a:cs typeface="Calibri"/>
                <a:sym typeface="Calibri"/>
              </a:rPr>
              <a:t>transmitted data may be lost or received out-of-order</a:t>
            </a:r>
            <a:endParaRPr/>
          </a:p>
          <a:p>
            <a:pPr indent="-222250" lvl="0" marL="352425" marR="0" rtl="0" algn="l">
              <a:lnSpc>
                <a:spcPct val="90000"/>
              </a:lnSpc>
              <a:spcBef>
                <a:spcPts val="1600"/>
              </a:spcBef>
              <a:spcAft>
                <a:spcPts val="0"/>
              </a:spcAft>
              <a:buClr>
                <a:srgbClr val="0000A3"/>
              </a:buClr>
              <a:buSzPts val="3200"/>
              <a:buFont typeface="Noto Sans Symbols"/>
              <a:buNone/>
            </a:pPr>
            <a:r>
              <a:rPr b="0" i="0" lang="en-US" sz="3200" u="none" cap="none" strike="noStrike">
                <a:solidFill>
                  <a:srgbClr val="CC0000"/>
                </a:solidFill>
                <a:latin typeface="Calibri"/>
                <a:ea typeface="Calibri"/>
                <a:cs typeface="Calibri"/>
                <a:sym typeface="Calibri"/>
              </a:rPr>
              <a:t>Application viewpoint:</a:t>
            </a:r>
            <a:endParaRPr/>
          </a:p>
          <a:p>
            <a:pPr indent="-292100" lvl="0" marL="466725" marR="0" rtl="0" algn="l">
              <a:lnSpc>
                <a:spcPct val="100000"/>
              </a:lnSpc>
              <a:spcBef>
                <a:spcPts val="0"/>
              </a:spcBef>
              <a:spcAft>
                <a:spcPts val="0"/>
              </a:spcAft>
              <a:buClr>
                <a:srgbClr val="010086"/>
              </a:buClr>
              <a:buSzPts val="2800"/>
              <a:buFont typeface="Noto Sans Symbols"/>
              <a:buChar char="▪"/>
            </a:pPr>
            <a:r>
              <a:rPr b="0" i="0" lang="en-US" sz="2800" u="none" cap="none" strike="noStrike">
                <a:solidFill>
                  <a:srgbClr val="000000"/>
                </a:solidFill>
                <a:latin typeface="Calibri"/>
                <a:ea typeface="Calibri"/>
                <a:cs typeface="Calibri"/>
                <a:sym typeface="Calibri"/>
              </a:rPr>
              <a:t>UDP provides </a:t>
            </a:r>
            <a:r>
              <a:rPr b="0" i="1" lang="en-US" sz="2800" u="none" cap="none" strike="noStrike">
                <a:solidFill>
                  <a:srgbClr val="000000"/>
                </a:solidFill>
                <a:latin typeface="Calibri"/>
                <a:ea typeface="Calibri"/>
                <a:cs typeface="Calibri"/>
                <a:sym typeface="Calibri"/>
              </a:rPr>
              <a:t>unreliable</a:t>
            </a:r>
            <a:r>
              <a:rPr b="0" i="0" lang="en-US" sz="2800" u="none" cap="none" strike="noStrike">
                <a:solidFill>
                  <a:srgbClr val="000000"/>
                </a:solidFill>
                <a:latin typeface="Calibri"/>
                <a:ea typeface="Calibri"/>
                <a:cs typeface="Calibri"/>
                <a:sym typeface="Calibri"/>
              </a:rPr>
              <a:t> transfer  of groups of bytes (“datagrams”)  between client and server processes</a:t>
            </a:r>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a:p>
            <a:pPr indent="-222250" lvl="0" marL="352425" marR="0" rtl="0" algn="l">
              <a:lnSpc>
                <a:spcPct val="90000"/>
              </a:lnSpc>
              <a:spcBef>
                <a:spcPts val="1400"/>
              </a:spcBef>
              <a:spcAft>
                <a:spcPts val="0"/>
              </a:spcAft>
              <a:buClr>
                <a:srgbClr val="0000A3"/>
              </a:buClr>
              <a:buSzPts val="2800"/>
              <a:buFont typeface="Noto Sans Symbols"/>
              <a:buNone/>
            </a:pPr>
            <a:r>
              <a:t/>
            </a:r>
            <a:endParaRPr b="0" i="0" sz="2800" u="none" cap="none" strike="noStrike">
              <a:solidFill>
                <a:srgbClr val="CC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0" st="0"/>
                                            </p:txEl>
                                          </p:spTgt>
                                        </p:tgtEl>
                                        <p:attrNameLst>
                                          <p:attrName>style.visibility</p:attrName>
                                        </p:attrNameLst>
                                      </p:cBhvr>
                                      <p:to>
                                        <p:strVal val="visible"/>
                                      </p:to>
                                    </p:set>
                                    <p:animEffect filter="fade" transition="in">
                                      <p:cBhvr>
                                        <p:cTn dur="500"/>
                                        <p:tgtEl>
                                          <p:spTgt spid="7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 st="1"/>
                                            </p:txEl>
                                          </p:spTgt>
                                        </p:tgtEl>
                                        <p:attrNameLst>
                                          <p:attrName>style.visibility</p:attrName>
                                        </p:attrNameLst>
                                      </p:cBhvr>
                                      <p:to>
                                        <p:strVal val="visible"/>
                                      </p:to>
                                    </p:set>
                                    <p:animEffect filter="fade" transition="in">
                                      <p:cBhvr>
                                        <p:cTn dur="500"/>
                                        <p:tgtEl>
                                          <p:spTgt spid="7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2" st="2"/>
                                            </p:txEl>
                                          </p:spTgt>
                                        </p:tgtEl>
                                        <p:attrNameLst>
                                          <p:attrName>style.visibility</p:attrName>
                                        </p:attrNameLst>
                                      </p:cBhvr>
                                      <p:to>
                                        <p:strVal val="visible"/>
                                      </p:to>
                                    </p:set>
                                    <p:animEffect filter="fade" transition="in">
                                      <p:cBhvr>
                                        <p:cTn dur="500"/>
                                        <p:tgtEl>
                                          <p:spTgt spid="7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3" st="3"/>
                                            </p:txEl>
                                          </p:spTgt>
                                        </p:tgtEl>
                                        <p:attrNameLst>
                                          <p:attrName>style.visibility</p:attrName>
                                        </p:attrNameLst>
                                      </p:cBhvr>
                                      <p:to>
                                        <p:strVal val="visible"/>
                                      </p:to>
                                    </p:set>
                                    <p:animEffect filter="fade" transition="in">
                                      <p:cBhvr>
                                        <p:cTn dur="500"/>
                                        <p:tgtEl>
                                          <p:spTgt spid="71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4" st="4"/>
                                            </p:txEl>
                                          </p:spTgt>
                                        </p:tgtEl>
                                        <p:attrNameLst>
                                          <p:attrName>style.visibility</p:attrName>
                                        </p:attrNameLst>
                                      </p:cBhvr>
                                      <p:to>
                                        <p:strVal val="visible"/>
                                      </p:to>
                                    </p:set>
                                    <p:animEffect filter="fade" transition="in">
                                      <p:cBhvr>
                                        <p:cTn dur="500"/>
                                        <p:tgtEl>
                                          <p:spTgt spid="71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5" st="5"/>
                                            </p:txEl>
                                          </p:spTgt>
                                        </p:tgtEl>
                                        <p:attrNameLst>
                                          <p:attrName>style.visibility</p:attrName>
                                        </p:attrNameLst>
                                      </p:cBhvr>
                                      <p:to>
                                        <p:strVal val="visible"/>
                                      </p:to>
                                    </p:set>
                                    <p:animEffect filter="fade" transition="in">
                                      <p:cBhvr>
                                        <p:cTn dur="500"/>
                                        <p:tgtEl>
                                          <p:spTgt spid="71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6" st="6"/>
                                            </p:txEl>
                                          </p:spTgt>
                                        </p:tgtEl>
                                        <p:attrNameLst>
                                          <p:attrName>style.visibility</p:attrName>
                                        </p:attrNameLst>
                                      </p:cBhvr>
                                      <p:to>
                                        <p:strVal val="visible"/>
                                      </p:to>
                                    </p:set>
                                    <p:animEffect filter="fade" transition="in">
                                      <p:cBhvr>
                                        <p:cTn dur="500"/>
                                        <p:tgtEl>
                                          <p:spTgt spid="71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7" st="7"/>
                                            </p:txEl>
                                          </p:spTgt>
                                        </p:tgtEl>
                                        <p:attrNameLst>
                                          <p:attrName>style.visibility</p:attrName>
                                        </p:attrNameLst>
                                      </p:cBhvr>
                                      <p:to>
                                        <p:strVal val="visible"/>
                                      </p:to>
                                    </p:set>
                                    <p:animEffect filter="fade" transition="in">
                                      <p:cBhvr>
                                        <p:cTn dur="500"/>
                                        <p:tgtEl>
                                          <p:spTgt spid="71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8" st="8"/>
                                            </p:txEl>
                                          </p:spTgt>
                                        </p:tgtEl>
                                        <p:attrNameLst>
                                          <p:attrName>style.visibility</p:attrName>
                                        </p:attrNameLst>
                                      </p:cBhvr>
                                      <p:to>
                                        <p:strVal val="visible"/>
                                      </p:to>
                                    </p:set>
                                    <p:animEffect filter="fade" transition="in">
                                      <p:cBhvr>
                                        <p:cTn dur="500"/>
                                        <p:tgtEl>
                                          <p:spTgt spid="71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9" st="9"/>
                                            </p:txEl>
                                          </p:spTgt>
                                        </p:tgtEl>
                                        <p:attrNameLst>
                                          <p:attrName>style.visibility</p:attrName>
                                        </p:attrNameLst>
                                      </p:cBhvr>
                                      <p:to>
                                        <p:strVal val="visible"/>
                                      </p:to>
                                    </p:set>
                                    <p:animEffect filter="fade" transition="in">
                                      <p:cBhvr>
                                        <p:cTn dur="500"/>
                                        <p:tgtEl>
                                          <p:spTgt spid="71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0" st="10"/>
                                            </p:txEl>
                                          </p:spTgt>
                                        </p:tgtEl>
                                        <p:attrNameLst>
                                          <p:attrName>style.visibility</p:attrName>
                                        </p:attrNameLst>
                                      </p:cBhvr>
                                      <p:to>
                                        <p:strVal val="visible"/>
                                      </p:to>
                                    </p:set>
                                    <p:animEffect filter="fade" transition="in">
                                      <p:cBhvr>
                                        <p:cTn dur="500"/>
                                        <p:tgtEl>
                                          <p:spTgt spid="71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1" st="11"/>
                                            </p:txEl>
                                          </p:spTgt>
                                        </p:tgtEl>
                                        <p:attrNameLst>
                                          <p:attrName>style.visibility</p:attrName>
                                        </p:attrNameLst>
                                      </p:cBhvr>
                                      <p:to>
                                        <p:strVal val="visible"/>
                                      </p:to>
                                    </p:set>
                                    <p:animEffect filter="fade" transition="in">
                                      <p:cBhvr>
                                        <p:cTn dur="500"/>
                                        <p:tgtEl>
                                          <p:spTgt spid="71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2" st="12"/>
                                            </p:txEl>
                                          </p:spTgt>
                                        </p:tgtEl>
                                        <p:attrNameLst>
                                          <p:attrName>style.visibility</p:attrName>
                                        </p:attrNameLst>
                                      </p:cBhvr>
                                      <p:to>
                                        <p:strVal val="visible"/>
                                      </p:to>
                                    </p:set>
                                    <p:animEffect filter="fade" transition="in">
                                      <p:cBhvr>
                                        <p:cTn dur="500"/>
                                        <p:tgtEl>
                                          <p:spTgt spid="71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3" st="13"/>
                                            </p:txEl>
                                          </p:spTgt>
                                        </p:tgtEl>
                                        <p:attrNameLst>
                                          <p:attrName>style.visibility</p:attrName>
                                        </p:attrNameLst>
                                      </p:cBhvr>
                                      <p:to>
                                        <p:strVal val="visible"/>
                                      </p:to>
                                    </p:set>
                                    <p:animEffect filter="fade" transition="in">
                                      <p:cBhvr>
                                        <p:cTn dur="500"/>
                                        <p:tgtEl>
                                          <p:spTgt spid="71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4" st="14"/>
                                            </p:txEl>
                                          </p:spTgt>
                                        </p:tgtEl>
                                        <p:attrNameLst>
                                          <p:attrName>style.visibility</p:attrName>
                                        </p:attrNameLst>
                                      </p:cBhvr>
                                      <p:to>
                                        <p:strVal val="visible"/>
                                      </p:to>
                                    </p:set>
                                    <p:animEffect filter="fade" transition="in">
                                      <p:cBhvr>
                                        <p:cTn dur="500"/>
                                        <p:tgtEl>
                                          <p:spTgt spid="71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5" st="15"/>
                                            </p:txEl>
                                          </p:spTgt>
                                        </p:tgtEl>
                                        <p:attrNameLst>
                                          <p:attrName>style.visibility</p:attrName>
                                        </p:attrNameLst>
                                      </p:cBhvr>
                                      <p:to>
                                        <p:strVal val="visible"/>
                                      </p:to>
                                    </p:set>
                                    <p:animEffect filter="fade" transition="in">
                                      <p:cBhvr>
                                        <p:cTn dur="500"/>
                                        <p:tgtEl>
                                          <p:spTgt spid="719">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6" st="16"/>
                                            </p:txEl>
                                          </p:spTgt>
                                        </p:tgtEl>
                                        <p:attrNameLst>
                                          <p:attrName>style.visibility</p:attrName>
                                        </p:attrNameLst>
                                      </p:cBhvr>
                                      <p:to>
                                        <p:strVal val="visible"/>
                                      </p:to>
                                    </p:set>
                                    <p:animEffect filter="fade" transition="in">
                                      <p:cBhvr>
                                        <p:cTn dur="500"/>
                                        <p:tgtEl>
                                          <p:spTgt spid="719">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7" st="17"/>
                                            </p:txEl>
                                          </p:spTgt>
                                        </p:tgtEl>
                                        <p:attrNameLst>
                                          <p:attrName>style.visibility</p:attrName>
                                        </p:attrNameLst>
                                      </p:cBhvr>
                                      <p:to>
                                        <p:strVal val="visible"/>
                                      </p:to>
                                    </p:set>
                                    <p:animEffect filter="fade" transition="in">
                                      <p:cBhvr>
                                        <p:cTn dur="500"/>
                                        <p:tgtEl>
                                          <p:spTgt spid="719">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8" st="18"/>
                                            </p:txEl>
                                          </p:spTgt>
                                        </p:tgtEl>
                                        <p:attrNameLst>
                                          <p:attrName>style.visibility</p:attrName>
                                        </p:attrNameLst>
                                      </p:cBhvr>
                                      <p:to>
                                        <p:strVal val="visible"/>
                                      </p:to>
                                    </p:set>
                                    <p:animEffect filter="fade" transition="in">
                                      <p:cBhvr>
                                        <p:cTn dur="500"/>
                                        <p:tgtEl>
                                          <p:spTgt spid="719">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19" st="19"/>
                                            </p:txEl>
                                          </p:spTgt>
                                        </p:tgtEl>
                                        <p:attrNameLst>
                                          <p:attrName>style.visibility</p:attrName>
                                        </p:attrNameLst>
                                      </p:cBhvr>
                                      <p:to>
                                        <p:strVal val="visible"/>
                                      </p:to>
                                    </p:set>
                                    <p:animEffect filter="fade" transition="in">
                                      <p:cBhvr>
                                        <p:cTn dur="500"/>
                                        <p:tgtEl>
                                          <p:spTgt spid="719">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20" st="20"/>
                                            </p:txEl>
                                          </p:spTgt>
                                        </p:tgtEl>
                                        <p:attrNameLst>
                                          <p:attrName>style.visibility</p:attrName>
                                        </p:attrNameLst>
                                      </p:cBhvr>
                                      <p:to>
                                        <p:strVal val="visible"/>
                                      </p:to>
                                    </p:set>
                                    <p:animEffect filter="fade" transition="in">
                                      <p:cBhvr>
                                        <p:cTn dur="500"/>
                                        <p:tgtEl>
                                          <p:spTgt spid="719">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21" st="21"/>
                                            </p:txEl>
                                          </p:spTgt>
                                        </p:tgtEl>
                                        <p:attrNameLst>
                                          <p:attrName>style.visibility</p:attrName>
                                        </p:attrNameLst>
                                      </p:cBhvr>
                                      <p:to>
                                        <p:strVal val="visible"/>
                                      </p:to>
                                    </p:set>
                                    <p:animEffect filter="fade" transition="in">
                                      <p:cBhvr>
                                        <p:cTn dur="500"/>
                                        <p:tgtEl>
                                          <p:spTgt spid="719">
                                            <p:txEl>
                                              <p:pRg end="21" st="2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22" st="22"/>
                                            </p:txEl>
                                          </p:spTgt>
                                        </p:tgtEl>
                                        <p:attrNameLst>
                                          <p:attrName>style.visibility</p:attrName>
                                        </p:attrNameLst>
                                      </p:cBhvr>
                                      <p:to>
                                        <p:strVal val="visible"/>
                                      </p:to>
                                    </p:set>
                                    <p:animEffect filter="fade" transition="in">
                                      <p:cBhvr>
                                        <p:cTn dur="500"/>
                                        <p:tgtEl>
                                          <p:spTgt spid="719">
                                            <p:txEl>
                                              <p:pRg end="22" st="2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23" st="23"/>
                                            </p:txEl>
                                          </p:spTgt>
                                        </p:tgtEl>
                                        <p:attrNameLst>
                                          <p:attrName>style.visibility</p:attrName>
                                        </p:attrNameLst>
                                      </p:cBhvr>
                                      <p:to>
                                        <p:strVal val="visible"/>
                                      </p:to>
                                    </p:set>
                                    <p:animEffect filter="fade" transition="in">
                                      <p:cBhvr>
                                        <p:cTn dur="500"/>
                                        <p:tgtEl>
                                          <p:spTgt spid="719">
                                            <p:txEl>
                                              <p:pRg end="23" st="2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9">
                                            <p:txEl>
                                              <p:pRg end="24" st="24"/>
                                            </p:txEl>
                                          </p:spTgt>
                                        </p:tgtEl>
                                        <p:attrNameLst>
                                          <p:attrName>style.visibility</p:attrName>
                                        </p:attrNameLst>
                                      </p:cBhvr>
                                      <p:to>
                                        <p:strVal val="visible"/>
                                      </p:to>
                                    </p:set>
                                    <p:animEffect filter="fade" transition="in">
                                      <p:cBhvr>
                                        <p:cTn dur="500"/>
                                        <p:tgtEl>
                                          <p:spTgt spid="719">
                                            <p:txEl>
                                              <p:pRg end="24" st="2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20"/>
          <p:cNvSpPr txBox="1"/>
          <p:nvPr>
            <p:ph type="title"/>
          </p:nvPr>
        </p:nvSpPr>
        <p:spPr>
          <a:xfrm>
            <a:off x="1828801" y="0"/>
            <a:ext cx="8582025"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sz="3600"/>
              <a:t>Client/server socket interaction: UDP</a:t>
            </a:r>
            <a:endParaRPr/>
          </a:p>
        </p:txBody>
      </p:sp>
      <p:grpSp>
        <p:nvGrpSpPr>
          <p:cNvPr id="725" name="Google Shape;725;p20"/>
          <p:cNvGrpSpPr/>
          <p:nvPr/>
        </p:nvGrpSpPr>
        <p:grpSpPr>
          <a:xfrm>
            <a:off x="7034214" y="4081464"/>
            <a:ext cx="2211387" cy="2111375"/>
            <a:chOff x="3485" y="2550"/>
            <a:chExt cx="1393" cy="1330"/>
          </a:xfrm>
        </p:grpSpPr>
        <p:grpSp>
          <p:nvGrpSpPr>
            <p:cNvPr id="726" name="Google Shape;726;p20"/>
            <p:cNvGrpSpPr/>
            <p:nvPr/>
          </p:nvGrpSpPr>
          <p:grpSpPr>
            <a:xfrm>
              <a:off x="3485" y="2964"/>
              <a:ext cx="1393" cy="916"/>
              <a:chOff x="3485" y="2964"/>
              <a:chExt cx="1393" cy="916"/>
            </a:xfrm>
          </p:grpSpPr>
          <p:sp>
            <p:nvSpPr>
              <p:cNvPr id="727" name="Google Shape;727;p20"/>
              <p:cNvSpPr txBox="1"/>
              <p:nvPr/>
            </p:nvSpPr>
            <p:spPr>
              <a:xfrm>
                <a:off x="3509" y="3473"/>
                <a:ext cx="900" cy="40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close</a:t>
                </a:r>
                <a:endParaRPr/>
              </a:p>
              <a:p>
                <a:pPr indent="0" lvl="0" marL="0" marR="0" rtl="0" algn="l">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clientSocke</a:t>
                </a:r>
                <a:r>
                  <a:rPr lang="en-US" sz="1800">
                    <a:solidFill>
                      <a:srgbClr val="FF0000"/>
                    </a:solidFill>
                    <a:latin typeface="Arial"/>
                    <a:ea typeface="Arial"/>
                    <a:cs typeface="Arial"/>
                    <a:sym typeface="Arial"/>
                  </a:rPr>
                  <a:t>t</a:t>
                </a:r>
                <a:endParaRPr sz="1800">
                  <a:solidFill>
                    <a:srgbClr val="000000"/>
                  </a:solidFill>
                  <a:latin typeface="Times New Roman"/>
                  <a:ea typeface="Times New Roman"/>
                  <a:cs typeface="Times New Roman"/>
                  <a:sym typeface="Times New Roman"/>
                </a:endParaRPr>
              </a:p>
            </p:txBody>
          </p:sp>
          <p:cxnSp>
            <p:nvCxnSpPr>
              <p:cNvPr id="728" name="Google Shape;728;p20"/>
              <p:cNvCxnSpPr/>
              <p:nvPr/>
            </p:nvCxnSpPr>
            <p:spPr>
              <a:xfrm>
                <a:off x="3936" y="3318"/>
                <a:ext cx="0" cy="204"/>
              </a:xfrm>
              <a:prstGeom prst="straightConnector1">
                <a:avLst/>
              </a:prstGeom>
              <a:noFill/>
              <a:ln cap="flat" cmpd="sng" w="28575">
                <a:solidFill>
                  <a:srgbClr val="000099"/>
                </a:solidFill>
                <a:prstDash val="solid"/>
                <a:round/>
                <a:headEnd len="med" w="med" type="none"/>
                <a:tailEnd len="med" w="med" type="triangle"/>
              </a:ln>
            </p:spPr>
          </p:cxnSp>
          <p:sp>
            <p:nvSpPr>
              <p:cNvPr id="729" name="Google Shape;729;p20"/>
              <p:cNvSpPr txBox="1"/>
              <p:nvPr/>
            </p:nvSpPr>
            <p:spPr>
              <a:xfrm>
                <a:off x="3485" y="2964"/>
                <a:ext cx="1393" cy="40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read datagram from</a:t>
                </a:r>
                <a:endParaRPr/>
              </a:p>
              <a:p>
                <a:pPr indent="0" lvl="0" marL="0" marR="0" rtl="0" algn="l">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clientSocket</a:t>
                </a:r>
                <a:endParaRPr sz="1800">
                  <a:solidFill>
                    <a:srgbClr val="CC0000"/>
                  </a:solidFill>
                  <a:latin typeface="Times New Roman"/>
                  <a:ea typeface="Times New Roman"/>
                  <a:cs typeface="Times New Roman"/>
                  <a:sym typeface="Times New Roman"/>
                </a:endParaRPr>
              </a:p>
            </p:txBody>
          </p:sp>
        </p:grpSp>
        <p:cxnSp>
          <p:nvCxnSpPr>
            <p:cNvPr id="730" name="Google Shape;730;p20"/>
            <p:cNvCxnSpPr/>
            <p:nvPr/>
          </p:nvCxnSpPr>
          <p:spPr>
            <a:xfrm>
              <a:off x="3864" y="2550"/>
              <a:ext cx="0" cy="522"/>
            </a:xfrm>
            <a:prstGeom prst="straightConnector1">
              <a:avLst/>
            </a:prstGeom>
            <a:noFill/>
            <a:ln cap="flat" cmpd="sng" w="28575">
              <a:solidFill>
                <a:srgbClr val="000099"/>
              </a:solidFill>
              <a:prstDash val="solid"/>
              <a:round/>
              <a:headEnd len="med" w="med" type="none"/>
              <a:tailEnd len="med" w="med" type="triangle"/>
            </a:ln>
          </p:spPr>
        </p:cxnSp>
      </p:grpSp>
      <p:grpSp>
        <p:nvGrpSpPr>
          <p:cNvPr id="731" name="Google Shape;731;p20"/>
          <p:cNvGrpSpPr/>
          <p:nvPr/>
        </p:nvGrpSpPr>
        <p:grpSpPr>
          <a:xfrm>
            <a:off x="4524375" y="1333501"/>
            <a:ext cx="6203950" cy="2690813"/>
            <a:chOff x="1890" y="840"/>
            <a:chExt cx="3908" cy="1695"/>
          </a:xfrm>
        </p:grpSpPr>
        <p:grpSp>
          <p:nvGrpSpPr>
            <p:cNvPr id="732" name="Google Shape;732;p20"/>
            <p:cNvGrpSpPr/>
            <p:nvPr/>
          </p:nvGrpSpPr>
          <p:grpSpPr>
            <a:xfrm>
              <a:off x="3397" y="1240"/>
              <a:ext cx="2289" cy="593"/>
              <a:chOff x="3241" y="1750"/>
              <a:chExt cx="2289" cy="593"/>
            </a:xfrm>
          </p:grpSpPr>
          <p:sp>
            <p:nvSpPr>
              <p:cNvPr id="733" name="Google Shape;733;p20"/>
              <p:cNvSpPr txBox="1"/>
              <p:nvPr/>
            </p:nvSpPr>
            <p:spPr>
              <a:xfrm>
                <a:off x="3241" y="1750"/>
                <a:ext cx="1021" cy="46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create socket:</a:t>
                </a:r>
                <a:endParaRPr/>
              </a:p>
              <a:p>
                <a:pPr indent="0" lvl="0" marL="0" marR="0" rtl="0" algn="l">
                  <a:spcBef>
                    <a:spcPts val="0"/>
                  </a:spcBef>
                  <a:spcAft>
                    <a:spcPts val="0"/>
                  </a:spcAft>
                  <a:buClr>
                    <a:schemeClr val="dk1"/>
                  </a:buClr>
                  <a:buSzPts val="2400"/>
                  <a:buFont typeface="Comic Sans MS"/>
                  <a:buNone/>
                </a:pPr>
                <a:r>
                  <a:t/>
                </a:r>
                <a:endParaRPr sz="2400">
                  <a:solidFill>
                    <a:srgbClr val="000000"/>
                  </a:solidFill>
                  <a:latin typeface="Times New Roman"/>
                  <a:ea typeface="Times New Roman"/>
                  <a:cs typeface="Times New Roman"/>
                  <a:sym typeface="Times New Roman"/>
                </a:endParaRPr>
              </a:p>
            </p:txBody>
          </p:sp>
          <p:sp>
            <p:nvSpPr>
              <p:cNvPr id="734" name="Google Shape;734;p20"/>
              <p:cNvSpPr txBox="1"/>
              <p:nvPr/>
            </p:nvSpPr>
            <p:spPr>
              <a:xfrm>
                <a:off x="3241" y="1962"/>
                <a:ext cx="2289" cy="381"/>
              </a:xfrm>
              <a:prstGeom prst="rect">
                <a:avLst/>
              </a:prstGeom>
              <a:noFill/>
              <a:ln>
                <a:noFill/>
              </a:ln>
            </p:spPr>
            <p:txBody>
              <a:bodyPr anchorCtr="0" anchor="ctr" bIns="45700" lIns="91425" spcFirstLastPara="1" rIns="91425" wrap="square" tIns="45700">
                <a:spAutoFit/>
              </a:bodyPr>
              <a:lstStyle/>
              <a:p>
                <a:pPr indent="0" lvl="0" marL="0" marR="0" rtl="0" algn="l">
                  <a:lnSpc>
                    <a:spcPct val="111111"/>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clientSocket =</a:t>
                </a:r>
                <a:endParaRPr/>
              </a:p>
              <a:p>
                <a:pPr indent="0" lvl="0" marL="0" marR="0" rtl="0" algn="l">
                  <a:lnSpc>
                    <a:spcPct val="111111"/>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socket(AF_INET,SOCK_DGRAM)</a:t>
                </a:r>
                <a:endParaRPr sz="1800">
                  <a:solidFill>
                    <a:srgbClr val="CC0000"/>
                  </a:solidFill>
                  <a:latin typeface="Times New Roman"/>
                  <a:ea typeface="Times New Roman"/>
                  <a:cs typeface="Times New Roman"/>
                  <a:sym typeface="Times New Roman"/>
                </a:endParaRPr>
              </a:p>
            </p:txBody>
          </p:sp>
        </p:grpSp>
        <p:sp>
          <p:nvSpPr>
            <p:cNvPr id="735" name="Google Shape;735;p20"/>
            <p:cNvSpPr txBox="1"/>
            <p:nvPr/>
          </p:nvSpPr>
          <p:spPr>
            <a:xfrm>
              <a:off x="3570" y="840"/>
              <a:ext cx="116" cy="288"/>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chemeClr val="dk1"/>
                </a:buClr>
                <a:buSzPts val="2400"/>
                <a:buFont typeface="Comic Sans MS"/>
                <a:buNone/>
              </a:pPr>
              <a:r>
                <a:t/>
              </a:r>
              <a:endParaRPr sz="2400">
                <a:solidFill>
                  <a:srgbClr val="000000"/>
                </a:solidFill>
                <a:latin typeface="Times New Roman"/>
                <a:ea typeface="Times New Roman"/>
                <a:cs typeface="Times New Roman"/>
                <a:sym typeface="Times New Roman"/>
              </a:endParaRPr>
            </a:p>
          </p:txBody>
        </p:sp>
        <p:sp>
          <p:nvSpPr>
            <p:cNvPr id="736" name="Google Shape;736;p20"/>
            <p:cNvSpPr txBox="1"/>
            <p:nvPr/>
          </p:nvSpPr>
          <p:spPr>
            <a:xfrm>
              <a:off x="3389" y="1953"/>
              <a:ext cx="2409" cy="582"/>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Create datagram with server IP and</a:t>
              </a:r>
              <a:endParaRPr/>
            </a:p>
            <a:p>
              <a:pPr indent="0" lvl="0" marL="0" marR="0" rtl="0" algn="l">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port=x; send datagram via</a:t>
              </a:r>
              <a:br>
                <a:rPr lang="en-US" sz="1800">
                  <a:solidFill>
                    <a:srgbClr val="CC0000"/>
                  </a:solidFill>
                  <a:latin typeface="Arial"/>
                  <a:ea typeface="Arial"/>
                  <a:cs typeface="Arial"/>
                  <a:sym typeface="Arial"/>
                </a:rPr>
              </a:br>
              <a:r>
                <a:rPr lang="en-US" sz="1800">
                  <a:solidFill>
                    <a:srgbClr val="CC0000"/>
                  </a:solidFill>
                  <a:latin typeface="Arial"/>
                  <a:ea typeface="Arial"/>
                  <a:cs typeface="Arial"/>
                  <a:sym typeface="Arial"/>
                </a:rPr>
                <a:t>clientSocket</a:t>
              </a:r>
              <a:endParaRPr sz="1800">
                <a:solidFill>
                  <a:srgbClr val="CC0000"/>
                </a:solidFill>
                <a:latin typeface="Times New Roman"/>
                <a:ea typeface="Times New Roman"/>
                <a:cs typeface="Times New Roman"/>
                <a:sym typeface="Times New Roman"/>
              </a:endParaRPr>
            </a:p>
          </p:txBody>
        </p:sp>
        <p:cxnSp>
          <p:nvCxnSpPr>
            <p:cNvPr id="737" name="Google Shape;737;p20"/>
            <p:cNvCxnSpPr/>
            <p:nvPr/>
          </p:nvCxnSpPr>
          <p:spPr>
            <a:xfrm>
              <a:off x="3828" y="1830"/>
              <a:ext cx="0" cy="204"/>
            </a:xfrm>
            <a:prstGeom prst="straightConnector1">
              <a:avLst/>
            </a:prstGeom>
            <a:noFill/>
            <a:ln cap="flat" cmpd="sng" w="28575">
              <a:solidFill>
                <a:srgbClr val="000099"/>
              </a:solidFill>
              <a:prstDash val="solid"/>
              <a:round/>
              <a:headEnd len="med" w="med" type="none"/>
              <a:tailEnd len="med" w="med" type="triangle"/>
            </a:ln>
          </p:spPr>
        </p:cxnSp>
        <p:cxnSp>
          <p:nvCxnSpPr>
            <p:cNvPr id="738" name="Google Shape;738;p20"/>
            <p:cNvCxnSpPr/>
            <p:nvPr/>
          </p:nvCxnSpPr>
          <p:spPr>
            <a:xfrm flipH="1">
              <a:off x="1890" y="2208"/>
              <a:ext cx="1518" cy="252"/>
            </a:xfrm>
            <a:prstGeom prst="straightConnector1">
              <a:avLst/>
            </a:prstGeom>
            <a:noFill/>
            <a:ln cap="flat" cmpd="sng" w="28575">
              <a:solidFill>
                <a:srgbClr val="CC0000"/>
              </a:solidFill>
              <a:prstDash val="solid"/>
              <a:round/>
              <a:headEnd len="med" w="med" type="none"/>
              <a:tailEnd len="med" w="med" type="triangle"/>
            </a:ln>
          </p:spPr>
        </p:cxnSp>
      </p:grpSp>
      <p:sp>
        <p:nvSpPr>
          <p:cNvPr id="739" name="Google Shape;739;p20"/>
          <p:cNvSpPr txBox="1"/>
          <p:nvPr/>
        </p:nvSpPr>
        <p:spPr>
          <a:xfrm>
            <a:off x="2344738" y="2187575"/>
            <a:ext cx="2462212" cy="369888"/>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create socket, port= x:</a:t>
            </a:r>
            <a:endParaRPr sz="1800">
              <a:solidFill>
                <a:srgbClr val="000000"/>
              </a:solidFill>
              <a:latin typeface="Times New Roman"/>
              <a:ea typeface="Times New Roman"/>
              <a:cs typeface="Times New Roman"/>
              <a:sym typeface="Times New Roman"/>
            </a:endParaRPr>
          </a:p>
        </p:txBody>
      </p:sp>
      <p:sp>
        <p:nvSpPr>
          <p:cNvPr id="740" name="Google Shape;740;p20"/>
          <p:cNvSpPr txBox="1"/>
          <p:nvPr/>
        </p:nvSpPr>
        <p:spPr>
          <a:xfrm>
            <a:off x="2357439" y="2511990"/>
            <a:ext cx="3634393" cy="605294"/>
          </a:xfrm>
          <a:prstGeom prst="rect">
            <a:avLst/>
          </a:prstGeom>
          <a:noFill/>
          <a:ln>
            <a:noFill/>
          </a:ln>
        </p:spPr>
        <p:txBody>
          <a:bodyPr anchorCtr="0" anchor="ctr" bIns="45700" lIns="91425" spcFirstLastPara="1" rIns="91425" wrap="square" tIns="45700">
            <a:spAutoFit/>
          </a:bodyPr>
          <a:lstStyle/>
          <a:p>
            <a:pPr indent="0" lvl="0" marL="0" marR="0" rtl="0" algn="l">
              <a:lnSpc>
                <a:spcPct val="111111"/>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serverSocket =</a:t>
            </a:r>
            <a:endParaRPr/>
          </a:p>
          <a:p>
            <a:pPr indent="0" lvl="0" marL="0" marR="0" rtl="0" algn="l">
              <a:lnSpc>
                <a:spcPct val="111111"/>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socket(AF_INET,SOCK_DGRAM)</a:t>
            </a:r>
            <a:endParaRPr sz="1800">
              <a:solidFill>
                <a:srgbClr val="CC0000"/>
              </a:solidFill>
              <a:latin typeface="Times New Roman"/>
              <a:ea typeface="Times New Roman"/>
              <a:cs typeface="Times New Roman"/>
              <a:sym typeface="Times New Roman"/>
            </a:endParaRPr>
          </a:p>
        </p:txBody>
      </p:sp>
      <p:grpSp>
        <p:nvGrpSpPr>
          <p:cNvPr id="741" name="Google Shape;741;p20"/>
          <p:cNvGrpSpPr/>
          <p:nvPr/>
        </p:nvGrpSpPr>
        <p:grpSpPr>
          <a:xfrm>
            <a:off x="2840039" y="3146426"/>
            <a:ext cx="2211387" cy="1122363"/>
            <a:chOff x="885" y="1982"/>
            <a:chExt cx="1393" cy="707"/>
          </a:xfrm>
        </p:grpSpPr>
        <p:cxnSp>
          <p:nvCxnSpPr>
            <p:cNvPr id="742" name="Google Shape;742;p20"/>
            <p:cNvCxnSpPr/>
            <p:nvPr/>
          </p:nvCxnSpPr>
          <p:spPr>
            <a:xfrm>
              <a:off x="1276" y="1982"/>
              <a:ext cx="0" cy="366"/>
            </a:xfrm>
            <a:prstGeom prst="straightConnector1">
              <a:avLst/>
            </a:prstGeom>
            <a:noFill/>
            <a:ln cap="flat" cmpd="sng" w="28575">
              <a:solidFill>
                <a:srgbClr val="000099"/>
              </a:solidFill>
              <a:prstDash val="solid"/>
              <a:round/>
              <a:headEnd len="med" w="med" type="none"/>
              <a:tailEnd len="med" w="med" type="triangle"/>
            </a:ln>
          </p:spPr>
        </p:cxnSp>
        <p:sp>
          <p:nvSpPr>
            <p:cNvPr id="743" name="Google Shape;743;p20"/>
            <p:cNvSpPr txBox="1"/>
            <p:nvPr/>
          </p:nvSpPr>
          <p:spPr>
            <a:xfrm>
              <a:off x="885" y="2282"/>
              <a:ext cx="1393" cy="407"/>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read datagram from</a:t>
              </a:r>
              <a:endParaRPr/>
            </a:p>
            <a:p>
              <a:pPr indent="0" lvl="0" marL="0" marR="0" rtl="0" algn="l">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serverSocke</a:t>
              </a:r>
              <a:r>
                <a:rPr lang="en-US" sz="1800">
                  <a:solidFill>
                    <a:srgbClr val="FF0000"/>
                  </a:solidFill>
                  <a:latin typeface="Arial"/>
                  <a:ea typeface="Arial"/>
                  <a:cs typeface="Arial"/>
                  <a:sym typeface="Arial"/>
                </a:rPr>
                <a:t>t</a:t>
              </a:r>
              <a:endParaRPr sz="1800">
                <a:solidFill>
                  <a:srgbClr val="000000"/>
                </a:solidFill>
                <a:latin typeface="Times New Roman"/>
                <a:ea typeface="Times New Roman"/>
                <a:cs typeface="Times New Roman"/>
                <a:sym typeface="Times New Roman"/>
              </a:endParaRPr>
            </a:p>
          </p:txBody>
        </p:sp>
      </p:grpSp>
      <p:grpSp>
        <p:nvGrpSpPr>
          <p:cNvPr id="744" name="Google Shape;744;p20"/>
          <p:cNvGrpSpPr/>
          <p:nvPr/>
        </p:nvGrpSpPr>
        <p:grpSpPr>
          <a:xfrm>
            <a:off x="2862263" y="4295776"/>
            <a:ext cx="3973512" cy="1660525"/>
            <a:chOff x="899" y="2720"/>
            <a:chExt cx="2503" cy="1046"/>
          </a:xfrm>
        </p:grpSpPr>
        <p:sp>
          <p:nvSpPr>
            <p:cNvPr id="745" name="Google Shape;745;p20"/>
            <p:cNvSpPr txBox="1"/>
            <p:nvPr/>
          </p:nvSpPr>
          <p:spPr>
            <a:xfrm>
              <a:off x="899" y="2835"/>
              <a:ext cx="1062" cy="931"/>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write reply to</a:t>
              </a:r>
              <a:endParaRPr/>
            </a:p>
            <a:p>
              <a:pPr indent="0" lvl="0" marL="0" marR="0" rtl="0" algn="l">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serverSocket</a:t>
              </a:r>
              <a:endParaRPr/>
            </a:p>
            <a:p>
              <a:pPr indent="0" lvl="0" marL="0" marR="0" rtl="0" algn="l">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specifying </a:t>
              </a:r>
              <a:br>
                <a:rPr lang="en-US" sz="1800">
                  <a:solidFill>
                    <a:srgbClr val="000000"/>
                  </a:solidFill>
                  <a:latin typeface="Arial"/>
                  <a:ea typeface="Arial"/>
                  <a:cs typeface="Arial"/>
                  <a:sym typeface="Arial"/>
                </a:rPr>
              </a:br>
              <a:r>
                <a:rPr lang="en-US" sz="1800">
                  <a:solidFill>
                    <a:srgbClr val="000000"/>
                  </a:solidFill>
                  <a:latin typeface="Arial"/>
                  <a:ea typeface="Arial"/>
                  <a:cs typeface="Arial"/>
                  <a:sym typeface="Arial"/>
                </a:rPr>
                <a:t>client address,</a:t>
              </a:r>
              <a:endParaRPr/>
            </a:p>
            <a:p>
              <a:pPr indent="0" lvl="0" marL="0" marR="0" rtl="0" algn="l">
                <a:spcBef>
                  <a:spcPts val="0"/>
                </a:spcBef>
                <a:spcAft>
                  <a:spcPts val="0"/>
                </a:spcAft>
                <a:buClr>
                  <a:srgbClr val="000000"/>
                </a:buClr>
                <a:buSzPts val="1800"/>
                <a:buFont typeface="Arial"/>
                <a:buNone/>
              </a:pPr>
              <a:r>
                <a:rPr lang="en-US" sz="1800">
                  <a:solidFill>
                    <a:srgbClr val="000000"/>
                  </a:solidFill>
                  <a:latin typeface="Arial"/>
                  <a:ea typeface="Arial"/>
                  <a:cs typeface="Arial"/>
                  <a:sym typeface="Arial"/>
                </a:rPr>
                <a:t>port number</a:t>
              </a:r>
              <a:endParaRPr sz="1800">
                <a:solidFill>
                  <a:srgbClr val="000000"/>
                </a:solidFill>
                <a:latin typeface="Times New Roman"/>
                <a:ea typeface="Times New Roman"/>
                <a:cs typeface="Times New Roman"/>
                <a:sym typeface="Times New Roman"/>
              </a:endParaRPr>
            </a:p>
          </p:txBody>
        </p:sp>
        <p:cxnSp>
          <p:nvCxnSpPr>
            <p:cNvPr id="746" name="Google Shape;746;p20"/>
            <p:cNvCxnSpPr/>
            <p:nvPr/>
          </p:nvCxnSpPr>
          <p:spPr>
            <a:xfrm>
              <a:off x="1302" y="2720"/>
              <a:ext cx="0" cy="198"/>
            </a:xfrm>
            <a:prstGeom prst="straightConnector1">
              <a:avLst/>
            </a:prstGeom>
            <a:noFill/>
            <a:ln cap="flat" cmpd="sng" w="28575">
              <a:solidFill>
                <a:srgbClr val="000099"/>
              </a:solidFill>
              <a:prstDash val="solid"/>
              <a:round/>
              <a:headEnd len="med" w="med" type="none"/>
              <a:tailEnd len="med" w="med" type="triangle"/>
            </a:ln>
          </p:spPr>
        </p:cxnSp>
        <p:cxnSp>
          <p:nvCxnSpPr>
            <p:cNvPr id="747" name="Google Shape;747;p20"/>
            <p:cNvCxnSpPr/>
            <p:nvPr/>
          </p:nvCxnSpPr>
          <p:spPr>
            <a:xfrm>
              <a:off x="1866" y="2970"/>
              <a:ext cx="1536" cy="180"/>
            </a:xfrm>
            <a:prstGeom prst="straightConnector1">
              <a:avLst/>
            </a:prstGeom>
            <a:noFill/>
            <a:ln cap="flat" cmpd="sng" w="28575">
              <a:solidFill>
                <a:srgbClr val="CC0000"/>
              </a:solidFill>
              <a:prstDash val="solid"/>
              <a:round/>
              <a:headEnd len="med" w="med" type="none"/>
              <a:tailEnd len="med" w="med" type="triangle"/>
            </a:ln>
          </p:spPr>
        </p:cxnSp>
      </p:grpSp>
      <p:sp>
        <p:nvSpPr>
          <p:cNvPr id="748" name="Google Shape;748;p20"/>
          <p:cNvSpPr txBox="1"/>
          <p:nvPr/>
        </p:nvSpPr>
        <p:spPr>
          <a:xfrm>
            <a:off x="2171701" y="1304925"/>
            <a:ext cx="3686175" cy="522288"/>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rgbClr val="000000"/>
              </a:buClr>
              <a:buSzPts val="2800"/>
              <a:buFont typeface="Gill Sans"/>
              <a:buNone/>
            </a:pPr>
            <a:r>
              <a:rPr lang="en-US" sz="2800">
                <a:solidFill>
                  <a:srgbClr val="000000"/>
                </a:solidFill>
                <a:latin typeface="Gill Sans"/>
                <a:ea typeface="Gill Sans"/>
                <a:cs typeface="Gill Sans"/>
                <a:sym typeface="Gill Sans"/>
              </a:rPr>
              <a:t>server</a:t>
            </a:r>
            <a:r>
              <a:rPr lang="en-US" sz="2400">
                <a:solidFill>
                  <a:srgbClr val="000000"/>
                </a:solidFill>
                <a:latin typeface="Gill Sans"/>
                <a:ea typeface="Gill Sans"/>
                <a:cs typeface="Gill Sans"/>
                <a:sym typeface="Gill Sans"/>
              </a:rPr>
              <a:t> (running</a:t>
            </a:r>
            <a:r>
              <a:rPr lang="en-US" sz="2000">
                <a:solidFill>
                  <a:srgbClr val="000000"/>
                </a:solidFill>
                <a:latin typeface="Gill Sans"/>
                <a:ea typeface="Gill Sans"/>
                <a:cs typeface="Gill Sans"/>
                <a:sym typeface="Gill Sans"/>
              </a:rPr>
              <a:t> on</a:t>
            </a:r>
            <a:r>
              <a:rPr lang="en-US" sz="1800">
                <a:solidFill>
                  <a:srgbClr val="000000"/>
                </a:solidFill>
                <a:latin typeface="Comic Sans MS"/>
                <a:ea typeface="Comic Sans MS"/>
                <a:cs typeface="Comic Sans MS"/>
                <a:sym typeface="Comic Sans MS"/>
              </a:rPr>
              <a:t> serverIP</a:t>
            </a:r>
            <a:r>
              <a:rPr lang="en-US" sz="2400">
                <a:solidFill>
                  <a:srgbClr val="000000"/>
                </a:solidFill>
                <a:latin typeface="Gill Sans"/>
                <a:ea typeface="Gill Sans"/>
                <a:cs typeface="Gill Sans"/>
                <a:sym typeface="Gill Sans"/>
              </a:rPr>
              <a:t>)</a:t>
            </a:r>
            <a:endParaRPr/>
          </a:p>
        </p:txBody>
      </p:sp>
      <p:sp>
        <p:nvSpPr>
          <p:cNvPr id="749" name="Google Shape;749;p20"/>
          <p:cNvSpPr txBox="1"/>
          <p:nvPr/>
        </p:nvSpPr>
        <p:spPr>
          <a:xfrm>
            <a:off x="6935789" y="1301751"/>
            <a:ext cx="962025" cy="519113"/>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rgbClr val="000000"/>
              </a:buClr>
              <a:buSzPts val="2800"/>
              <a:buFont typeface="Gill Sans"/>
              <a:buNone/>
            </a:pPr>
            <a:r>
              <a:rPr lang="en-US" sz="2800">
                <a:solidFill>
                  <a:srgbClr val="000000"/>
                </a:solidFill>
                <a:latin typeface="Gill Sans"/>
                <a:ea typeface="Gill Sans"/>
                <a:cs typeface="Gill Sans"/>
                <a:sym typeface="Gill Sans"/>
              </a:rPr>
              <a:t>client</a:t>
            </a:r>
            <a:endParaRPr/>
          </a:p>
        </p:txBody>
      </p:sp>
      <p:cxnSp>
        <p:nvCxnSpPr>
          <p:cNvPr id="750" name="Google Shape;750;p20"/>
          <p:cNvCxnSpPr/>
          <p:nvPr/>
        </p:nvCxnSpPr>
        <p:spPr>
          <a:xfrm>
            <a:off x="2328864" y="1755775"/>
            <a:ext cx="3341687" cy="0"/>
          </a:xfrm>
          <a:prstGeom prst="straightConnector1">
            <a:avLst/>
          </a:prstGeom>
          <a:noFill/>
          <a:ln cap="flat" cmpd="sng" w="19050">
            <a:solidFill>
              <a:srgbClr val="CC0000"/>
            </a:solidFill>
            <a:prstDash val="solid"/>
            <a:round/>
            <a:headEnd len="med" w="med" type="none"/>
            <a:tailEnd len="med" w="med" type="none"/>
          </a:ln>
        </p:spPr>
      </p:cxnSp>
      <p:cxnSp>
        <p:nvCxnSpPr>
          <p:cNvPr id="751" name="Google Shape;751;p20"/>
          <p:cNvCxnSpPr/>
          <p:nvPr/>
        </p:nvCxnSpPr>
        <p:spPr>
          <a:xfrm>
            <a:off x="7069139" y="1766888"/>
            <a:ext cx="676275" cy="0"/>
          </a:xfrm>
          <a:prstGeom prst="straightConnector1">
            <a:avLst/>
          </a:prstGeom>
          <a:noFill/>
          <a:ln cap="flat" cmpd="sng" w="19050">
            <a:solidFill>
              <a:srgbClr val="CC0000"/>
            </a:solidFill>
            <a:prstDash val="solid"/>
            <a:round/>
            <a:headEnd len="med" w="med" type="none"/>
            <a:tailEnd len="med" w="med" type="none"/>
          </a:ln>
        </p:spPr>
      </p:cxnSp>
      <p:sp>
        <p:nvSpPr>
          <p:cNvPr id="752" name="Google Shape;752;p20"/>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a:t>
            </a:fld>
            <a:endParaRPr sz="1200">
              <a:solidFill>
                <a:schemeClr val="dk1"/>
              </a:solidFill>
              <a:latin typeface="Comic Sans MS"/>
              <a:ea typeface="Comic Sans MS"/>
              <a:cs typeface="Comic Sans MS"/>
              <a:sym typeface="Comic Sans MS"/>
            </a:endParaRPr>
          </a:p>
        </p:txBody>
      </p:sp>
      <p:sp>
        <p:nvSpPr>
          <p:cNvPr id="753" name="Google Shape;753;p20"/>
          <p:cNvSpPr txBox="1"/>
          <p:nvPr>
            <p:ph idx="11" type="ftr"/>
          </p:nvPr>
        </p:nvSpPr>
        <p:spPr>
          <a:xfrm>
            <a:off x="4572000" y="6248400"/>
            <a:ext cx="350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757575"/>
                </a:solidFill>
                <a:latin typeface="Arial"/>
                <a:ea typeface="Arial"/>
                <a:cs typeface="Arial"/>
                <a:sym typeface="Arial"/>
              </a:rPr>
              <a:t>CSci4211:                    Socket Programming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1"/>
                                        </p:tgtEl>
                                        <p:attrNameLst>
                                          <p:attrName>style.visibility</p:attrName>
                                        </p:attrNameLst>
                                      </p:cBhvr>
                                      <p:to>
                                        <p:strVal val="visible"/>
                                      </p:to>
                                    </p:set>
                                    <p:animEffect filter="fade" transition="in">
                                      <p:cBhvr>
                                        <p:cTn dur="500"/>
                                        <p:tgtEl>
                                          <p:spTgt spid="7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1"/>
                                        </p:tgtEl>
                                        <p:attrNameLst>
                                          <p:attrName>style.visibility</p:attrName>
                                        </p:attrNameLst>
                                      </p:cBhvr>
                                      <p:to>
                                        <p:strVal val="visible"/>
                                      </p:to>
                                    </p:set>
                                    <p:animEffect filter="fade" transition="in">
                                      <p:cBhvr>
                                        <p:cTn dur="500"/>
                                        <p:tgtEl>
                                          <p:spTgt spid="7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500"/>
                                        <p:tgtEl>
                                          <p:spTgt spid="7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5"/>
                                        </p:tgtEl>
                                        <p:attrNameLst>
                                          <p:attrName>style.visibility</p:attrName>
                                        </p:attrNameLst>
                                      </p:cBhvr>
                                      <p:to>
                                        <p:strVal val="visible"/>
                                      </p:to>
                                    </p:set>
                                    <p:animEffect filter="fade" transition="in">
                                      <p:cBhvr>
                                        <p:cTn dur="500"/>
                                        <p:tgtEl>
                                          <p:spTgt spid="7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21"/>
          <p:cNvSpPr/>
          <p:nvPr/>
        </p:nvSpPr>
        <p:spPr>
          <a:xfrm>
            <a:off x="1946275" y="88900"/>
            <a:ext cx="7772400" cy="9477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99"/>
              </a:buClr>
              <a:buSzPts val="3600"/>
              <a:buFont typeface="Comic Sans MS"/>
              <a:buNone/>
            </a:pPr>
            <a:r>
              <a:rPr lang="en-US" sz="3600">
                <a:solidFill>
                  <a:srgbClr val="000099"/>
                </a:solidFill>
                <a:latin typeface="Comic Sans MS"/>
                <a:ea typeface="Comic Sans MS"/>
                <a:cs typeface="Comic Sans MS"/>
                <a:sym typeface="Comic Sans MS"/>
              </a:rPr>
              <a:t>Example app: UDP server</a:t>
            </a:r>
            <a:endParaRPr sz="4400">
              <a:solidFill>
                <a:srgbClr val="000099"/>
              </a:solidFill>
              <a:latin typeface="Comic Sans MS"/>
              <a:ea typeface="Comic Sans MS"/>
              <a:cs typeface="Comic Sans MS"/>
              <a:sym typeface="Comic Sans MS"/>
            </a:endParaRPr>
          </a:p>
        </p:txBody>
      </p:sp>
      <p:sp>
        <p:nvSpPr>
          <p:cNvPr id="759" name="Google Shape;759;p21"/>
          <p:cNvSpPr txBox="1"/>
          <p:nvPr/>
        </p:nvSpPr>
        <p:spPr>
          <a:xfrm>
            <a:off x="4241801" y="1651000"/>
            <a:ext cx="6128601" cy="345351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from socket import *</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serverPort = 12000</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serverSocket = socket(AF_INET, SOCK_DGRAM)</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serverSocket.bind(('', serverPort))</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print (“</a:t>
            </a:r>
            <a:r>
              <a:rPr i="1" lang="en-US" sz="2000">
                <a:solidFill>
                  <a:schemeClr val="dk1"/>
                </a:solidFill>
                <a:latin typeface="Arial"/>
                <a:ea typeface="Arial"/>
                <a:cs typeface="Arial"/>
                <a:sym typeface="Arial"/>
              </a:rPr>
              <a:t>The server is ready to receive</a:t>
            </a:r>
            <a:r>
              <a:rPr lang="en-US" sz="2000">
                <a:solidFill>
                  <a:schemeClr val="dk1"/>
                </a:solidFill>
                <a:latin typeface="Arial"/>
                <a:ea typeface="Arial"/>
                <a:cs typeface="Arial"/>
                <a:sym typeface="Arial"/>
              </a:rPr>
              <a:t>”)</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while True:</a:t>
            </a:r>
            <a:endParaRPr/>
          </a:p>
          <a:p>
            <a:pPr indent="0" lvl="0" marL="0" marR="0" rtl="0" algn="l">
              <a:lnSpc>
                <a:spcPct val="133333"/>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message, clientAddress = serverSocket.recvfrom(2048)</a:t>
            </a:r>
            <a:endParaRPr/>
          </a:p>
          <a:p>
            <a:pPr indent="0" lvl="0" marL="0" marR="0" rtl="0" algn="l">
              <a:lnSpc>
                <a:spcPct val="133333"/>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modifiedMessage = message.decode().upper()</a:t>
            </a:r>
            <a:endParaRPr/>
          </a:p>
          <a:p>
            <a:pPr indent="0" lvl="0" marL="0" marR="0" rtl="0" algn="l">
              <a:lnSpc>
                <a:spcPct val="133333"/>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serverSocket.sendto(modifiedMessage.encode(),</a:t>
            </a:r>
            <a:endParaRPr/>
          </a:p>
          <a:p>
            <a:pPr indent="0" lvl="0" marL="0" marR="0" rtl="0" algn="l">
              <a:lnSpc>
                <a:spcPct val="133333"/>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clientAddress)</a:t>
            </a:r>
            <a:endParaRPr/>
          </a:p>
        </p:txBody>
      </p:sp>
      <p:sp>
        <p:nvSpPr>
          <p:cNvPr id="760" name="Google Shape;760;p21"/>
          <p:cNvSpPr txBox="1"/>
          <p:nvPr/>
        </p:nvSpPr>
        <p:spPr>
          <a:xfrm>
            <a:off x="4241801" y="1168401"/>
            <a:ext cx="2860675"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C0000"/>
              </a:buClr>
              <a:buSzPts val="2400"/>
              <a:buFont typeface="Arial"/>
              <a:buNone/>
            </a:pPr>
            <a:r>
              <a:rPr i="1" lang="en-US" sz="2400">
                <a:solidFill>
                  <a:srgbClr val="CC0000"/>
                </a:solidFill>
                <a:latin typeface="Arial"/>
                <a:ea typeface="Arial"/>
                <a:cs typeface="Arial"/>
                <a:sym typeface="Arial"/>
              </a:rPr>
              <a:t>Python UDPServer</a:t>
            </a:r>
            <a:endParaRPr/>
          </a:p>
        </p:txBody>
      </p:sp>
      <p:grpSp>
        <p:nvGrpSpPr>
          <p:cNvPr id="761" name="Google Shape;761;p21"/>
          <p:cNvGrpSpPr/>
          <p:nvPr/>
        </p:nvGrpSpPr>
        <p:grpSpPr>
          <a:xfrm>
            <a:off x="1689101" y="2362201"/>
            <a:ext cx="2587625" cy="307975"/>
            <a:chOff x="164314" y="2554972"/>
            <a:chExt cx="2587958" cy="307777"/>
          </a:xfrm>
        </p:grpSpPr>
        <p:sp>
          <p:nvSpPr>
            <p:cNvPr id="762" name="Google Shape;762;p21"/>
            <p:cNvSpPr txBox="1"/>
            <p:nvPr/>
          </p:nvSpPr>
          <p:spPr>
            <a:xfrm>
              <a:off x="164314" y="2554972"/>
              <a:ext cx="2559082"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create UDP socket</a:t>
              </a:r>
              <a:endParaRPr/>
            </a:p>
          </p:txBody>
        </p:sp>
        <p:cxnSp>
          <p:nvCxnSpPr>
            <p:cNvPr id="763" name="Google Shape;763;p21"/>
            <p:cNvCxnSpPr/>
            <p:nvPr/>
          </p:nvCxnSpPr>
          <p:spPr>
            <a:xfrm>
              <a:off x="1822045" y="2748411"/>
              <a:ext cx="930227" cy="1139"/>
            </a:xfrm>
            <a:prstGeom prst="straightConnector1">
              <a:avLst/>
            </a:prstGeom>
            <a:noFill/>
            <a:ln cap="flat" cmpd="sng" w="12700">
              <a:solidFill>
                <a:srgbClr val="CC0000"/>
              </a:solidFill>
              <a:prstDash val="solid"/>
              <a:round/>
              <a:headEnd len="med" w="med" type="none"/>
              <a:tailEnd len="med" w="med" type="triangle"/>
            </a:ln>
          </p:spPr>
        </p:cxnSp>
      </p:grpSp>
      <p:grpSp>
        <p:nvGrpSpPr>
          <p:cNvPr id="764" name="Google Shape;764;p21"/>
          <p:cNvGrpSpPr/>
          <p:nvPr/>
        </p:nvGrpSpPr>
        <p:grpSpPr>
          <a:xfrm>
            <a:off x="1693863" y="2692401"/>
            <a:ext cx="2540000" cy="523875"/>
            <a:chOff x="169076" y="2884812"/>
            <a:chExt cx="2541127" cy="523220"/>
          </a:xfrm>
        </p:grpSpPr>
        <p:sp>
          <p:nvSpPr>
            <p:cNvPr id="765" name="Google Shape;765;p21"/>
            <p:cNvSpPr txBox="1"/>
            <p:nvPr/>
          </p:nvSpPr>
          <p:spPr>
            <a:xfrm>
              <a:off x="169076" y="2884812"/>
              <a:ext cx="227181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bind socket to local port number 12000</a:t>
              </a:r>
              <a:endParaRPr/>
            </a:p>
          </p:txBody>
        </p:sp>
        <p:cxnSp>
          <p:nvCxnSpPr>
            <p:cNvPr id="766" name="Google Shape;766;p21"/>
            <p:cNvCxnSpPr/>
            <p:nvPr/>
          </p:nvCxnSpPr>
          <p:spPr>
            <a:xfrm>
              <a:off x="1982674" y="3169104"/>
              <a:ext cx="727529" cy="2721"/>
            </a:xfrm>
            <a:prstGeom prst="straightConnector1">
              <a:avLst/>
            </a:prstGeom>
            <a:noFill/>
            <a:ln cap="flat" cmpd="sng" w="12700">
              <a:solidFill>
                <a:srgbClr val="CC0000"/>
              </a:solidFill>
              <a:prstDash val="solid"/>
              <a:round/>
              <a:headEnd len="med" w="med" type="none"/>
              <a:tailEnd len="med" w="med" type="triangle"/>
            </a:ln>
          </p:spPr>
        </p:cxnSp>
      </p:grpSp>
      <p:grpSp>
        <p:nvGrpSpPr>
          <p:cNvPr id="767" name="Google Shape;767;p21"/>
          <p:cNvGrpSpPr/>
          <p:nvPr/>
        </p:nvGrpSpPr>
        <p:grpSpPr>
          <a:xfrm>
            <a:off x="1700213" y="3733801"/>
            <a:ext cx="2743200" cy="708025"/>
            <a:chOff x="176621" y="4151971"/>
            <a:chExt cx="2743174" cy="707869"/>
          </a:xfrm>
        </p:grpSpPr>
        <p:sp>
          <p:nvSpPr>
            <p:cNvPr id="768" name="Google Shape;768;p21"/>
            <p:cNvSpPr txBox="1"/>
            <p:nvPr/>
          </p:nvSpPr>
          <p:spPr>
            <a:xfrm>
              <a:off x="176621" y="4151971"/>
              <a:ext cx="2349500" cy="707869"/>
            </a:xfrm>
            <a:prstGeom prst="rect">
              <a:avLst/>
            </a:prstGeom>
            <a:noFill/>
            <a:ln>
              <a:noFill/>
            </a:ln>
          </p:spPr>
          <p:txBody>
            <a:bodyPr anchorCtr="0" anchor="t" bIns="45700" lIns="91425" spcFirstLastPara="1" rIns="91425" wrap="square" tIns="45700">
              <a:spAutoFit/>
            </a:bodyPr>
            <a:lstStyle/>
            <a:p>
              <a:pPr indent="0" lvl="0" marL="0" marR="0" rtl="0" algn="l">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Read from UDP socket into message, getting client’s address (client IP and port)</a:t>
              </a:r>
              <a:endParaRPr/>
            </a:p>
          </p:txBody>
        </p:sp>
        <p:cxnSp>
          <p:nvCxnSpPr>
            <p:cNvPr id="769" name="Google Shape;769;p21"/>
            <p:cNvCxnSpPr/>
            <p:nvPr/>
          </p:nvCxnSpPr>
          <p:spPr>
            <a:xfrm flipH="1" rot="10800000">
              <a:off x="1981317" y="4399595"/>
              <a:ext cx="938478" cy="1261"/>
            </a:xfrm>
            <a:prstGeom prst="straightConnector1">
              <a:avLst/>
            </a:prstGeom>
            <a:noFill/>
            <a:ln cap="flat" cmpd="sng" w="12700">
              <a:solidFill>
                <a:srgbClr val="CC0000"/>
              </a:solidFill>
              <a:prstDash val="solid"/>
              <a:round/>
              <a:headEnd len="med" w="med" type="none"/>
              <a:tailEnd len="med" w="med" type="triangle"/>
            </a:ln>
          </p:spPr>
        </p:cxnSp>
      </p:grpSp>
      <p:grpSp>
        <p:nvGrpSpPr>
          <p:cNvPr id="770" name="Google Shape;770;p21"/>
          <p:cNvGrpSpPr/>
          <p:nvPr/>
        </p:nvGrpSpPr>
        <p:grpSpPr>
          <a:xfrm>
            <a:off x="1836739" y="4495801"/>
            <a:ext cx="2695575" cy="523875"/>
            <a:chOff x="212916" y="4997129"/>
            <a:chExt cx="2696483" cy="523220"/>
          </a:xfrm>
        </p:grpSpPr>
        <p:sp>
          <p:nvSpPr>
            <p:cNvPr id="771" name="Google Shape;771;p21"/>
            <p:cNvSpPr txBox="1"/>
            <p:nvPr/>
          </p:nvSpPr>
          <p:spPr>
            <a:xfrm>
              <a:off x="212916" y="4997129"/>
              <a:ext cx="23495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send upper case string back to this client</a:t>
              </a:r>
              <a:endParaRPr/>
            </a:p>
          </p:txBody>
        </p:sp>
        <p:cxnSp>
          <p:nvCxnSpPr>
            <p:cNvPr id="772" name="Google Shape;772;p21"/>
            <p:cNvCxnSpPr/>
            <p:nvPr/>
          </p:nvCxnSpPr>
          <p:spPr>
            <a:xfrm>
              <a:off x="2147293" y="5106673"/>
              <a:ext cx="762106" cy="1209"/>
            </a:xfrm>
            <a:prstGeom prst="straightConnector1">
              <a:avLst/>
            </a:prstGeom>
            <a:noFill/>
            <a:ln cap="flat" cmpd="sng" w="12700">
              <a:solidFill>
                <a:srgbClr val="CC0000"/>
              </a:solidFill>
              <a:prstDash val="solid"/>
              <a:round/>
              <a:headEnd len="med" w="med" type="none"/>
              <a:tailEnd len="med" w="med" type="triangle"/>
            </a:ln>
          </p:spPr>
        </p:cxnSp>
      </p:grpSp>
      <p:sp>
        <p:nvSpPr>
          <p:cNvPr id="773" name="Google Shape;773;p21"/>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a:t>
            </a:fld>
            <a:endParaRPr sz="1200">
              <a:solidFill>
                <a:schemeClr val="dk1"/>
              </a:solidFill>
              <a:latin typeface="Comic Sans MS"/>
              <a:ea typeface="Comic Sans MS"/>
              <a:cs typeface="Comic Sans MS"/>
              <a:sym typeface="Comic Sans MS"/>
            </a:endParaRPr>
          </a:p>
        </p:txBody>
      </p:sp>
      <p:grpSp>
        <p:nvGrpSpPr>
          <p:cNvPr id="774" name="Google Shape;774;p21"/>
          <p:cNvGrpSpPr/>
          <p:nvPr/>
        </p:nvGrpSpPr>
        <p:grpSpPr>
          <a:xfrm>
            <a:off x="1752600" y="1606549"/>
            <a:ext cx="2451100" cy="502702"/>
            <a:chOff x="228727" y="1605758"/>
            <a:chExt cx="2450973" cy="503991"/>
          </a:xfrm>
        </p:grpSpPr>
        <p:sp>
          <p:nvSpPr>
            <p:cNvPr id="775" name="Google Shape;775;p21"/>
            <p:cNvSpPr txBox="1"/>
            <p:nvPr/>
          </p:nvSpPr>
          <p:spPr>
            <a:xfrm>
              <a:off x="228727" y="1605758"/>
              <a:ext cx="2103287" cy="503991"/>
            </a:xfrm>
            <a:prstGeom prst="rect">
              <a:avLst/>
            </a:prstGeom>
            <a:noFill/>
            <a:ln>
              <a:noFill/>
            </a:ln>
          </p:spPr>
          <p:txBody>
            <a:bodyPr anchorCtr="0" anchor="t" bIns="45700" lIns="91425" spcFirstLastPara="1" rIns="91425" wrap="square" tIns="45700">
              <a:spAutoFit/>
            </a:bodyPr>
            <a:lstStyle/>
            <a:p>
              <a:pPr indent="0" lvl="0" marL="0" marR="0" rtl="0" algn="l">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include Python’s socket </a:t>
              </a:r>
              <a:endParaRPr/>
            </a:p>
            <a:p>
              <a:pPr indent="0" lvl="0" marL="0" marR="0" rtl="0" algn="l">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library</a:t>
              </a:r>
              <a:endParaRPr/>
            </a:p>
          </p:txBody>
        </p:sp>
        <p:cxnSp>
          <p:nvCxnSpPr>
            <p:cNvPr id="776" name="Google Shape;776;p21"/>
            <p:cNvCxnSpPr/>
            <p:nvPr/>
          </p:nvCxnSpPr>
          <p:spPr>
            <a:xfrm flipH="1" rot="10800000">
              <a:off x="952522" y="1930400"/>
              <a:ext cx="1727178" cy="8139"/>
            </a:xfrm>
            <a:prstGeom prst="straightConnector1">
              <a:avLst/>
            </a:prstGeom>
            <a:noFill/>
            <a:ln cap="flat" cmpd="sng" w="12700">
              <a:solidFill>
                <a:srgbClr val="CC0000"/>
              </a:solidFill>
              <a:prstDash val="solid"/>
              <a:round/>
              <a:headEnd len="med" w="med" type="none"/>
              <a:tailEnd len="med" w="med" type="triangle"/>
            </a:ln>
          </p:spPr>
        </p:cxnSp>
      </p:grpSp>
      <p:grpSp>
        <p:nvGrpSpPr>
          <p:cNvPr id="777" name="Google Shape;777;p21"/>
          <p:cNvGrpSpPr/>
          <p:nvPr/>
        </p:nvGrpSpPr>
        <p:grpSpPr>
          <a:xfrm>
            <a:off x="8915401" y="2976563"/>
            <a:ext cx="1027113" cy="793616"/>
            <a:chOff x="228727" y="1605758"/>
            <a:chExt cx="2055583" cy="795680"/>
          </a:xfrm>
        </p:grpSpPr>
        <p:sp>
          <p:nvSpPr>
            <p:cNvPr id="778" name="Google Shape;778;p21"/>
            <p:cNvSpPr txBox="1"/>
            <p:nvPr/>
          </p:nvSpPr>
          <p:spPr>
            <a:xfrm>
              <a:off x="228727" y="1605758"/>
              <a:ext cx="2055583" cy="298280"/>
            </a:xfrm>
            <a:prstGeom prst="rect">
              <a:avLst/>
            </a:prstGeom>
            <a:noFill/>
            <a:ln>
              <a:noFill/>
            </a:ln>
          </p:spPr>
          <p:txBody>
            <a:bodyPr anchorCtr="0" anchor="t" bIns="45700" lIns="91425" spcFirstLastPara="1" rIns="91425" wrap="square" tIns="45700">
              <a:spAutoFit/>
            </a:bodyPr>
            <a:lstStyle/>
            <a:p>
              <a:pPr indent="0" lvl="0" marL="0" marR="0" rtl="0" algn="l">
                <a:lnSpc>
                  <a:spcPct val="114285"/>
                </a:lnSpc>
                <a:spcBef>
                  <a:spcPts val="0"/>
                </a:spcBef>
                <a:spcAft>
                  <a:spcPts val="0"/>
                </a:spcAft>
                <a:buClr>
                  <a:srgbClr val="FF0000"/>
                </a:buClr>
                <a:buSzPts val="1400"/>
                <a:buFont typeface="Arial"/>
                <a:buNone/>
              </a:pPr>
              <a:r>
                <a:rPr lang="en-US" sz="1400">
                  <a:solidFill>
                    <a:srgbClr val="FF0000"/>
                  </a:solidFill>
                  <a:latin typeface="Arial"/>
                  <a:ea typeface="Arial"/>
                  <a:cs typeface="Arial"/>
                  <a:sym typeface="Arial"/>
                </a:rPr>
                <a:t>Buffer size</a:t>
              </a:r>
              <a:endParaRPr/>
            </a:p>
          </p:txBody>
        </p:sp>
        <p:cxnSp>
          <p:nvCxnSpPr>
            <p:cNvPr id="779" name="Google Shape;779;p21"/>
            <p:cNvCxnSpPr>
              <a:stCxn id="778" idx="2"/>
            </p:cNvCxnSpPr>
            <p:nvPr/>
          </p:nvCxnSpPr>
          <p:spPr>
            <a:xfrm>
              <a:off x="1256518" y="1904038"/>
              <a:ext cx="896100" cy="497400"/>
            </a:xfrm>
            <a:prstGeom prst="straightConnector1">
              <a:avLst/>
            </a:prstGeom>
            <a:noFill/>
            <a:ln cap="flat" cmpd="sng" w="12700">
              <a:solidFill>
                <a:srgbClr val="CC0000"/>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4"/>
                                        </p:tgtEl>
                                        <p:attrNameLst>
                                          <p:attrName>style.visibility</p:attrName>
                                        </p:attrNameLst>
                                      </p:cBhvr>
                                      <p:to>
                                        <p:strVal val="visible"/>
                                      </p:to>
                                    </p:set>
                                    <p:animEffect filter="fade" transition="in">
                                      <p:cBhvr>
                                        <p:cTn dur="500"/>
                                        <p:tgtEl>
                                          <p:spTgt spid="7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74"/>
                                        </p:tgtEl>
                                      </p:cBhvr>
                                    </p:animEffect>
                                    <p:set>
                                      <p:cBhvr>
                                        <p:cTn dur="1" fill="hold">
                                          <p:stCondLst>
                                            <p:cond delay="500"/>
                                          </p:stCondLst>
                                        </p:cTn>
                                        <p:tgtEl>
                                          <p:spTgt spid="77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1"/>
                                        </p:tgtEl>
                                        <p:attrNameLst>
                                          <p:attrName>style.visibility</p:attrName>
                                        </p:attrNameLst>
                                      </p:cBhvr>
                                      <p:to>
                                        <p:strVal val="visible"/>
                                      </p:to>
                                    </p:set>
                                    <p:animEffect filter="fade" transition="in">
                                      <p:cBhvr>
                                        <p:cTn dur="500"/>
                                        <p:tgtEl>
                                          <p:spTgt spid="7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61"/>
                                        </p:tgtEl>
                                      </p:cBhvr>
                                    </p:animEffect>
                                    <p:set>
                                      <p:cBhvr>
                                        <p:cTn dur="1" fill="hold">
                                          <p:stCondLst>
                                            <p:cond delay="500"/>
                                          </p:stCondLst>
                                        </p:cTn>
                                        <p:tgtEl>
                                          <p:spTgt spid="76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64"/>
                                        </p:tgtEl>
                                        <p:attrNameLst>
                                          <p:attrName>style.visibility</p:attrName>
                                        </p:attrNameLst>
                                      </p:cBhvr>
                                      <p:to>
                                        <p:strVal val="visible"/>
                                      </p:to>
                                    </p:set>
                                    <p:animEffect filter="fade" transition="in">
                                      <p:cBhvr>
                                        <p:cTn dur="500"/>
                                        <p:tgtEl>
                                          <p:spTgt spid="7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64"/>
                                        </p:tgtEl>
                                      </p:cBhvr>
                                    </p:animEffect>
                                    <p:set>
                                      <p:cBhvr>
                                        <p:cTn dur="1" fill="hold">
                                          <p:stCondLst>
                                            <p:cond delay="500"/>
                                          </p:stCondLst>
                                        </p:cTn>
                                        <p:tgtEl>
                                          <p:spTgt spid="764"/>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67"/>
                                        </p:tgtEl>
                                        <p:attrNameLst>
                                          <p:attrName>style.visibility</p:attrName>
                                        </p:attrNameLst>
                                      </p:cBhvr>
                                      <p:to>
                                        <p:strVal val="visible"/>
                                      </p:to>
                                    </p:set>
                                    <p:animEffect filter="fade" transition="in">
                                      <p:cBhvr>
                                        <p:cTn dur="500"/>
                                        <p:tgtEl>
                                          <p:spTgt spid="7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767"/>
                                        </p:tgtEl>
                                      </p:cBhvr>
                                    </p:animEffect>
                                    <p:set>
                                      <p:cBhvr>
                                        <p:cTn dur="1" fill="hold">
                                          <p:stCondLst>
                                            <p:cond delay="500"/>
                                          </p:stCondLst>
                                        </p:cTn>
                                        <p:tgtEl>
                                          <p:spTgt spid="76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770"/>
                                        </p:tgtEl>
                                        <p:attrNameLst>
                                          <p:attrName>style.visibility</p:attrName>
                                        </p:attrNameLst>
                                      </p:cBhvr>
                                      <p:to>
                                        <p:strVal val="visible"/>
                                      </p:to>
                                    </p:set>
                                    <p:animEffect filter="fade" transition="in">
                                      <p:cBhvr>
                                        <p:cTn dur="500"/>
                                        <p:tgtEl>
                                          <p:spTgt spid="7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500"/>
                                        <p:tgtEl>
                                          <p:spTgt spid="7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host</a:t>
            </a:r>
            <a:endParaRPr/>
          </a:p>
        </p:txBody>
      </p:sp>
      <p:sp>
        <p:nvSpPr>
          <p:cNvPr id="785" name="Google Shape;785;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host can be a hostname, IP address, or empty string. </a:t>
            </a:r>
            <a:endParaRPr/>
          </a:p>
          <a:p>
            <a:pPr indent="-228600" lvl="0" marL="228600" rtl="0" algn="l">
              <a:lnSpc>
                <a:spcPct val="90000"/>
              </a:lnSpc>
              <a:spcBef>
                <a:spcPts val="1000"/>
              </a:spcBef>
              <a:spcAft>
                <a:spcPts val="0"/>
              </a:spcAft>
              <a:buClr>
                <a:schemeClr val="dk1"/>
              </a:buClr>
              <a:buSzPts val="2800"/>
              <a:buChar char="•"/>
            </a:pPr>
            <a:r>
              <a:rPr lang="en-US"/>
              <a:t>If an IP address is used, host should be an IPv4-formatted address string. </a:t>
            </a:r>
            <a:endParaRPr/>
          </a:p>
          <a:p>
            <a:pPr indent="-228600" lvl="0" marL="228600" rtl="0" algn="l">
              <a:lnSpc>
                <a:spcPct val="90000"/>
              </a:lnSpc>
              <a:spcBef>
                <a:spcPts val="1000"/>
              </a:spcBef>
              <a:spcAft>
                <a:spcPts val="0"/>
              </a:spcAft>
              <a:buClr>
                <a:schemeClr val="dk1"/>
              </a:buClr>
              <a:buSzPts val="2800"/>
              <a:buChar char="•"/>
            </a:pPr>
            <a:r>
              <a:rPr lang="en-US"/>
              <a:t>The IP address 127.0.0.1 is the standard IPv4 address for the loopback interface, so only processes on the host will be able to connect to the server. </a:t>
            </a:r>
            <a:endParaRPr/>
          </a:p>
          <a:p>
            <a:pPr indent="-228600" lvl="0" marL="228600" rtl="0" algn="l">
              <a:lnSpc>
                <a:spcPct val="90000"/>
              </a:lnSpc>
              <a:spcBef>
                <a:spcPts val="1000"/>
              </a:spcBef>
              <a:spcAft>
                <a:spcPts val="0"/>
              </a:spcAft>
              <a:buClr>
                <a:schemeClr val="dk1"/>
              </a:buClr>
              <a:buSzPts val="2800"/>
              <a:buChar char="•"/>
            </a:pPr>
            <a:r>
              <a:rPr lang="en-US"/>
              <a:t>If you pass an empty string, the server will accept connections on all available IPv4 interfaces.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serverSocket.bind((’’, serverPort)) </a:t>
            </a:r>
            <a:endParaRPr/>
          </a:p>
        </p:txBody>
      </p:sp>
      <p:sp>
        <p:nvSpPr>
          <p:cNvPr id="791" name="Google Shape;79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above line binds (that is, assigns) the port number 12000 to the server’s socket.</a:t>
            </a:r>
            <a:endParaRPr/>
          </a:p>
          <a:p>
            <a:pPr indent="-228600" lvl="0" marL="228600" rtl="0" algn="l">
              <a:lnSpc>
                <a:spcPct val="90000"/>
              </a:lnSpc>
              <a:spcBef>
                <a:spcPts val="1000"/>
              </a:spcBef>
              <a:spcAft>
                <a:spcPts val="0"/>
              </a:spcAft>
              <a:buClr>
                <a:schemeClr val="dk1"/>
              </a:buClr>
              <a:buSzPts val="2800"/>
              <a:buChar char="•"/>
            </a:pPr>
            <a:r>
              <a:rPr lang="en-US"/>
              <a:t>In UDPServer, the code (written by the application developer) is explicitly assigning a port number to the socket.</a:t>
            </a:r>
            <a:endParaRPr/>
          </a:p>
          <a:p>
            <a:pPr indent="-228600" lvl="0" marL="228600" rtl="0" algn="l">
              <a:lnSpc>
                <a:spcPct val="90000"/>
              </a:lnSpc>
              <a:spcBef>
                <a:spcPts val="1000"/>
              </a:spcBef>
              <a:spcAft>
                <a:spcPts val="0"/>
              </a:spcAft>
              <a:buClr>
                <a:schemeClr val="dk1"/>
              </a:buClr>
              <a:buSzPts val="2800"/>
              <a:buChar char="•"/>
            </a:pPr>
            <a:r>
              <a:rPr lang="en-US"/>
              <a:t>When anyone sends a packet to port 12000 at the IP address of the server, that packet will be directed to this socket.</a:t>
            </a:r>
            <a:endParaRPr/>
          </a:p>
          <a:p>
            <a:pPr indent="-228600" lvl="0" marL="228600" rtl="0" algn="l">
              <a:lnSpc>
                <a:spcPct val="90000"/>
              </a:lnSpc>
              <a:spcBef>
                <a:spcPts val="1000"/>
              </a:spcBef>
              <a:spcAft>
                <a:spcPts val="0"/>
              </a:spcAft>
              <a:buClr>
                <a:schemeClr val="dk1"/>
              </a:buClr>
              <a:buSzPts val="2800"/>
              <a:buChar char="•"/>
            </a:pPr>
            <a:r>
              <a:rPr lang="en-US"/>
              <a:t>UDPServer then enters a while loop; the while loop will allow UDPServer to receive and process packets from clients indefinitely.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5" name="Shape 795"/>
        <p:cNvGrpSpPr/>
        <p:nvPr/>
      </p:nvGrpSpPr>
      <p:grpSpPr>
        <a:xfrm>
          <a:off x="0" y="0"/>
          <a:ext cx="0" cy="0"/>
          <a:chOff x="0" y="0"/>
          <a:chExt cx="0" cy="0"/>
        </a:xfrm>
      </p:grpSpPr>
      <p:sp>
        <p:nvSpPr>
          <p:cNvPr id="796" name="Google Shape;79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message, clientAddress = serverSocket.recvfrom(2048) </a:t>
            </a:r>
            <a:endParaRPr/>
          </a:p>
        </p:txBody>
      </p:sp>
      <p:sp>
        <p:nvSpPr>
          <p:cNvPr id="797" name="Google Shape;797;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line of code is similar to what we saw in UDPClient. When a packet arrives at the server’s socket, the packet’s data is put into the variable message and the packet’s source address is put into the variable </a:t>
            </a:r>
            <a:r>
              <a:rPr i="1" lang="en-US"/>
              <a:t>clientAddress</a:t>
            </a:r>
            <a:r>
              <a:rPr lang="en-US"/>
              <a:t>. </a:t>
            </a:r>
            <a:endParaRPr/>
          </a:p>
          <a:p>
            <a:pPr indent="-228600" lvl="0" marL="228600" rtl="0" algn="l">
              <a:lnSpc>
                <a:spcPct val="90000"/>
              </a:lnSpc>
              <a:spcBef>
                <a:spcPts val="1000"/>
              </a:spcBef>
              <a:spcAft>
                <a:spcPts val="0"/>
              </a:spcAft>
              <a:buClr>
                <a:schemeClr val="dk1"/>
              </a:buClr>
              <a:buSzPts val="2800"/>
              <a:buChar char="•"/>
            </a:pPr>
            <a:r>
              <a:rPr lang="en-US"/>
              <a:t>The variable clientAddress contains both the client’s IP address and the client’s port number.</a:t>
            </a:r>
            <a:endParaRPr/>
          </a:p>
          <a:p>
            <a:pPr indent="-228600" lvl="0" marL="228600" rtl="0" algn="l">
              <a:lnSpc>
                <a:spcPct val="90000"/>
              </a:lnSpc>
              <a:spcBef>
                <a:spcPts val="1000"/>
              </a:spcBef>
              <a:spcAft>
                <a:spcPts val="0"/>
              </a:spcAft>
              <a:buClr>
                <a:schemeClr val="dk1"/>
              </a:buClr>
              <a:buSzPts val="2800"/>
              <a:buChar char="•"/>
            </a:pPr>
            <a:r>
              <a:rPr lang="en-US"/>
              <a:t>Here, UDPServer </a:t>
            </a:r>
            <a:r>
              <a:rPr i="1" lang="en-US"/>
              <a:t>will</a:t>
            </a:r>
            <a:r>
              <a:rPr lang="en-US"/>
              <a:t> make use of this address information, as it provides a return address, similar to the return address with ordinary postal mail. With this source address information, the server now knows to where it should direct its reply.</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modifiedMessage = message.decode().upper() </a:t>
            </a:r>
            <a:endParaRPr/>
          </a:p>
        </p:txBody>
      </p:sp>
      <p:sp>
        <p:nvSpPr>
          <p:cNvPr id="803" name="Google Shape;803;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line is the heart of our simple application. It takes the line sent by the client and, after converting the message to a string, uses the method </a:t>
            </a:r>
            <a:r>
              <a:rPr i="1" lang="en-US"/>
              <a:t>upper() </a:t>
            </a:r>
            <a:r>
              <a:rPr lang="en-US"/>
              <a:t>to capitalize it.</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serverSocket.sendto(modifiedMessage.encode(), clientAddress) </a:t>
            </a:r>
            <a:endParaRPr/>
          </a:p>
        </p:txBody>
      </p:sp>
      <p:sp>
        <p:nvSpPr>
          <p:cNvPr id="809" name="Google Shape;809;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last line attaches the client’s address (IP address and port number) to the capitalized message (after converting the string to bytes), and sends the resulting packet into the server’s socket.</a:t>
            </a:r>
            <a:endParaRPr/>
          </a:p>
          <a:p>
            <a:pPr indent="-228600" lvl="0" marL="228600" rtl="0" algn="l">
              <a:lnSpc>
                <a:spcPct val="90000"/>
              </a:lnSpc>
              <a:spcBef>
                <a:spcPts val="1000"/>
              </a:spcBef>
              <a:spcAft>
                <a:spcPts val="0"/>
              </a:spcAft>
              <a:buClr>
                <a:schemeClr val="dk1"/>
              </a:buClr>
              <a:buSzPts val="2800"/>
              <a:buChar char="•"/>
            </a:pPr>
            <a:r>
              <a:rPr lang="en-US"/>
              <a:t>The server address is also attached to the packet, although this is done automatically rather than explicitly by the code</a:t>
            </a:r>
            <a:endParaRPr/>
          </a:p>
          <a:p>
            <a:pPr indent="-228600" lvl="0" marL="228600" rtl="0" algn="l">
              <a:lnSpc>
                <a:spcPct val="90000"/>
              </a:lnSpc>
              <a:spcBef>
                <a:spcPts val="1000"/>
              </a:spcBef>
              <a:spcAft>
                <a:spcPts val="0"/>
              </a:spcAft>
              <a:buClr>
                <a:schemeClr val="dk1"/>
              </a:buClr>
              <a:buSzPts val="2800"/>
              <a:buChar char="•"/>
            </a:pPr>
            <a:r>
              <a:rPr lang="en-US"/>
              <a:t>The Internet will then deliver the packet to this client address. </a:t>
            </a:r>
            <a:endParaRPr/>
          </a:p>
          <a:p>
            <a:pPr indent="-228600" lvl="0" marL="228600" rtl="0" algn="l">
              <a:lnSpc>
                <a:spcPct val="90000"/>
              </a:lnSpc>
              <a:spcBef>
                <a:spcPts val="1000"/>
              </a:spcBef>
              <a:spcAft>
                <a:spcPts val="0"/>
              </a:spcAft>
              <a:buClr>
                <a:schemeClr val="dk1"/>
              </a:buClr>
              <a:buSzPts val="2800"/>
              <a:buChar char="•"/>
            </a:pPr>
            <a:r>
              <a:rPr lang="en-US"/>
              <a:t>After the server sends the packet, it remains in the while loop, waiting for another UDP packet to arrive (from any client running on any host).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sp>
        <p:nvSpPr>
          <p:cNvPr id="814" name="Google Shape;814;p27"/>
          <p:cNvSpPr/>
          <p:nvPr/>
        </p:nvSpPr>
        <p:spPr>
          <a:xfrm>
            <a:off x="1946275" y="88900"/>
            <a:ext cx="7772400" cy="9477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99"/>
              </a:buClr>
              <a:buSzPts val="3600"/>
              <a:buFont typeface="Comic Sans MS"/>
              <a:buNone/>
            </a:pPr>
            <a:r>
              <a:rPr lang="en-US" sz="3600">
                <a:solidFill>
                  <a:srgbClr val="000099"/>
                </a:solidFill>
                <a:latin typeface="Comic Sans MS"/>
                <a:ea typeface="Comic Sans MS"/>
                <a:cs typeface="Comic Sans MS"/>
                <a:sym typeface="Comic Sans MS"/>
              </a:rPr>
              <a:t>Example app: UDP client</a:t>
            </a:r>
            <a:endParaRPr sz="4400">
              <a:solidFill>
                <a:srgbClr val="000099"/>
              </a:solidFill>
              <a:latin typeface="Comic Sans MS"/>
              <a:ea typeface="Comic Sans MS"/>
              <a:cs typeface="Comic Sans MS"/>
              <a:sym typeface="Comic Sans MS"/>
            </a:endParaRPr>
          </a:p>
        </p:txBody>
      </p:sp>
      <p:sp>
        <p:nvSpPr>
          <p:cNvPr id="815" name="Google Shape;815;p27"/>
          <p:cNvSpPr txBox="1"/>
          <p:nvPr/>
        </p:nvSpPr>
        <p:spPr>
          <a:xfrm>
            <a:off x="4241801" y="1168401"/>
            <a:ext cx="2741613"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C0000"/>
              </a:buClr>
              <a:buSzPts val="2400"/>
              <a:buFont typeface="Arial"/>
              <a:buNone/>
            </a:pPr>
            <a:r>
              <a:rPr i="1" lang="en-US" sz="2400">
                <a:solidFill>
                  <a:srgbClr val="CC0000"/>
                </a:solidFill>
                <a:latin typeface="Arial"/>
                <a:ea typeface="Arial"/>
                <a:cs typeface="Arial"/>
                <a:sym typeface="Arial"/>
              </a:rPr>
              <a:t>Python UDPClient</a:t>
            </a:r>
            <a:endParaRPr/>
          </a:p>
        </p:txBody>
      </p:sp>
      <p:grpSp>
        <p:nvGrpSpPr>
          <p:cNvPr id="816" name="Google Shape;816;p27"/>
          <p:cNvGrpSpPr/>
          <p:nvPr/>
        </p:nvGrpSpPr>
        <p:grpSpPr>
          <a:xfrm>
            <a:off x="1752600" y="1606549"/>
            <a:ext cx="2451100" cy="502702"/>
            <a:chOff x="228727" y="1605758"/>
            <a:chExt cx="2450973" cy="503991"/>
          </a:xfrm>
        </p:grpSpPr>
        <p:sp>
          <p:nvSpPr>
            <p:cNvPr id="817" name="Google Shape;817;p27"/>
            <p:cNvSpPr txBox="1"/>
            <p:nvPr/>
          </p:nvSpPr>
          <p:spPr>
            <a:xfrm>
              <a:off x="228727" y="1605758"/>
              <a:ext cx="2103287" cy="503991"/>
            </a:xfrm>
            <a:prstGeom prst="rect">
              <a:avLst/>
            </a:prstGeom>
            <a:noFill/>
            <a:ln>
              <a:noFill/>
            </a:ln>
          </p:spPr>
          <p:txBody>
            <a:bodyPr anchorCtr="0" anchor="t" bIns="45700" lIns="91425" spcFirstLastPara="1" rIns="91425" wrap="square" tIns="45700">
              <a:spAutoFit/>
            </a:bodyPr>
            <a:lstStyle/>
            <a:p>
              <a:pPr indent="0" lvl="0" marL="0" marR="0" rtl="0" algn="l">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include Python’s socket </a:t>
              </a:r>
              <a:endParaRPr/>
            </a:p>
            <a:p>
              <a:pPr indent="0" lvl="0" marL="0" marR="0" rtl="0" algn="l">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library</a:t>
              </a:r>
              <a:endParaRPr/>
            </a:p>
          </p:txBody>
        </p:sp>
        <p:cxnSp>
          <p:nvCxnSpPr>
            <p:cNvPr id="818" name="Google Shape;818;p27"/>
            <p:cNvCxnSpPr/>
            <p:nvPr/>
          </p:nvCxnSpPr>
          <p:spPr>
            <a:xfrm flipH="1" rot="10800000">
              <a:off x="952522" y="1930400"/>
              <a:ext cx="1727178" cy="8139"/>
            </a:xfrm>
            <a:prstGeom prst="straightConnector1">
              <a:avLst/>
            </a:prstGeom>
            <a:noFill/>
            <a:ln cap="flat" cmpd="sng" w="12700">
              <a:solidFill>
                <a:srgbClr val="CC0000"/>
              </a:solidFill>
              <a:prstDash val="solid"/>
              <a:round/>
              <a:headEnd len="med" w="med" type="none"/>
              <a:tailEnd len="med" w="med" type="triangle"/>
            </a:ln>
          </p:spPr>
        </p:cxnSp>
      </p:grpSp>
      <p:grpSp>
        <p:nvGrpSpPr>
          <p:cNvPr id="819" name="Google Shape;819;p27"/>
          <p:cNvGrpSpPr/>
          <p:nvPr/>
        </p:nvGrpSpPr>
        <p:grpSpPr>
          <a:xfrm>
            <a:off x="1714501" y="2667001"/>
            <a:ext cx="2587625" cy="523875"/>
            <a:chOff x="189714" y="2753256"/>
            <a:chExt cx="2587958" cy="523220"/>
          </a:xfrm>
        </p:grpSpPr>
        <p:sp>
          <p:nvSpPr>
            <p:cNvPr id="820" name="Google Shape;820;p27"/>
            <p:cNvSpPr txBox="1"/>
            <p:nvPr/>
          </p:nvSpPr>
          <p:spPr>
            <a:xfrm>
              <a:off x="189714" y="2753256"/>
              <a:ext cx="227181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create UDP socket for server</a:t>
              </a:r>
              <a:endParaRPr/>
            </a:p>
          </p:txBody>
        </p:sp>
        <p:cxnSp>
          <p:nvCxnSpPr>
            <p:cNvPr id="821" name="Google Shape;821;p27"/>
            <p:cNvCxnSpPr/>
            <p:nvPr/>
          </p:nvCxnSpPr>
          <p:spPr>
            <a:xfrm>
              <a:off x="2050143" y="3001035"/>
              <a:ext cx="727529" cy="2721"/>
            </a:xfrm>
            <a:prstGeom prst="straightConnector1">
              <a:avLst/>
            </a:prstGeom>
            <a:noFill/>
            <a:ln cap="flat" cmpd="sng" w="12700">
              <a:solidFill>
                <a:srgbClr val="CC0000"/>
              </a:solidFill>
              <a:prstDash val="solid"/>
              <a:round/>
              <a:headEnd len="med" w="med" type="none"/>
              <a:tailEnd len="med" w="med" type="triangle"/>
            </a:ln>
          </p:spPr>
        </p:cxnSp>
      </p:grpSp>
      <p:grpSp>
        <p:nvGrpSpPr>
          <p:cNvPr id="822" name="Google Shape;822;p27"/>
          <p:cNvGrpSpPr/>
          <p:nvPr/>
        </p:nvGrpSpPr>
        <p:grpSpPr>
          <a:xfrm>
            <a:off x="1706563" y="3276603"/>
            <a:ext cx="2538412" cy="502702"/>
            <a:chOff x="182644" y="3597252"/>
            <a:chExt cx="2538785" cy="502529"/>
          </a:xfrm>
        </p:grpSpPr>
        <p:sp>
          <p:nvSpPr>
            <p:cNvPr id="823" name="Google Shape;823;p27"/>
            <p:cNvSpPr txBox="1"/>
            <p:nvPr/>
          </p:nvSpPr>
          <p:spPr>
            <a:xfrm>
              <a:off x="182644" y="3597252"/>
              <a:ext cx="1616385" cy="502529"/>
            </a:xfrm>
            <a:prstGeom prst="rect">
              <a:avLst/>
            </a:prstGeom>
            <a:noFill/>
            <a:ln>
              <a:noFill/>
            </a:ln>
          </p:spPr>
          <p:txBody>
            <a:bodyPr anchorCtr="0" anchor="t" bIns="45700" lIns="91425" spcFirstLastPara="1" rIns="91425" wrap="square" tIns="45700">
              <a:spAutoFit/>
            </a:bodyPr>
            <a:lstStyle/>
            <a:p>
              <a:pPr indent="0" lvl="0" marL="0" marR="0" rtl="0" algn="l">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get user keyboard</a:t>
              </a:r>
              <a:endParaRPr/>
            </a:p>
            <a:p>
              <a:pPr indent="0" lvl="0" marL="0" marR="0" rtl="0" algn="l">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input </a:t>
              </a:r>
              <a:endParaRPr/>
            </a:p>
          </p:txBody>
        </p:sp>
        <p:cxnSp>
          <p:nvCxnSpPr>
            <p:cNvPr id="824" name="Google Shape;824;p27"/>
            <p:cNvCxnSpPr/>
            <p:nvPr/>
          </p:nvCxnSpPr>
          <p:spPr>
            <a:xfrm flipH="1" rot="10800000">
              <a:off x="762000" y="3968752"/>
              <a:ext cx="1959429" cy="4534"/>
            </a:xfrm>
            <a:prstGeom prst="straightConnector1">
              <a:avLst/>
            </a:prstGeom>
            <a:noFill/>
            <a:ln cap="flat" cmpd="sng" w="12700">
              <a:solidFill>
                <a:srgbClr val="CC0000"/>
              </a:solidFill>
              <a:prstDash val="solid"/>
              <a:round/>
              <a:headEnd len="med" w="med" type="none"/>
              <a:tailEnd len="med" w="med" type="triangle"/>
            </a:ln>
          </p:spPr>
        </p:cxnSp>
      </p:grpSp>
      <p:grpSp>
        <p:nvGrpSpPr>
          <p:cNvPr id="825" name="Google Shape;825;p27"/>
          <p:cNvGrpSpPr/>
          <p:nvPr/>
        </p:nvGrpSpPr>
        <p:grpSpPr>
          <a:xfrm>
            <a:off x="1690689" y="3743326"/>
            <a:ext cx="2568575" cy="523875"/>
            <a:chOff x="166472" y="4064002"/>
            <a:chExt cx="2568858" cy="522566"/>
          </a:xfrm>
        </p:grpSpPr>
        <p:sp>
          <p:nvSpPr>
            <p:cNvPr id="826" name="Google Shape;826;p27"/>
            <p:cNvSpPr txBox="1"/>
            <p:nvPr/>
          </p:nvSpPr>
          <p:spPr>
            <a:xfrm>
              <a:off x="166472" y="4064002"/>
              <a:ext cx="2349500" cy="5225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Attach server name, port to message; send into socket</a:t>
              </a:r>
              <a:endParaRPr/>
            </a:p>
          </p:txBody>
        </p:sp>
        <p:cxnSp>
          <p:nvCxnSpPr>
            <p:cNvPr id="827" name="Google Shape;827;p27"/>
            <p:cNvCxnSpPr/>
            <p:nvPr/>
          </p:nvCxnSpPr>
          <p:spPr>
            <a:xfrm flipH="1" rot="10800000">
              <a:off x="2373914" y="4336506"/>
              <a:ext cx="361416" cy="557"/>
            </a:xfrm>
            <a:prstGeom prst="straightConnector1">
              <a:avLst/>
            </a:prstGeom>
            <a:noFill/>
            <a:ln cap="flat" cmpd="sng" w="12700">
              <a:solidFill>
                <a:srgbClr val="CC0000"/>
              </a:solidFill>
              <a:prstDash val="solid"/>
              <a:round/>
              <a:headEnd len="med" w="med" type="none"/>
              <a:tailEnd len="med" w="med" type="triangle"/>
            </a:ln>
          </p:spPr>
        </p:cxnSp>
      </p:grpSp>
      <p:grpSp>
        <p:nvGrpSpPr>
          <p:cNvPr id="828" name="Google Shape;828;p27"/>
          <p:cNvGrpSpPr/>
          <p:nvPr/>
        </p:nvGrpSpPr>
        <p:grpSpPr>
          <a:xfrm>
            <a:off x="1738314" y="5181601"/>
            <a:ext cx="2511425" cy="523875"/>
            <a:chOff x="214386" y="5472277"/>
            <a:chExt cx="2511708" cy="523220"/>
          </a:xfrm>
        </p:grpSpPr>
        <p:sp>
          <p:nvSpPr>
            <p:cNvPr id="829" name="Google Shape;829;p27"/>
            <p:cNvSpPr txBox="1"/>
            <p:nvPr/>
          </p:nvSpPr>
          <p:spPr>
            <a:xfrm>
              <a:off x="214386" y="5472277"/>
              <a:ext cx="234950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print out received string and close socket</a:t>
              </a:r>
              <a:endParaRPr/>
            </a:p>
          </p:txBody>
        </p:sp>
        <p:cxnSp>
          <p:nvCxnSpPr>
            <p:cNvPr id="830" name="Google Shape;830;p27"/>
            <p:cNvCxnSpPr/>
            <p:nvPr/>
          </p:nvCxnSpPr>
          <p:spPr>
            <a:xfrm>
              <a:off x="2230329" y="5657589"/>
              <a:ext cx="495765" cy="242"/>
            </a:xfrm>
            <a:prstGeom prst="straightConnector1">
              <a:avLst/>
            </a:prstGeom>
            <a:noFill/>
            <a:ln cap="flat" cmpd="sng" w="12700">
              <a:solidFill>
                <a:srgbClr val="CC0000"/>
              </a:solidFill>
              <a:prstDash val="solid"/>
              <a:round/>
              <a:headEnd len="med" w="med" type="none"/>
              <a:tailEnd len="med" w="med" type="triangle"/>
            </a:ln>
          </p:spPr>
        </p:cxnSp>
      </p:grpSp>
      <p:grpSp>
        <p:nvGrpSpPr>
          <p:cNvPr id="831" name="Google Shape;831;p27"/>
          <p:cNvGrpSpPr/>
          <p:nvPr/>
        </p:nvGrpSpPr>
        <p:grpSpPr>
          <a:xfrm>
            <a:off x="1366838" y="4343404"/>
            <a:ext cx="2900363" cy="635153"/>
            <a:chOff x="-157119" y="4530536"/>
            <a:chExt cx="2900123" cy="635578"/>
          </a:xfrm>
        </p:grpSpPr>
        <p:sp>
          <p:nvSpPr>
            <p:cNvPr id="832" name="Google Shape;832;p27"/>
            <p:cNvSpPr txBox="1"/>
            <p:nvPr/>
          </p:nvSpPr>
          <p:spPr>
            <a:xfrm>
              <a:off x="192835" y="4642544"/>
              <a:ext cx="2349500" cy="52357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read reply characters from</a:t>
              </a:r>
              <a:endParaRPr/>
            </a:p>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socket into string</a:t>
              </a:r>
              <a:endParaRPr/>
            </a:p>
          </p:txBody>
        </p:sp>
        <p:cxnSp>
          <p:nvCxnSpPr>
            <p:cNvPr id="833" name="Google Shape;833;p27"/>
            <p:cNvCxnSpPr/>
            <p:nvPr/>
          </p:nvCxnSpPr>
          <p:spPr>
            <a:xfrm flipH="1" rot="10800000">
              <a:off x="2415586" y="4830837"/>
              <a:ext cx="327418" cy="416"/>
            </a:xfrm>
            <a:prstGeom prst="straightConnector1">
              <a:avLst/>
            </a:prstGeom>
            <a:noFill/>
            <a:ln cap="flat" cmpd="sng" w="12700">
              <a:solidFill>
                <a:srgbClr val="CC0000"/>
              </a:solidFill>
              <a:prstDash val="solid"/>
              <a:round/>
              <a:headEnd len="med" w="med" type="none"/>
              <a:tailEnd len="med" w="med" type="triangle"/>
            </a:ln>
          </p:spPr>
        </p:cxnSp>
        <p:sp>
          <p:nvSpPr>
            <p:cNvPr id="834" name="Google Shape;834;p27"/>
            <p:cNvSpPr txBox="1"/>
            <p:nvPr/>
          </p:nvSpPr>
          <p:spPr>
            <a:xfrm>
              <a:off x="-157119" y="4530536"/>
              <a:ext cx="184666" cy="40011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Comic Sans MS"/>
                <a:buNone/>
              </a:pPr>
              <a:r>
                <a:t/>
              </a:r>
              <a:endParaRPr sz="2000">
                <a:solidFill>
                  <a:schemeClr val="dk1"/>
                </a:solidFill>
                <a:latin typeface="Arial"/>
                <a:ea typeface="Arial"/>
                <a:cs typeface="Arial"/>
                <a:sym typeface="Arial"/>
              </a:endParaRPr>
            </a:p>
          </p:txBody>
        </p:sp>
      </p:grpSp>
      <p:sp>
        <p:nvSpPr>
          <p:cNvPr id="835" name="Google Shape;835;p27"/>
          <p:cNvSpPr txBox="1"/>
          <p:nvPr/>
        </p:nvSpPr>
        <p:spPr>
          <a:xfrm>
            <a:off x="4229101" y="1651000"/>
            <a:ext cx="5889625" cy="4267200"/>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from socket import *</a:t>
            </a:r>
            <a:endParaRPr/>
          </a:p>
          <a:p>
            <a:pPr indent="0" lvl="0" marL="0" marR="0" rtl="0" algn="l">
              <a:lnSpc>
                <a:spcPct val="140000"/>
              </a:lnSpc>
              <a:spcBef>
                <a:spcPts val="0"/>
              </a:spcBef>
              <a:spcAft>
                <a:spcPts val="0"/>
              </a:spcAft>
              <a:buClr>
                <a:schemeClr val="dk1"/>
              </a:buClr>
              <a:buSzPts val="2000"/>
              <a:buFont typeface="Arial"/>
              <a:buNone/>
            </a:pPr>
            <a:r>
              <a:rPr i="1" lang="en-US" sz="2000">
                <a:solidFill>
                  <a:schemeClr val="dk1"/>
                </a:solidFill>
                <a:latin typeface="Arial"/>
                <a:ea typeface="Arial"/>
                <a:cs typeface="Arial"/>
                <a:sym typeface="Arial"/>
              </a:rPr>
              <a:t>serverHost</a:t>
            </a:r>
            <a:r>
              <a:rPr lang="en-US" sz="2000">
                <a:solidFill>
                  <a:schemeClr val="dk1"/>
                </a:solidFill>
                <a:latin typeface="Arial"/>
                <a:ea typeface="Arial"/>
                <a:cs typeface="Arial"/>
                <a:sym typeface="Arial"/>
              </a:rPr>
              <a:t> = ‘127.0.0.1’</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serverPort = 12000</a:t>
            </a:r>
            <a:endParaRPr/>
          </a:p>
          <a:p>
            <a:pPr indent="0" lvl="0" marL="0" marR="0" rtl="0" algn="l">
              <a:lnSpc>
                <a:spcPct val="12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 = socket(AF_INET, </a:t>
            </a:r>
            <a:endParaRPr/>
          </a:p>
          <a:p>
            <a:pPr indent="0" lvl="0" marL="0" marR="0" rtl="0" algn="l">
              <a:lnSpc>
                <a:spcPct val="12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SOCK_DGRAM)</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message = input(’Input lowercase sentence:’)</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clientSocket.sendto</a:t>
            </a:r>
            <a:r>
              <a:rPr lang="en-US" sz="1800">
                <a:solidFill>
                  <a:schemeClr val="dk1"/>
                </a:solidFill>
                <a:latin typeface="Arial"/>
                <a:ea typeface="Arial"/>
                <a:cs typeface="Arial"/>
                <a:sym typeface="Arial"/>
              </a:rPr>
              <a:t>(message.encode(),</a:t>
            </a:r>
            <a:endParaRPr/>
          </a:p>
          <a:p>
            <a:pPr indent="0" lvl="0" marL="0" marR="0" rtl="0" algn="l">
              <a:lnSpc>
                <a:spcPct val="155555"/>
              </a:lnSpc>
              <a:spcBef>
                <a:spcPts val="0"/>
              </a:spcBef>
              <a:spcAft>
                <a:spcPts val="0"/>
              </a:spcAft>
              <a:buClr>
                <a:schemeClr val="dk1"/>
              </a:buClr>
              <a:buSzPts val="1800"/>
              <a:buFont typeface="Arial"/>
              <a:buNone/>
            </a:pPr>
            <a:r>
              <a:rPr lang="en-US" sz="1800">
                <a:solidFill>
                  <a:schemeClr val="dk1"/>
                </a:solidFill>
                <a:latin typeface="Arial"/>
                <a:ea typeface="Arial"/>
                <a:cs typeface="Arial"/>
                <a:sym typeface="Arial"/>
              </a:rPr>
              <a:t>                                      (</a:t>
            </a:r>
            <a:r>
              <a:rPr i="1" lang="en-US" sz="1800">
                <a:solidFill>
                  <a:schemeClr val="dk1"/>
                </a:solidFill>
                <a:latin typeface="Arial"/>
                <a:ea typeface="Arial"/>
                <a:cs typeface="Arial"/>
                <a:sym typeface="Arial"/>
              </a:rPr>
              <a:t>serverHost</a:t>
            </a:r>
            <a:r>
              <a:rPr lang="en-US" sz="1800">
                <a:solidFill>
                  <a:schemeClr val="dk1"/>
                </a:solidFill>
                <a:latin typeface="Arial"/>
                <a:ea typeface="Arial"/>
                <a:cs typeface="Arial"/>
                <a:sym typeface="Arial"/>
              </a:rPr>
              <a:t>, serverPort))</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modifiedMessage, serverAddress = </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clientSocket.recvfrom(2048)</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print(modifiedMessage.decode())</a:t>
            </a:r>
            <a:endParaRPr sz="2000">
              <a:solidFill>
                <a:schemeClr val="dk1"/>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clientSocket.close()</a:t>
            </a:r>
            <a:endParaRPr/>
          </a:p>
        </p:txBody>
      </p:sp>
      <p:sp>
        <p:nvSpPr>
          <p:cNvPr id="836" name="Google Shape;836;p27"/>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a:t>
            </a:fld>
            <a:endParaRPr sz="1200">
              <a:solidFill>
                <a:schemeClr val="dk1"/>
              </a:solidFill>
              <a:latin typeface="Comic Sans MS"/>
              <a:ea typeface="Comic Sans MS"/>
              <a:cs typeface="Comic Sans MS"/>
              <a:sym typeface="Comic Sans MS"/>
            </a:endParaRPr>
          </a:p>
        </p:txBody>
      </p:sp>
      <p:grpSp>
        <p:nvGrpSpPr>
          <p:cNvPr id="837" name="Google Shape;837;p27"/>
          <p:cNvGrpSpPr/>
          <p:nvPr/>
        </p:nvGrpSpPr>
        <p:grpSpPr>
          <a:xfrm>
            <a:off x="9509125" y="4094163"/>
            <a:ext cx="1028700" cy="722312"/>
            <a:chOff x="228727" y="1605758"/>
            <a:chExt cx="2055583" cy="723637"/>
          </a:xfrm>
        </p:grpSpPr>
        <p:sp>
          <p:nvSpPr>
            <p:cNvPr id="838" name="Google Shape;838;p27"/>
            <p:cNvSpPr txBox="1"/>
            <p:nvPr/>
          </p:nvSpPr>
          <p:spPr>
            <a:xfrm>
              <a:off x="228727" y="1605758"/>
              <a:ext cx="2055583" cy="298280"/>
            </a:xfrm>
            <a:prstGeom prst="rect">
              <a:avLst/>
            </a:prstGeom>
            <a:noFill/>
            <a:ln>
              <a:noFill/>
            </a:ln>
          </p:spPr>
          <p:txBody>
            <a:bodyPr anchorCtr="0" anchor="t" bIns="45700" lIns="91425" spcFirstLastPara="1" rIns="91425" wrap="square" tIns="45700">
              <a:spAutoFit/>
            </a:bodyPr>
            <a:lstStyle/>
            <a:p>
              <a:pPr indent="0" lvl="0" marL="0" marR="0" rtl="0" algn="l">
                <a:lnSpc>
                  <a:spcPct val="114285"/>
                </a:lnSpc>
                <a:spcBef>
                  <a:spcPts val="0"/>
                </a:spcBef>
                <a:spcAft>
                  <a:spcPts val="0"/>
                </a:spcAft>
                <a:buClr>
                  <a:srgbClr val="FF0000"/>
                </a:buClr>
                <a:buSzPts val="1400"/>
                <a:buFont typeface="Arial"/>
                <a:buNone/>
              </a:pPr>
              <a:r>
                <a:rPr lang="en-US" sz="1400">
                  <a:solidFill>
                    <a:srgbClr val="FF0000"/>
                  </a:solidFill>
                  <a:latin typeface="Arial"/>
                  <a:ea typeface="Arial"/>
                  <a:cs typeface="Arial"/>
                  <a:sym typeface="Arial"/>
                </a:rPr>
                <a:t>Buffer size</a:t>
              </a:r>
              <a:endParaRPr/>
            </a:p>
          </p:txBody>
        </p:sp>
        <p:cxnSp>
          <p:nvCxnSpPr>
            <p:cNvPr id="839" name="Google Shape;839;p27"/>
            <p:cNvCxnSpPr/>
            <p:nvPr/>
          </p:nvCxnSpPr>
          <p:spPr>
            <a:xfrm flipH="1">
              <a:off x="494559" y="1904038"/>
              <a:ext cx="761960" cy="425357"/>
            </a:xfrm>
            <a:prstGeom prst="straightConnector1">
              <a:avLst/>
            </a:prstGeom>
            <a:noFill/>
            <a:ln cap="flat" cmpd="sng" w="12700">
              <a:solidFill>
                <a:srgbClr val="CC0000"/>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6"/>
                                        </p:tgtEl>
                                        <p:attrNameLst>
                                          <p:attrName>style.visibility</p:attrName>
                                        </p:attrNameLst>
                                      </p:cBhvr>
                                      <p:to>
                                        <p:strVal val="visible"/>
                                      </p:to>
                                    </p:set>
                                    <p:animEffect filter="fade" transition="in">
                                      <p:cBhvr>
                                        <p:cTn dur="500"/>
                                        <p:tgtEl>
                                          <p:spTgt spid="8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16"/>
                                        </p:tgtEl>
                                      </p:cBhvr>
                                    </p:animEffect>
                                    <p:set>
                                      <p:cBhvr>
                                        <p:cTn dur="1" fill="hold">
                                          <p:stCondLst>
                                            <p:cond delay="500"/>
                                          </p:stCondLst>
                                        </p:cTn>
                                        <p:tgtEl>
                                          <p:spTgt spid="81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19"/>
                                        </p:tgtEl>
                                        <p:attrNameLst>
                                          <p:attrName>style.visibility</p:attrName>
                                        </p:attrNameLst>
                                      </p:cBhvr>
                                      <p:to>
                                        <p:strVal val="visible"/>
                                      </p:to>
                                    </p:set>
                                    <p:animEffect filter="fade" transition="in">
                                      <p:cBhvr>
                                        <p:cTn dur="500"/>
                                        <p:tgtEl>
                                          <p:spTgt spid="8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19"/>
                                        </p:tgtEl>
                                      </p:cBhvr>
                                    </p:animEffect>
                                    <p:set>
                                      <p:cBhvr>
                                        <p:cTn dur="1" fill="hold">
                                          <p:stCondLst>
                                            <p:cond delay="500"/>
                                          </p:stCondLst>
                                        </p:cTn>
                                        <p:tgtEl>
                                          <p:spTgt spid="819"/>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500"/>
                                        <p:tgtEl>
                                          <p:spTgt spid="8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22"/>
                                        </p:tgtEl>
                                      </p:cBhvr>
                                    </p:animEffect>
                                    <p:set>
                                      <p:cBhvr>
                                        <p:cTn dur="1" fill="hold">
                                          <p:stCondLst>
                                            <p:cond delay="500"/>
                                          </p:stCondLst>
                                        </p:cTn>
                                        <p:tgtEl>
                                          <p:spTgt spid="82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25"/>
                                        </p:tgtEl>
                                        <p:attrNameLst>
                                          <p:attrName>style.visibility</p:attrName>
                                        </p:attrNameLst>
                                      </p:cBhvr>
                                      <p:to>
                                        <p:strVal val="visible"/>
                                      </p:to>
                                    </p:set>
                                    <p:animEffect filter="fade" transition="in">
                                      <p:cBhvr>
                                        <p:cTn dur="500"/>
                                        <p:tgtEl>
                                          <p:spTgt spid="8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25"/>
                                        </p:tgtEl>
                                      </p:cBhvr>
                                    </p:animEffect>
                                    <p:set>
                                      <p:cBhvr>
                                        <p:cTn dur="1" fill="hold">
                                          <p:stCondLst>
                                            <p:cond delay="500"/>
                                          </p:stCondLst>
                                        </p:cTn>
                                        <p:tgtEl>
                                          <p:spTgt spid="825"/>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31"/>
                                        </p:tgtEl>
                                        <p:attrNameLst>
                                          <p:attrName>style.visibility</p:attrName>
                                        </p:attrNameLst>
                                      </p:cBhvr>
                                      <p:to>
                                        <p:strVal val="visible"/>
                                      </p:to>
                                    </p:set>
                                    <p:animEffect filter="fade" transition="in">
                                      <p:cBhvr>
                                        <p:cTn dur="500"/>
                                        <p:tgtEl>
                                          <p:spTgt spid="8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831"/>
                                        </p:tgtEl>
                                      </p:cBhvr>
                                    </p:animEffect>
                                    <p:set>
                                      <p:cBhvr>
                                        <p:cTn dur="1" fill="hold">
                                          <p:stCondLst>
                                            <p:cond delay="500"/>
                                          </p:stCondLst>
                                        </p:cTn>
                                        <p:tgtEl>
                                          <p:spTgt spid="831"/>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500"/>
                                        <p:tgtEl>
                                          <p:spTgt spid="8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
                                        </p:tgtEl>
                                        <p:attrNameLst>
                                          <p:attrName>style.visibility</p:attrName>
                                        </p:attrNameLst>
                                      </p:cBhvr>
                                      <p:to>
                                        <p:strVal val="visible"/>
                                      </p:to>
                                    </p:set>
                                    <p:animEffect filter="fade" transition="in">
                                      <p:cBhvr>
                                        <p:cTn dur="500"/>
                                        <p:tgtEl>
                                          <p:spTgt spid="8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sp>
        <p:nvSpPr>
          <p:cNvPr id="844" name="Google Shape;844;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i="1" lang="en-US"/>
              <a:t>from socket import *</a:t>
            </a:r>
            <a:endParaRPr/>
          </a:p>
        </p:txBody>
      </p:sp>
      <p:sp>
        <p:nvSpPr>
          <p:cNvPr id="845" name="Google Shape;845;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socket module forms the basis of all network communications in Python. </a:t>
            </a:r>
            <a:endParaRPr/>
          </a:p>
          <a:p>
            <a:pPr indent="-228600" lvl="0" marL="228600" rtl="0" algn="l">
              <a:lnSpc>
                <a:spcPct val="90000"/>
              </a:lnSpc>
              <a:spcBef>
                <a:spcPts val="1000"/>
              </a:spcBef>
              <a:spcAft>
                <a:spcPts val="0"/>
              </a:spcAft>
              <a:buClr>
                <a:schemeClr val="dk1"/>
              </a:buClr>
              <a:buSzPts val="2800"/>
              <a:buChar char="•"/>
            </a:pPr>
            <a:r>
              <a:rPr lang="en-US"/>
              <a:t>By including this line, we will be able to create sockets within our program.</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Play"/>
              <a:buNone/>
            </a:pPr>
            <a:r>
              <a:rPr i="1" lang="en-US" sz="4000"/>
              <a:t>clientSocket = socket(AF_INET, SOCK_DGRAM)</a:t>
            </a:r>
            <a:endParaRPr/>
          </a:p>
        </p:txBody>
      </p:sp>
      <p:sp>
        <p:nvSpPr>
          <p:cNvPr id="851" name="Google Shape;851;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This line creates the client’s socket, called </a:t>
            </a:r>
            <a:r>
              <a:rPr i="1" lang="en-US"/>
              <a:t>clientSocket</a:t>
            </a:r>
            <a:r>
              <a:rPr lang="en-US"/>
              <a:t>. </a:t>
            </a:r>
            <a:endParaRPr/>
          </a:p>
          <a:p>
            <a:pPr indent="-228600" lvl="0" marL="228600" rtl="0" algn="l">
              <a:lnSpc>
                <a:spcPct val="90000"/>
              </a:lnSpc>
              <a:spcBef>
                <a:spcPts val="1000"/>
              </a:spcBef>
              <a:spcAft>
                <a:spcPts val="0"/>
              </a:spcAft>
              <a:buClr>
                <a:schemeClr val="dk1"/>
              </a:buClr>
              <a:buSzPct val="100000"/>
              <a:buChar char="•"/>
            </a:pPr>
            <a:r>
              <a:rPr lang="en-US"/>
              <a:t>The first parameter indicates the address family; in particular, </a:t>
            </a:r>
            <a:r>
              <a:rPr i="1" lang="en-US"/>
              <a:t>AF_INET </a:t>
            </a:r>
            <a:r>
              <a:rPr lang="en-US"/>
              <a:t>indicates that the underlying network is using IPv4. </a:t>
            </a:r>
            <a:endParaRPr/>
          </a:p>
          <a:p>
            <a:pPr indent="-228600" lvl="0" marL="228600" rtl="0" algn="l">
              <a:lnSpc>
                <a:spcPct val="90000"/>
              </a:lnSpc>
              <a:spcBef>
                <a:spcPts val="1000"/>
              </a:spcBef>
              <a:spcAft>
                <a:spcPts val="0"/>
              </a:spcAft>
              <a:buClr>
                <a:schemeClr val="dk1"/>
              </a:buClr>
              <a:buSzPct val="100000"/>
              <a:buChar char="•"/>
            </a:pPr>
            <a:r>
              <a:rPr lang="en-US"/>
              <a:t>The second parameter indicates that the socket is of type </a:t>
            </a:r>
            <a:r>
              <a:rPr i="1" lang="en-US"/>
              <a:t>SOCK_DGRAM</a:t>
            </a:r>
            <a:r>
              <a:rPr lang="en-US"/>
              <a:t>, which means it is a UDP socket (rather than a TCP socket).</a:t>
            </a:r>
            <a:endParaRPr/>
          </a:p>
          <a:p>
            <a:pPr indent="-228600" lvl="0" marL="228600" rtl="0" algn="l">
              <a:lnSpc>
                <a:spcPct val="90000"/>
              </a:lnSpc>
              <a:spcBef>
                <a:spcPts val="1000"/>
              </a:spcBef>
              <a:spcAft>
                <a:spcPts val="0"/>
              </a:spcAft>
              <a:buClr>
                <a:schemeClr val="dk1"/>
              </a:buClr>
              <a:buSzPct val="100000"/>
              <a:buChar char="•"/>
            </a:pPr>
            <a:r>
              <a:rPr lang="en-US"/>
              <a:t>Note that we are not specifying the port number of the client socket when we create it; we are instead letting the operating system do this for us.</a:t>
            </a:r>
            <a:endParaRPr/>
          </a:p>
          <a:p>
            <a:pPr indent="-228600" lvl="0" marL="228600" rtl="0" algn="l">
              <a:lnSpc>
                <a:spcPct val="90000"/>
              </a:lnSpc>
              <a:spcBef>
                <a:spcPts val="1000"/>
              </a:spcBef>
              <a:spcAft>
                <a:spcPts val="0"/>
              </a:spcAft>
              <a:buClr>
                <a:schemeClr val="dk1"/>
              </a:buClr>
              <a:buSzPct val="100000"/>
              <a:buChar char="•"/>
            </a:pPr>
            <a:r>
              <a:rPr lang="en-US"/>
              <a:t>Now that the client process’s door has been created, we will want to create a message to send through the door.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5" name="Shape 855"/>
        <p:cNvGrpSpPr/>
        <p:nvPr/>
      </p:nvGrpSpPr>
      <p:grpSpPr>
        <a:xfrm>
          <a:off x="0" y="0"/>
          <a:ext cx="0" cy="0"/>
          <a:chOff x="0" y="0"/>
          <a:chExt cx="0" cy="0"/>
        </a:xfrm>
      </p:grpSpPr>
      <p:sp>
        <p:nvSpPr>
          <p:cNvPr id="856" name="Google Shape;856;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i="1" lang="en-US"/>
              <a:t>message = input(’Input lowercase sentence:’) </a:t>
            </a:r>
            <a:endParaRPr/>
          </a:p>
        </p:txBody>
      </p:sp>
      <p:sp>
        <p:nvSpPr>
          <p:cNvPr id="857" name="Google Shape;857;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input() is a built-in function in Python. When this command is executed, the user at the client is prompted with the words “Input lowercase sentence:” </a:t>
            </a:r>
            <a:endParaRPr/>
          </a:p>
          <a:p>
            <a:pPr indent="-228600" lvl="0" marL="228600" rtl="0" algn="l">
              <a:lnSpc>
                <a:spcPct val="90000"/>
              </a:lnSpc>
              <a:spcBef>
                <a:spcPts val="1000"/>
              </a:spcBef>
              <a:spcAft>
                <a:spcPts val="0"/>
              </a:spcAft>
              <a:buClr>
                <a:schemeClr val="dk1"/>
              </a:buClr>
              <a:buSzPts val="2800"/>
              <a:buChar char="•"/>
            </a:pPr>
            <a:r>
              <a:rPr lang="en-US"/>
              <a:t>The user then uses her keyboard to input a line, which is put into the variable message. </a:t>
            </a:r>
            <a:endParaRPr/>
          </a:p>
          <a:p>
            <a:pPr indent="-228600" lvl="0" marL="228600" rtl="0" algn="l">
              <a:lnSpc>
                <a:spcPct val="90000"/>
              </a:lnSpc>
              <a:spcBef>
                <a:spcPts val="1000"/>
              </a:spcBef>
              <a:spcAft>
                <a:spcPts val="0"/>
              </a:spcAft>
              <a:buClr>
                <a:schemeClr val="dk1"/>
              </a:buClr>
              <a:buSzPts val="2800"/>
              <a:buChar char="•"/>
            </a:pPr>
            <a:r>
              <a:rPr lang="en-US"/>
              <a:t>Now that we have a socket and a message, we will want to send the message through the socket to the destination host.</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1" name="Shape 861"/>
        <p:cNvGrpSpPr/>
        <p:nvPr/>
      </p:nvGrpSpPr>
      <p:grpSpPr>
        <a:xfrm>
          <a:off x="0" y="0"/>
          <a:ext cx="0" cy="0"/>
          <a:chOff x="0" y="0"/>
          <a:chExt cx="0" cy="0"/>
        </a:xfrm>
      </p:grpSpPr>
      <p:sp>
        <p:nvSpPr>
          <p:cNvPr id="862" name="Google Shape;862;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87500"/>
              </a:lnSpc>
              <a:spcBef>
                <a:spcPts val="0"/>
              </a:spcBef>
              <a:spcAft>
                <a:spcPts val="0"/>
              </a:spcAft>
              <a:buClr>
                <a:schemeClr val="dk1"/>
              </a:buClr>
              <a:buSzPts val="2000"/>
              <a:buFont typeface="Arial"/>
              <a:buNone/>
            </a:pPr>
            <a:r>
              <a:rPr i="1" lang="en-US" sz="2000">
                <a:latin typeface="Arial"/>
                <a:ea typeface="Arial"/>
                <a:cs typeface="Arial"/>
                <a:sym typeface="Arial"/>
              </a:rPr>
              <a:t>clientSocket.sendto(message.encode(), (serverHost, serverPort))</a:t>
            </a:r>
            <a:br>
              <a:rPr i="1" lang="en-US" sz="3200">
                <a:latin typeface="Arial"/>
                <a:ea typeface="Arial"/>
                <a:cs typeface="Arial"/>
                <a:sym typeface="Arial"/>
              </a:rPr>
            </a:br>
            <a:endParaRPr i="1" sz="3200"/>
          </a:p>
        </p:txBody>
      </p:sp>
      <p:sp>
        <p:nvSpPr>
          <p:cNvPr id="863" name="Google Shape;863;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the above line, we first convert the message from string type to byte type, as we need to send bytes into a socket; this is done with the </a:t>
            </a:r>
            <a:r>
              <a:rPr i="1" lang="en-US"/>
              <a:t>encode() </a:t>
            </a:r>
            <a:r>
              <a:rPr lang="en-US"/>
              <a:t>method. </a:t>
            </a:r>
            <a:endParaRPr/>
          </a:p>
          <a:p>
            <a:pPr indent="-228600" lvl="0" marL="228600" rtl="0" algn="l">
              <a:lnSpc>
                <a:spcPct val="90000"/>
              </a:lnSpc>
              <a:spcBef>
                <a:spcPts val="1000"/>
              </a:spcBef>
              <a:spcAft>
                <a:spcPts val="0"/>
              </a:spcAft>
              <a:buClr>
                <a:schemeClr val="dk1"/>
              </a:buClr>
              <a:buSzPts val="2800"/>
              <a:buChar char="•"/>
            </a:pPr>
            <a:r>
              <a:rPr lang="en-US"/>
              <a:t>The method </a:t>
            </a:r>
            <a:r>
              <a:rPr i="1" lang="en-US"/>
              <a:t>sendto() </a:t>
            </a:r>
            <a:r>
              <a:rPr lang="en-US"/>
              <a:t>attaches the destination address </a:t>
            </a:r>
            <a:r>
              <a:rPr i="1" lang="en-US"/>
              <a:t>(</a:t>
            </a:r>
            <a:r>
              <a:rPr i="1" lang="en-US" sz="2800">
                <a:latin typeface="Arial"/>
                <a:ea typeface="Arial"/>
                <a:cs typeface="Arial"/>
                <a:sym typeface="Arial"/>
              </a:rPr>
              <a:t>serverHost</a:t>
            </a:r>
            <a:r>
              <a:rPr i="1" lang="en-US"/>
              <a:t>, serverPort) </a:t>
            </a:r>
            <a:r>
              <a:rPr lang="en-US"/>
              <a:t>to the message and sends the resulting packet into the process’s socket, </a:t>
            </a:r>
            <a:r>
              <a:rPr i="1" lang="en-US"/>
              <a:t>clientSocket</a:t>
            </a:r>
            <a:r>
              <a:rPr lang="en-US"/>
              <a:t>. </a:t>
            </a:r>
            <a:endParaRPr/>
          </a:p>
          <a:p>
            <a:pPr indent="-228600" lvl="0" marL="228600" rtl="0" algn="l">
              <a:lnSpc>
                <a:spcPct val="90000"/>
              </a:lnSpc>
              <a:spcBef>
                <a:spcPts val="1000"/>
              </a:spcBef>
              <a:spcAft>
                <a:spcPts val="0"/>
              </a:spcAft>
              <a:buClr>
                <a:schemeClr val="dk1"/>
              </a:buClr>
              <a:buSzPts val="2800"/>
              <a:buChar char="•"/>
            </a:pPr>
            <a:r>
              <a:rPr lang="en-US"/>
              <a:t>The source address is also attached to the packet, although this is done automatically rather than explicitly by the code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i="1" lang="en-US"/>
              <a:t>modifiedMessage, serverAddress = clientSocket.recvfrom(2048) </a:t>
            </a:r>
            <a:endParaRPr/>
          </a:p>
        </p:txBody>
      </p:sp>
      <p:sp>
        <p:nvSpPr>
          <p:cNvPr id="869" name="Google Shape;869;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when a packet arrives from the Internet at the client’s socket, the packet’s data is put into the variable </a:t>
            </a:r>
            <a:r>
              <a:rPr i="1" lang="en-US"/>
              <a:t>modifiedMessage</a:t>
            </a:r>
            <a:r>
              <a:rPr lang="en-US"/>
              <a:t> and the packet’s source address is put into the variable </a:t>
            </a:r>
            <a:r>
              <a:rPr i="1" lang="en-US"/>
              <a:t>serverAddress</a:t>
            </a:r>
            <a:r>
              <a:rPr lang="en-US"/>
              <a:t>.</a:t>
            </a:r>
            <a:endParaRPr/>
          </a:p>
          <a:p>
            <a:pPr indent="-228600" lvl="0" marL="228600" rtl="0" algn="l">
              <a:lnSpc>
                <a:spcPct val="90000"/>
              </a:lnSpc>
              <a:spcBef>
                <a:spcPts val="1000"/>
              </a:spcBef>
              <a:spcAft>
                <a:spcPts val="0"/>
              </a:spcAft>
              <a:buClr>
                <a:schemeClr val="dk1"/>
              </a:buClr>
              <a:buSzPts val="2800"/>
              <a:buChar char="•"/>
            </a:pPr>
            <a:r>
              <a:rPr lang="en-US"/>
              <a:t>The variable </a:t>
            </a:r>
            <a:r>
              <a:rPr i="1" lang="en-US"/>
              <a:t>serverAddress</a:t>
            </a:r>
            <a:r>
              <a:rPr lang="en-US"/>
              <a:t> contains both the server’s IP address and the server’s port number.</a:t>
            </a:r>
            <a:endParaRPr/>
          </a:p>
          <a:p>
            <a:pPr indent="-228600" lvl="0" marL="228600" rtl="0" algn="l">
              <a:lnSpc>
                <a:spcPct val="90000"/>
              </a:lnSpc>
              <a:spcBef>
                <a:spcPts val="1000"/>
              </a:spcBef>
              <a:spcAft>
                <a:spcPts val="0"/>
              </a:spcAft>
              <a:buClr>
                <a:schemeClr val="dk1"/>
              </a:buClr>
              <a:buSzPts val="2800"/>
              <a:buChar char="•"/>
            </a:pPr>
            <a:r>
              <a:rPr lang="en-US"/>
              <a:t>The program UDPClient doesn’t actually need this server address information, since it already knows the server address from the outset; but this line of Python provides the server address nevertheless. </a:t>
            </a:r>
            <a:endParaRPr/>
          </a:p>
          <a:p>
            <a:pPr indent="-228600" lvl="0" marL="228600" rtl="0" algn="l">
              <a:lnSpc>
                <a:spcPct val="90000"/>
              </a:lnSpc>
              <a:spcBef>
                <a:spcPts val="1000"/>
              </a:spcBef>
              <a:spcAft>
                <a:spcPts val="0"/>
              </a:spcAft>
              <a:buClr>
                <a:schemeClr val="dk1"/>
              </a:buClr>
              <a:buSzPts val="2800"/>
              <a:buChar char="•"/>
            </a:pPr>
            <a:r>
              <a:rPr lang="en-US"/>
              <a:t>The method </a:t>
            </a:r>
            <a:r>
              <a:rPr i="1" lang="en-US"/>
              <a:t>recvfrom</a:t>
            </a:r>
            <a:r>
              <a:rPr lang="en-US"/>
              <a:t> also takes the buffer size 2048 as input. (This buffer size works for most purposes.)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3" name="Shape 873"/>
        <p:cNvGrpSpPr/>
        <p:nvPr/>
      </p:nvGrpSpPr>
      <p:grpSpPr>
        <a:xfrm>
          <a:off x="0" y="0"/>
          <a:ext cx="0" cy="0"/>
          <a:chOff x="0" y="0"/>
          <a:chExt cx="0" cy="0"/>
        </a:xfrm>
      </p:grpSpPr>
      <p:sp>
        <p:nvSpPr>
          <p:cNvPr id="874" name="Google Shape;874;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print(modifiedMessage.decode())</a:t>
            </a:r>
            <a:endParaRPr/>
          </a:p>
        </p:txBody>
      </p:sp>
      <p:sp>
        <p:nvSpPr>
          <p:cNvPr id="875" name="Google Shape;875;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line prints out </a:t>
            </a:r>
            <a:r>
              <a:rPr i="1" lang="en-US"/>
              <a:t>modifiedMessage</a:t>
            </a:r>
            <a:r>
              <a:rPr lang="en-US"/>
              <a:t> on the user’s display, after converting the mes sage from bytes to string. It should be the original line that the user typed, but now capitalized.</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clientSocket.close()</a:t>
            </a:r>
            <a:endParaRPr/>
          </a:p>
        </p:txBody>
      </p:sp>
      <p:sp>
        <p:nvSpPr>
          <p:cNvPr id="881" name="Google Shape;881;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line closes the socket. The process then terminates.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6" name="Shape 886"/>
        <p:cNvGrpSpPr/>
        <p:nvPr/>
      </p:nvGrpSpPr>
      <p:grpSpPr>
        <a:xfrm>
          <a:off x="0" y="0"/>
          <a:ext cx="0" cy="0"/>
          <a:chOff x="0" y="0"/>
          <a:chExt cx="0" cy="0"/>
        </a:xfrm>
      </p:grpSpPr>
      <p:sp>
        <p:nvSpPr>
          <p:cNvPr id="887" name="Google Shape;887;p35"/>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a:t>
            </a:fld>
            <a:endParaRPr sz="1200">
              <a:solidFill>
                <a:schemeClr val="dk1"/>
              </a:solidFill>
              <a:latin typeface="Comic Sans MS"/>
              <a:ea typeface="Comic Sans MS"/>
              <a:cs typeface="Comic Sans MS"/>
              <a:sym typeface="Comic Sans MS"/>
            </a:endParaRPr>
          </a:p>
        </p:txBody>
      </p:sp>
      <p:sp>
        <p:nvSpPr>
          <p:cNvPr id="888" name="Google Shape;888;p35"/>
          <p:cNvSpPr txBox="1"/>
          <p:nvPr>
            <p:ph type="title"/>
          </p:nvPr>
        </p:nvSpPr>
        <p:spPr>
          <a:xfrm>
            <a:off x="2209800" y="228600"/>
            <a:ext cx="7772400" cy="8382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Play"/>
              <a:buNone/>
            </a:pPr>
            <a:r>
              <a:rPr lang="en-US"/>
              <a:t>BSD Socket Programming Flows (connection-oriented)</a:t>
            </a:r>
            <a:endParaRPr/>
          </a:p>
        </p:txBody>
      </p:sp>
      <p:pic>
        <p:nvPicPr>
          <p:cNvPr descr="connectionoriented" id="889" name="Google Shape;889;p35"/>
          <p:cNvPicPr preferRelativeResize="0"/>
          <p:nvPr/>
        </p:nvPicPr>
        <p:blipFill rotWithShape="1">
          <a:blip r:embed="rId3">
            <a:alphaModFix/>
          </a:blip>
          <a:srcRect b="0" l="0" r="0" t="0"/>
          <a:stretch/>
        </p:blipFill>
        <p:spPr>
          <a:xfrm>
            <a:off x="3405189" y="1447800"/>
            <a:ext cx="5381625" cy="451008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36"/>
          <p:cNvSpPr txBox="1"/>
          <p:nvPr>
            <p:ph type="title"/>
          </p:nvPr>
        </p:nvSpPr>
        <p:spPr>
          <a:xfrm>
            <a:off x="1947863" y="196850"/>
            <a:ext cx="7772400" cy="9032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sz="3600"/>
              <a:t>Socket programming </a:t>
            </a:r>
            <a:r>
              <a:rPr i="1" lang="en-US" sz="3600">
                <a:solidFill>
                  <a:srgbClr val="CC0000"/>
                </a:solidFill>
              </a:rPr>
              <a:t>with TCP</a:t>
            </a:r>
            <a:endParaRPr sz="3600">
              <a:solidFill>
                <a:srgbClr val="CC0000"/>
              </a:solidFill>
            </a:endParaRPr>
          </a:p>
        </p:txBody>
      </p:sp>
      <p:sp>
        <p:nvSpPr>
          <p:cNvPr id="895" name="Google Shape;895;p36"/>
          <p:cNvSpPr txBox="1"/>
          <p:nvPr>
            <p:ph idx="1" type="body"/>
          </p:nvPr>
        </p:nvSpPr>
        <p:spPr>
          <a:xfrm>
            <a:off x="6172200" y="1350963"/>
            <a:ext cx="4210050" cy="46482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CC0000"/>
              </a:buClr>
              <a:buSzPts val="2400"/>
              <a:buFont typeface="Noto Sans Symbols"/>
              <a:buNone/>
            </a:pPr>
            <a:r>
              <a:rPr lang="en-US" sz="2400">
                <a:solidFill>
                  <a:srgbClr val="CC0000"/>
                </a:solidFill>
              </a:rPr>
              <a:t>client must contact server</a:t>
            </a:r>
            <a:endParaRPr/>
          </a:p>
          <a:p>
            <a:pPr indent="-228600" lvl="0" marL="228600" rtl="0" algn="l">
              <a:lnSpc>
                <a:spcPct val="90000"/>
              </a:lnSpc>
              <a:spcBef>
                <a:spcPts val="1000"/>
              </a:spcBef>
              <a:spcAft>
                <a:spcPts val="0"/>
              </a:spcAft>
              <a:buClr>
                <a:schemeClr val="dk1"/>
              </a:buClr>
              <a:buSzPts val="2000"/>
              <a:buChar char="•"/>
            </a:pPr>
            <a:r>
              <a:rPr lang="en-US" sz="2000"/>
              <a:t>server process must first be running</a:t>
            </a:r>
            <a:endParaRPr/>
          </a:p>
          <a:p>
            <a:pPr indent="-228600" lvl="0" marL="228600" rtl="0" algn="l">
              <a:lnSpc>
                <a:spcPct val="90000"/>
              </a:lnSpc>
              <a:spcBef>
                <a:spcPts val="1000"/>
              </a:spcBef>
              <a:spcAft>
                <a:spcPts val="0"/>
              </a:spcAft>
              <a:buClr>
                <a:schemeClr val="dk1"/>
              </a:buClr>
              <a:buSzPts val="2000"/>
              <a:buChar char="•"/>
            </a:pPr>
            <a:r>
              <a:rPr lang="en-US" sz="2000"/>
              <a:t>server must have created socket (door) that welcomes client’s contact</a:t>
            </a:r>
            <a:endParaRPr/>
          </a:p>
          <a:p>
            <a:pPr indent="-228600" lvl="0" marL="228600" rtl="0" algn="l">
              <a:lnSpc>
                <a:spcPct val="90000"/>
              </a:lnSpc>
              <a:spcBef>
                <a:spcPts val="1200"/>
              </a:spcBef>
              <a:spcAft>
                <a:spcPts val="0"/>
              </a:spcAft>
              <a:buClr>
                <a:srgbClr val="CC0000"/>
              </a:buClr>
              <a:buSzPts val="2400"/>
              <a:buFont typeface="Noto Sans Symbols"/>
              <a:buNone/>
            </a:pPr>
            <a:r>
              <a:rPr lang="en-US" sz="2400">
                <a:solidFill>
                  <a:srgbClr val="CC0000"/>
                </a:solidFill>
              </a:rPr>
              <a:t>client contacts server by:</a:t>
            </a:r>
            <a:endParaRPr/>
          </a:p>
          <a:p>
            <a:pPr indent="-228600" lvl="0" marL="228600" rtl="0" algn="l">
              <a:lnSpc>
                <a:spcPct val="90000"/>
              </a:lnSpc>
              <a:spcBef>
                <a:spcPts val="1000"/>
              </a:spcBef>
              <a:spcAft>
                <a:spcPts val="0"/>
              </a:spcAft>
              <a:buClr>
                <a:schemeClr val="dk1"/>
              </a:buClr>
              <a:buSzPts val="2000"/>
              <a:buChar char="•"/>
            </a:pPr>
            <a:r>
              <a:rPr lang="en-US" sz="2000"/>
              <a:t>Creating TCP socket, specifying IP address, port number of server process</a:t>
            </a:r>
            <a:endParaRPr/>
          </a:p>
          <a:p>
            <a:pPr indent="-228600" lvl="0" marL="228600" rtl="0" algn="l">
              <a:lnSpc>
                <a:spcPct val="90000"/>
              </a:lnSpc>
              <a:spcBef>
                <a:spcPts val="1000"/>
              </a:spcBef>
              <a:spcAft>
                <a:spcPts val="0"/>
              </a:spcAft>
              <a:buClr>
                <a:srgbClr val="CC0000"/>
              </a:buClr>
              <a:buSzPts val="2000"/>
              <a:buChar char="•"/>
            </a:pPr>
            <a:r>
              <a:rPr i="1" lang="en-US" sz="2000">
                <a:solidFill>
                  <a:srgbClr val="CC0000"/>
                </a:solidFill>
              </a:rPr>
              <a:t>when client creates socket:</a:t>
            </a:r>
            <a:r>
              <a:rPr lang="en-US" sz="2000"/>
              <a:t> client TCP establishes connection to server TCP</a:t>
            </a:r>
            <a:endParaRPr/>
          </a:p>
          <a:p>
            <a:pPr indent="-101600" lvl="0" marL="228600" rtl="0" algn="l">
              <a:lnSpc>
                <a:spcPct val="90000"/>
              </a:lnSpc>
              <a:spcBef>
                <a:spcPts val="1000"/>
              </a:spcBef>
              <a:spcAft>
                <a:spcPts val="0"/>
              </a:spcAft>
              <a:buClr>
                <a:schemeClr val="dk1"/>
              </a:buClr>
              <a:buSzPts val="2000"/>
              <a:buNone/>
            </a:pPr>
            <a:r>
              <a:t/>
            </a:r>
            <a:endParaRPr sz="2000"/>
          </a:p>
        </p:txBody>
      </p:sp>
      <p:sp>
        <p:nvSpPr>
          <p:cNvPr id="896" name="Google Shape;896;p36"/>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a:t>
            </a:fld>
            <a:endParaRPr sz="1200">
              <a:solidFill>
                <a:schemeClr val="dk1"/>
              </a:solidFill>
              <a:latin typeface="Comic Sans MS"/>
              <a:ea typeface="Comic Sans MS"/>
              <a:cs typeface="Comic Sans MS"/>
              <a:sym typeface="Comic Sans MS"/>
            </a:endParaRPr>
          </a:p>
        </p:txBody>
      </p:sp>
      <p:pic>
        <p:nvPicPr>
          <p:cNvPr id="897" name="Google Shape;897;p36"/>
          <p:cNvPicPr preferRelativeResize="0"/>
          <p:nvPr/>
        </p:nvPicPr>
        <p:blipFill rotWithShape="1">
          <a:blip r:embed="rId3">
            <a:alphaModFix/>
          </a:blip>
          <a:srcRect b="20666" l="34167" r="20833" t="12666"/>
          <a:stretch/>
        </p:blipFill>
        <p:spPr>
          <a:xfrm>
            <a:off x="1828800" y="1770063"/>
            <a:ext cx="3659188" cy="3810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37"/>
          <p:cNvSpPr txBox="1"/>
          <p:nvPr>
            <p:ph type="title"/>
          </p:nvPr>
        </p:nvSpPr>
        <p:spPr>
          <a:xfrm>
            <a:off x="1947863" y="196850"/>
            <a:ext cx="7772400" cy="90328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sz="3600"/>
              <a:t>Socket programming </a:t>
            </a:r>
            <a:r>
              <a:rPr i="1" lang="en-US" sz="3600">
                <a:solidFill>
                  <a:srgbClr val="CC0000"/>
                </a:solidFill>
              </a:rPr>
              <a:t>with TCP</a:t>
            </a:r>
            <a:endParaRPr sz="3600">
              <a:solidFill>
                <a:srgbClr val="CC0000"/>
              </a:solidFill>
            </a:endParaRPr>
          </a:p>
        </p:txBody>
      </p:sp>
      <p:sp>
        <p:nvSpPr>
          <p:cNvPr id="903" name="Google Shape;903;p37"/>
          <p:cNvSpPr txBox="1"/>
          <p:nvPr>
            <p:ph idx="2" type="body"/>
          </p:nvPr>
        </p:nvSpPr>
        <p:spPr>
          <a:xfrm>
            <a:off x="6019800" y="1419226"/>
            <a:ext cx="4114800" cy="300037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when contacted by client, </a:t>
            </a:r>
            <a:r>
              <a:rPr i="1" lang="en-US" sz="2000">
                <a:solidFill>
                  <a:srgbClr val="CC0000"/>
                </a:solidFill>
              </a:rPr>
              <a:t>server TCP creates new socket</a:t>
            </a:r>
            <a:r>
              <a:rPr lang="en-US" sz="2000"/>
              <a:t> for server process to communicate with that particular client</a:t>
            </a:r>
            <a:endParaRPr/>
          </a:p>
          <a:p>
            <a:pPr indent="-228600" lvl="1" marL="685800" rtl="0" algn="l">
              <a:lnSpc>
                <a:spcPct val="90000"/>
              </a:lnSpc>
              <a:spcBef>
                <a:spcPts val="500"/>
              </a:spcBef>
              <a:spcAft>
                <a:spcPts val="0"/>
              </a:spcAft>
              <a:buClr>
                <a:schemeClr val="dk1"/>
              </a:buClr>
              <a:buSzPts val="2000"/>
              <a:buChar char="•"/>
            </a:pPr>
            <a:r>
              <a:rPr lang="en-US" sz="2000"/>
              <a:t>allows server to talk with multiple clients</a:t>
            </a:r>
            <a:endParaRPr/>
          </a:p>
          <a:p>
            <a:pPr indent="-228600" lvl="1" marL="685800" rtl="0" algn="l">
              <a:lnSpc>
                <a:spcPct val="90000"/>
              </a:lnSpc>
              <a:spcBef>
                <a:spcPts val="500"/>
              </a:spcBef>
              <a:spcAft>
                <a:spcPts val="0"/>
              </a:spcAft>
              <a:buClr>
                <a:schemeClr val="dk1"/>
              </a:buClr>
              <a:buSzPts val="2000"/>
              <a:buChar char="•"/>
            </a:pPr>
            <a:r>
              <a:rPr lang="en-US" sz="2000"/>
              <a:t>source port numbers used to distinguish</a:t>
            </a:r>
            <a:endParaRPr i="1" sz="2000"/>
          </a:p>
        </p:txBody>
      </p:sp>
      <p:sp>
        <p:nvSpPr>
          <p:cNvPr id="904" name="Google Shape;904;p37"/>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a:t>
            </a:fld>
            <a:endParaRPr sz="1200">
              <a:solidFill>
                <a:schemeClr val="dk1"/>
              </a:solidFill>
              <a:latin typeface="Comic Sans MS"/>
              <a:ea typeface="Comic Sans MS"/>
              <a:cs typeface="Comic Sans MS"/>
              <a:sym typeface="Comic Sans MS"/>
            </a:endParaRPr>
          </a:p>
        </p:txBody>
      </p:sp>
      <p:pic>
        <p:nvPicPr>
          <p:cNvPr id="905" name="Google Shape;905;p37"/>
          <p:cNvPicPr preferRelativeResize="0"/>
          <p:nvPr/>
        </p:nvPicPr>
        <p:blipFill rotWithShape="1">
          <a:blip r:embed="rId3">
            <a:alphaModFix/>
          </a:blip>
          <a:srcRect b="20666" l="34167" r="20833" t="12666"/>
          <a:stretch/>
        </p:blipFill>
        <p:spPr>
          <a:xfrm>
            <a:off x="1984375" y="1281113"/>
            <a:ext cx="3659188" cy="3810000"/>
          </a:xfrm>
          <a:prstGeom prst="rect">
            <a:avLst/>
          </a:prstGeom>
          <a:noFill/>
          <a:ln>
            <a:noFill/>
          </a:ln>
        </p:spPr>
      </p:pic>
      <p:grpSp>
        <p:nvGrpSpPr>
          <p:cNvPr id="906" name="Google Shape;906;p37"/>
          <p:cNvGrpSpPr/>
          <p:nvPr/>
        </p:nvGrpSpPr>
        <p:grpSpPr>
          <a:xfrm>
            <a:off x="2020889" y="4799018"/>
            <a:ext cx="3602037" cy="1230308"/>
            <a:chOff x="4772025" y="4522806"/>
            <a:chExt cx="2635448" cy="1229718"/>
          </a:xfrm>
        </p:grpSpPr>
        <p:sp>
          <p:nvSpPr>
            <p:cNvPr id="907" name="Google Shape;907;p37"/>
            <p:cNvSpPr txBox="1"/>
            <p:nvPr/>
          </p:nvSpPr>
          <p:spPr>
            <a:xfrm>
              <a:off x="5064724" y="5032144"/>
              <a:ext cx="2342749" cy="720380"/>
            </a:xfrm>
            <a:prstGeom prst="rect">
              <a:avLst/>
            </a:prstGeom>
            <a:noFill/>
            <a:ln>
              <a:noFill/>
            </a:ln>
          </p:spPr>
          <p:txBody>
            <a:bodyPr anchorCtr="0" anchor="ctr" bIns="45700" lIns="91425" spcFirstLastPara="1" rIns="91425" wrap="square" tIns="45700">
              <a:spAutoFit/>
            </a:bodyPr>
            <a:lstStyle/>
            <a:p>
              <a:pPr indent="0" lvl="0" marL="0" marR="0" rtl="0" algn="l">
                <a:lnSpc>
                  <a:spcPct val="85000"/>
                </a:lnSpc>
                <a:spcBef>
                  <a:spcPts val="0"/>
                </a:spcBef>
                <a:spcAft>
                  <a:spcPts val="0"/>
                </a:spcAft>
                <a:buNone/>
              </a:pPr>
              <a:r>
                <a:rPr lang="en-US" sz="1600">
                  <a:solidFill>
                    <a:srgbClr val="000099"/>
                  </a:solidFill>
                  <a:latin typeface="Arial"/>
                  <a:ea typeface="Arial"/>
                  <a:cs typeface="Arial"/>
                  <a:sym typeface="Arial"/>
                </a:rPr>
                <a:t>TCP provides reliable, in-order</a:t>
              </a:r>
              <a:endParaRPr/>
            </a:p>
            <a:p>
              <a:pPr indent="0" lvl="0" marL="0" marR="0" rtl="0" algn="l">
                <a:lnSpc>
                  <a:spcPct val="85000"/>
                </a:lnSpc>
                <a:spcBef>
                  <a:spcPts val="0"/>
                </a:spcBef>
                <a:spcAft>
                  <a:spcPts val="0"/>
                </a:spcAft>
                <a:buNone/>
              </a:pPr>
              <a:r>
                <a:rPr lang="en-US" sz="1600">
                  <a:solidFill>
                    <a:srgbClr val="000099"/>
                  </a:solidFill>
                  <a:latin typeface="Arial"/>
                  <a:ea typeface="Arial"/>
                  <a:cs typeface="Arial"/>
                  <a:sym typeface="Arial"/>
                </a:rPr>
                <a:t>byte-stream transfer (“pipe”) </a:t>
              </a:r>
              <a:endParaRPr/>
            </a:p>
            <a:p>
              <a:pPr indent="0" lvl="0" marL="0" marR="0" rtl="0" algn="l">
                <a:lnSpc>
                  <a:spcPct val="85000"/>
                </a:lnSpc>
                <a:spcBef>
                  <a:spcPts val="0"/>
                </a:spcBef>
                <a:spcAft>
                  <a:spcPts val="0"/>
                </a:spcAft>
                <a:buNone/>
              </a:pPr>
              <a:r>
                <a:rPr lang="en-US" sz="1600">
                  <a:solidFill>
                    <a:srgbClr val="000099"/>
                  </a:solidFill>
                  <a:latin typeface="Arial"/>
                  <a:ea typeface="Arial"/>
                  <a:cs typeface="Arial"/>
                  <a:sym typeface="Arial"/>
                </a:rPr>
                <a:t>between client and server</a:t>
              </a:r>
              <a:endParaRPr/>
            </a:p>
          </p:txBody>
        </p:sp>
        <p:grpSp>
          <p:nvGrpSpPr>
            <p:cNvPr id="908" name="Google Shape;908;p37"/>
            <p:cNvGrpSpPr/>
            <p:nvPr/>
          </p:nvGrpSpPr>
          <p:grpSpPr>
            <a:xfrm>
              <a:off x="4772025" y="4522806"/>
              <a:ext cx="2530475" cy="536576"/>
              <a:chOff x="96" y="3824"/>
              <a:chExt cx="1594" cy="338"/>
            </a:xfrm>
          </p:grpSpPr>
          <p:sp>
            <p:nvSpPr>
              <p:cNvPr id="909" name="Google Shape;909;p37"/>
              <p:cNvSpPr/>
              <p:nvPr/>
            </p:nvSpPr>
            <p:spPr>
              <a:xfrm>
                <a:off x="96" y="3824"/>
                <a:ext cx="85" cy="291"/>
              </a:xfrm>
              <a:prstGeom prst="rect">
                <a:avLst/>
              </a:prstGeom>
              <a:solidFill>
                <a:schemeClr val="lt1"/>
              </a:solid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3333CC"/>
                  </a:buClr>
                  <a:buSzPts val="2400"/>
                  <a:buFont typeface="Comic Sans MS"/>
                  <a:buNone/>
                </a:pPr>
                <a:r>
                  <a:t/>
                </a:r>
                <a:endParaRPr sz="2400">
                  <a:solidFill>
                    <a:srgbClr val="000000"/>
                  </a:solidFill>
                  <a:latin typeface="Comic Sans MS"/>
                  <a:ea typeface="Comic Sans MS"/>
                  <a:cs typeface="Comic Sans MS"/>
                  <a:sym typeface="Comic Sans MS"/>
                </a:endParaRPr>
              </a:p>
            </p:txBody>
          </p:sp>
          <p:sp>
            <p:nvSpPr>
              <p:cNvPr id="910" name="Google Shape;910;p37"/>
              <p:cNvSpPr txBox="1"/>
              <p:nvPr/>
            </p:nvSpPr>
            <p:spPr>
              <a:xfrm>
                <a:off x="196" y="3949"/>
                <a:ext cx="1494" cy="213"/>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None/>
                </a:pPr>
                <a:r>
                  <a:rPr lang="en-US" sz="1600">
                    <a:solidFill>
                      <a:srgbClr val="CC0000"/>
                    </a:solidFill>
                    <a:latin typeface="Arial"/>
                    <a:ea typeface="Arial"/>
                    <a:cs typeface="Arial"/>
                    <a:sym typeface="Arial"/>
                  </a:rPr>
                  <a:t>application viewpoint:</a:t>
                </a:r>
                <a:endParaRPr/>
              </a:p>
            </p:txBody>
          </p:sp>
        </p:gr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4" name="Shape 914"/>
        <p:cNvGrpSpPr/>
        <p:nvPr/>
      </p:nvGrpSpPr>
      <p:grpSpPr>
        <a:xfrm>
          <a:off x="0" y="0"/>
          <a:ext cx="0" cy="0"/>
          <a:chOff x="0" y="0"/>
          <a:chExt cx="0" cy="0"/>
        </a:xfrm>
      </p:grpSpPr>
      <p:sp>
        <p:nvSpPr>
          <p:cNvPr id="915" name="Google Shape;915;p38"/>
          <p:cNvSpPr txBox="1"/>
          <p:nvPr>
            <p:ph type="title"/>
          </p:nvPr>
        </p:nvSpPr>
        <p:spPr>
          <a:xfrm>
            <a:off x="1946276" y="88900"/>
            <a:ext cx="8416925" cy="9477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sz="3600"/>
              <a:t>Client/server socket interaction: TCP</a:t>
            </a:r>
            <a:endParaRPr/>
          </a:p>
        </p:txBody>
      </p:sp>
      <p:grpSp>
        <p:nvGrpSpPr>
          <p:cNvPr id="916" name="Google Shape;916;p38"/>
          <p:cNvGrpSpPr/>
          <p:nvPr/>
        </p:nvGrpSpPr>
        <p:grpSpPr>
          <a:xfrm>
            <a:off x="2881314" y="3013075"/>
            <a:ext cx="1931987" cy="933450"/>
            <a:chOff x="827" y="2025"/>
            <a:chExt cx="1217" cy="588"/>
          </a:xfrm>
        </p:grpSpPr>
        <p:sp>
          <p:nvSpPr>
            <p:cNvPr id="917" name="Google Shape;917;p38"/>
            <p:cNvSpPr txBox="1"/>
            <p:nvPr/>
          </p:nvSpPr>
          <p:spPr>
            <a:xfrm>
              <a:off x="827" y="2025"/>
              <a:ext cx="1069"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wait for incoming</a:t>
              </a:r>
              <a:endParaRPr/>
            </a:p>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connection request</a:t>
              </a:r>
              <a:endParaRPr sz="2400">
                <a:solidFill>
                  <a:srgbClr val="000000"/>
                </a:solidFill>
                <a:latin typeface="Times New Roman"/>
                <a:ea typeface="Times New Roman"/>
                <a:cs typeface="Times New Roman"/>
                <a:sym typeface="Times New Roman"/>
              </a:endParaRPr>
            </a:p>
          </p:txBody>
        </p:sp>
        <p:sp>
          <p:nvSpPr>
            <p:cNvPr id="918" name="Google Shape;918;p38"/>
            <p:cNvSpPr txBox="1"/>
            <p:nvPr/>
          </p:nvSpPr>
          <p:spPr>
            <a:xfrm>
              <a:off x="828" y="2283"/>
              <a:ext cx="1216"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connectionSocket =</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serverSocket.accept()</a:t>
              </a:r>
              <a:endParaRPr sz="2400">
                <a:solidFill>
                  <a:srgbClr val="CC0000"/>
                </a:solidFill>
                <a:latin typeface="Times New Roman"/>
                <a:ea typeface="Times New Roman"/>
                <a:cs typeface="Times New Roman"/>
                <a:sym typeface="Times New Roman"/>
              </a:endParaRPr>
            </a:p>
          </p:txBody>
        </p:sp>
      </p:grpSp>
      <p:grpSp>
        <p:nvGrpSpPr>
          <p:cNvPr id="919" name="Google Shape;919;p38"/>
          <p:cNvGrpSpPr/>
          <p:nvPr/>
        </p:nvGrpSpPr>
        <p:grpSpPr>
          <a:xfrm>
            <a:off x="2862264" y="1776414"/>
            <a:ext cx="2357437" cy="1317625"/>
            <a:chOff x="821" y="1246"/>
            <a:chExt cx="1485" cy="830"/>
          </a:xfrm>
        </p:grpSpPr>
        <p:grpSp>
          <p:nvGrpSpPr>
            <p:cNvPr id="920" name="Google Shape;920;p38"/>
            <p:cNvGrpSpPr/>
            <p:nvPr/>
          </p:nvGrpSpPr>
          <p:grpSpPr>
            <a:xfrm>
              <a:off x="821" y="1246"/>
              <a:ext cx="1485" cy="586"/>
              <a:chOff x="329" y="1270"/>
              <a:chExt cx="1485" cy="586"/>
            </a:xfrm>
          </p:grpSpPr>
          <p:sp>
            <p:nvSpPr>
              <p:cNvPr id="921" name="Google Shape;921;p38"/>
              <p:cNvSpPr txBox="1"/>
              <p:nvPr/>
            </p:nvSpPr>
            <p:spPr>
              <a:xfrm>
                <a:off x="329" y="1270"/>
                <a:ext cx="1213" cy="465"/>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create socket,</a:t>
                </a:r>
                <a:endParaRPr/>
              </a:p>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port=</a:t>
                </a:r>
                <a:r>
                  <a:rPr b="1" lang="en-US" sz="1400">
                    <a:solidFill>
                      <a:srgbClr val="000000"/>
                    </a:solidFill>
                    <a:latin typeface="Courier New"/>
                    <a:ea typeface="Courier New"/>
                    <a:cs typeface="Courier New"/>
                    <a:sym typeface="Courier New"/>
                  </a:rPr>
                  <a:t>x</a:t>
                </a:r>
                <a:r>
                  <a:rPr lang="en-US" sz="1400">
                    <a:solidFill>
                      <a:srgbClr val="000000"/>
                    </a:solidFill>
                    <a:latin typeface="Arial"/>
                    <a:ea typeface="Arial"/>
                    <a:cs typeface="Arial"/>
                    <a:sym typeface="Arial"/>
                  </a:rPr>
                  <a:t>, for incoming request:</a:t>
                </a:r>
                <a:endParaRPr sz="2400">
                  <a:solidFill>
                    <a:srgbClr val="000000"/>
                  </a:solidFill>
                  <a:latin typeface="Times New Roman"/>
                  <a:ea typeface="Times New Roman"/>
                  <a:cs typeface="Times New Roman"/>
                  <a:sym typeface="Times New Roman"/>
                </a:endParaRPr>
              </a:p>
            </p:txBody>
          </p:sp>
          <p:sp>
            <p:nvSpPr>
              <p:cNvPr id="922" name="Google Shape;922;p38"/>
              <p:cNvSpPr txBox="1"/>
              <p:nvPr/>
            </p:nvSpPr>
            <p:spPr>
              <a:xfrm>
                <a:off x="333" y="1662"/>
                <a:ext cx="1481" cy="19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serverSocket = socket()</a:t>
                </a:r>
                <a:endParaRPr sz="2400">
                  <a:solidFill>
                    <a:srgbClr val="CC0000"/>
                  </a:solidFill>
                  <a:latin typeface="Times New Roman"/>
                  <a:ea typeface="Times New Roman"/>
                  <a:cs typeface="Times New Roman"/>
                  <a:sym typeface="Times New Roman"/>
                </a:endParaRPr>
              </a:p>
            </p:txBody>
          </p:sp>
        </p:grpSp>
        <p:cxnSp>
          <p:nvCxnSpPr>
            <p:cNvPr id="923" name="Google Shape;923;p38"/>
            <p:cNvCxnSpPr/>
            <p:nvPr/>
          </p:nvCxnSpPr>
          <p:spPr>
            <a:xfrm>
              <a:off x="1284" y="1872"/>
              <a:ext cx="0" cy="204"/>
            </a:xfrm>
            <a:prstGeom prst="straightConnector1">
              <a:avLst/>
            </a:prstGeom>
            <a:noFill/>
            <a:ln cap="flat" cmpd="sng" w="28575">
              <a:solidFill>
                <a:srgbClr val="000099"/>
              </a:solidFill>
              <a:prstDash val="solid"/>
              <a:round/>
              <a:headEnd len="med" w="med" type="none"/>
              <a:tailEnd len="med" w="med" type="triangle"/>
            </a:ln>
          </p:spPr>
        </p:cxnSp>
      </p:grpSp>
      <p:grpSp>
        <p:nvGrpSpPr>
          <p:cNvPr id="924" name="Google Shape;924;p38"/>
          <p:cNvGrpSpPr/>
          <p:nvPr/>
        </p:nvGrpSpPr>
        <p:grpSpPr>
          <a:xfrm>
            <a:off x="6659564" y="3021014"/>
            <a:ext cx="2357437" cy="731837"/>
            <a:chOff x="3333" y="1202"/>
            <a:chExt cx="1485" cy="461"/>
          </a:xfrm>
        </p:grpSpPr>
        <p:sp>
          <p:nvSpPr>
            <p:cNvPr id="925" name="Google Shape;925;p38"/>
            <p:cNvSpPr txBox="1"/>
            <p:nvPr/>
          </p:nvSpPr>
          <p:spPr>
            <a:xfrm>
              <a:off x="3335" y="1202"/>
              <a:ext cx="1468"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create socket,</a:t>
              </a:r>
              <a:endParaRPr/>
            </a:p>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connect to </a:t>
              </a:r>
              <a:r>
                <a:rPr b="1" lang="en-US" sz="1400">
                  <a:solidFill>
                    <a:srgbClr val="000000"/>
                  </a:solidFill>
                  <a:latin typeface="Courier New"/>
                  <a:ea typeface="Courier New"/>
                  <a:cs typeface="Courier New"/>
                  <a:sym typeface="Courier New"/>
                </a:rPr>
                <a:t>hostid</a:t>
              </a:r>
              <a:r>
                <a:rPr lang="en-US" sz="1400">
                  <a:solidFill>
                    <a:srgbClr val="000000"/>
                  </a:solidFill>
                  <a:latin typeface="Arial"/>
                  <a:ea typeface="Arial"/>
                  <a:cs typeface="Arial"/>
                  <a:sym typeface="Arial"/>
                </a:rPr>
                <a:t>, port=</a:t>
              </a:r>
              <a:r>
                <a:rPr b="1" lang="en-US" sz="1400">
                  <a:solidFill>
                    <a:srgbClr val="000000"/>
                  </a:solidFill>
                  <a:latin typeface="Courier New"/>
                  <a:ea typeface="Courier New"/>
                  <a:cs typeface="Courier New"/>
                  <a:sym typeface="Courier New"/>
                </a:rPr>
                <a:t>x</a:t>
              </a:r>
              <a:endParaRPr sz="2400">
                <a:solidFill>
                  <a:srgbClr val="000000"/>
                </a:solidFill>
                <a:latin typeface="Times New Roman"/>
                <a:ea typeface="Times New Roman"/>
                <a:cs typeface="Times New Roman"/>
                <a:sym typeface="Times New Roman"/>
              </a:endParaRPr>
            </a:p>
          </p:txBody>
        </p:sp>
        <p:sp>
          <p:nvSpPr>
            <p:cNvPr id="926" name="Google Shape;926;p38"/>
            <p:cNvSpPr txBox="1"/>
            <p:nvPr/>
          </p:nvSpPr>
          <p:spPr>
            <a:xfrm>
              <a:off x="3333" y="1469"/>
              <a:ext cx="1485" cy="194"/>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clientSocket = socket()</a:t>
              </a:r>
              <a:endParaRPr sz="2400">
                <a:solidFill>
                  <a:srgbClr val="CC0000"/>
                </a:solidFill>
                <a:latin typeface="Times New Roman"/>
                <a:ea typeface="Times New Roman"/>
                <a:cs typeface="Times New Roman"/>
                <a:sym typeface="Times New Roman"/>
              </a:endParaRPr>
            </a:p>
          </p:txBody>
        </p:sp>
      </p:grpSp>
      <p:sp>
        <p:nvSpPr>
          <p:cNvPr id="927" name="Google Shape;927;p38"/>
          <p:cNvSpPr txBox="1"/>
          <p:nvPr/>
        </p:nvSpPr>
        <p:spPr>
          <a:xfrm>
            <a:off x="2227263" y="1138239"/>
            <a:ext cx="3575050" cy="522287"/>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rgbClr val="000000"/>
              </a:buClr>
              <a:buSzPts val="2800"/>
              <a:buFont typeface="Gill Sans"/>
              <a:buNone/>
            </a:pPr>
            <a:r>
              <a:rPr lang="en-US" sz="2800">
                <a:solidFill>
                  <a:srgbClr val="000000"/>
                </a:solidFill>
                <a:latin typeface="Gill Sans"/>
                <a:ea typeface="Gill Sans"/>
                <a:cs typeface="Gill Sans"/>
                <a:sym typeface="Gill Sans"/>
              </a:rPr>
              <a:t>server</a:t>
            </a:r>
            <a:r>
              <a:rPr lang="en-US" sz="2400">
                <a:solidFill>
                  <a:srgbClr val="000000"/>
                </a:solidFill>
                <a:latin typeface="Gill Sans"/>
                <a:ea typeface="Gill Sans"/>
                <a:cs typeface="Gill Sans"/>
                <a:sym typeface="Gill Sans"/>
              </a:rPr>
              <a:t> (running</a:t>
            </a:r>
            <a:r>
              <a:rPr lang="en-US" sz="2000">
                <a:solidFill>
                  <a:srgbClr val="000000"/>
                </a:solidFill>
                <a:latin typeface="Gill Sans"/>
                <a:ea typeface="Gill Sans"/>
                <a:cs typeface="Gill Sans"/>
                <a:sym typeface="Gill Sans"/>
              </a:rPr>
              <a:t> on</a:t>
            </a:r>
            <a:r>
              <a:rPr lang="en-US" sz="1800">
                <a:solidFill>
                  <a:srgbClr val="000000"/>
                </a:solidFill>
                <a:latin typeface="Comic Sans MS"/>
                <a:ea typeface="Comic Sans MS"/>
                <a:cs typeface="Comic Sans MS"/>
                <a:sym typeface="Comic Sans MS"/>
              </a:rPr>
              <a:t> </a:t>
            </a:r>
            <a:r>
              <a:rPr b="1" lang="en-US" sz="1800">
                <a:solidFill>
                  <a:srgbClr val="000000"/>
                </a:solidFill>
                <a:latin typeface="Courier New"/>
                <a:ea typeface="Courier New"/>
                <a:cs typeface="Courier New"/>
                <a:sym typeface="Courier New"/>
              </a:rPr>
              <a:t>hostid</a:t>
            </a:r>
            <a:r>
              <a:rPr lang="en-US" sz="2400">
                <a:solidFill>
                  <a:srgbClr val="000000"/>
                </a:solidFill>
                <a:latin typeface="Gill Sans"/>
                <a:ea typeface="Gill Sans"/>
                <a:cs typeface="Gill Sans"/>
                <a:sym typeface="Gill Sans"/>
              </a:rPr>
              <a:t>)</a:t>
            </a:r>
            <a:endParaRPr/>
          </a:p>
        </p:txBody>
      </p:sp>
      <p:sp>
        <p:nvSpPr>
          <p:cNvPr id="928" name="Google Shape;928;p38"/>
          <p:cNvSpPr txBox="1"/>
          <p:nvPr/>
        </p:nvSpPr>
        <p:spPr>
          <a:xfrm>
            <a:off x="6935789" y="1135063"/>
            <a:ext cx="962025" cy="519112"/>
          </a:xfrm>
          <a:prstGeom prst="rect">
            <a:avLst/>
          </a:prstGeom>
          <a:noFill/>
          <a:ln>
            <a:noFill/>
          </a:ln>
        </p:spPr>
        <p:txBody>
          <a:bodyPr anchorCtr="0" anchor="ctr" bIns="45700" lIns="91425" spcFirstLastPara="1" rIns="91425" wrap="square" tIns="45700">
            <a:spAutoFit/>
          </a:bodyPr>
          <a:lstStyle/>
          <a:p>
            <a:pPr indent="0" lvl="0" marL="0" marR="0" rtl="0" algn="ctr">
              <a:spcBef>
                <a:spcPts val="0"/>
              </a:spcBef>
              <a:spcAft>
                <a:spcPts val="0"/>
              </a:spcAft>
              <a:buClr>
                <a:srgbClr val="000000"/>
              </a:buClr>
              <a:buSzPts val="2800"/>
              <a:buFont typeface="Gill Sans"/>
              <a:buNone/>
            </a:pPr>
            <a:r>
              <a:rPr lang="en-US" sz="2800">
                <a:solidFill>
                  <a:srgbClr val="000000"/>
                </a:solidFill>
                <a:latin typeface="Gill Sans"/>
                <a:ea typeface="Gill Sans"/>
                <a:cs typeface="Gill Sans"/>
                <a:sym typeface="Gill Sans"/>
              </a:rPr>
              <a:t>client</a:t>
            </a:r>
            <a:endParaRPr/>
          </a:p>
        </p:txBody>
      </p:sp>
      <p:grpSp>
        <p:nvGrpSpPr>
          <p:cNvPr id="929" name="Google Shape;929;p38"/>
          <p:cNvGrpSpPr/>
          <p:nvPr/>
        </p:nvGrpSpPr>
        <p:grpSpPr>
          <a:xfrm>
            <a:off x="4502151" y="3808413"/>
            <a:ext cx="4062413" cy="1371600"/>
            <a:chOff x="1848" y="2526"/>
            <a:chExt cx="2559" cy="864"/>
          </a:xfrm>
        </p:grpSpPr>
        <p:cxnSp>
          <p:nvCxnSpPr>
            <p:cNvPr id="930" name="Google Shape;930;p38"/>
            <p:cNvCxnSpPr/>
            <p:nvPr/>
          </p:nvCxnSpPr>
          <p:spPr>
            <a:xfrm flipH="1">
              <a:off x="3792" y="2964"/>
              <a:ext cx="6" cy="426"/>
            </a:xfrm>
            <a:prstGeom prst="straightConnector1">
              <a:avLst/>
            </a:prstGeom>
            <a:noFill/>
            <a:ln cap="flat" cmpd="sng" w="28575">
              <a:solidFill>
                <a:srgbClr val="000099"/>
              </a:solidFill>
              <a:prstDash val="solid"/>
              <a:round/>
              <a:headEnd len="med" w="med" type="none"/>
              <a:tailEnd len="med" w="med" type="triangle"/>
            </a:ln>
          </p:spPr>
        </p:cxnSp>
        <p:grpSp>
          <p:nvGrpSpPr>
            <p:cNvPr id="931" name="Google Shape;931;p38"/>
            <p:cNvGrpSpPr/>
            <p:nvPr/>
          </p:nvGrpSpPr>
          <p:grpSpPr>
            <a:xfrm>
              <a:off x="1848" y="2526"/>
              <a:ext cx="2559" cy="516"/>
              <a:chOff x="1848" y="2526"/>
              <a:chExt cx="2559" cy="516"/>
            </a:xfrm>
          </p:grpSpPr>
          <p:sp>
            <p:nvSpPr>
              <p:cNvPr id="932" name="Google Shape;932;p38"/>
              <p:cNvSpPr txBox="1"/>
              <p:nvPr/>
            </p:nvSpPr>
            <p:spPr>
              <a:xfrm>
                <a:off x="3335" y="2673"/>
                <a:ext cx="1072"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send request using</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clientSocket</a:t>
                </a:r>
                <a:endParaRPr sz="2400">
                  <a:solidFill>
                    <a:srgbClr val="CC0000"/>
                  </a:solidFill>
                  <a:latin typeface="Times New Roman"/>
                  <a:ea typeface="Times New Roman"/>
                  <a:cs typeface="Times New Roman"/>
                  <a:sym typeface="Times New Roman"/>
                </a:endParaRPr>
              </a:p>
            </p:txBody>
          </p:sp>
          <p:cxnSp>
            <p:nvCxnSpPr>
              <p:cNvPr id="933" name="Google Shape;933;p38"/>
              <p:cNvCxnSpPr/>
              <p:nvPr/>
            </p:nvCxnSpPr>
            <p:spPr>
              <a:xfrm>
                <a:off x="3792" y="2526"/>
                <a:ext cx="0" cy="204"/>
              </a:xfrm>
              <a:prstGeom prst="straightConnector1">
                <a:avLst/>
              </a:prstGeom>
              <a:noFill/>
              <a:ln cap="flat" cmpd="sng" w="28575">
                <a:solidFill>
                  <a:srgbClr val="000099"/>
                </a:solidFill>
                <a:prstDash val="solid"/>
                <a:round/>
                <a:headEnd len="med" w="med" type="none"/>
                <a:tailEnd len="med" w="med" type="triangle"/>
              </a:ln>
            </p:spPr>
          </p:cxnSp>
          <p:cxnSp>
            <p:nvCxnSpPr>
              <p:cNvPr id="934" name="Google Shape;934;p38"/>
              <p:cNvCxnSpPr/>
              <p:nvPr/>
            </p:nvCxnSpPr>
            <p:spPr>
              <a:xfrm flipH="1">
                <a:off x="1848" y="2790"/>
                <a:ext cx="1518" cy="252"/>
              </a:xfrm>
              <a:prstGeom prst="straightConnector1">
                <a:avLst/>
              </a:prstGeom>
              <a:noFill/>
              <a:ln cap="flat" cmpd="sng" w="28575">
                <a:solidFill>
                  <a:srgbClr val="CC0000"/>
                </a:solidFill>
                <a:prstDash val="solid"/>
                <a:round/>
                <a:headEnd len="med" w="med" type="none"/>
                <a:tailEnd len="med" w="med" type="triangle"/>
              </a:ln>
            </p:spPr>
          </p:cxnSp>
        </p:grpSp>
      </p:grpSp>
      <p:grpSp>
        <p:nvGrpSpPr>
          <p:cNvPr id="935" name="Google Shape;935;p38"/>
          <p:cNvGrpSpPr/>
          <p:nvPr/>
        </p:nvGrpSpPr>
        <p:grpSpPr>
          <a:xfrm>
            <a:off x="2871789" y="3903663"/>
            <a:ext cx="4097337" cy="1490662"/>
            <a:chOff x="821" y="2586"/>
            <a:chExt cx="2581" cy="939"/>
          </a:xfrm>
        </p:grpSpPr>
        <p:sp>
          <p:nvSpPr>
            <p:cNvPr id="936" name="Google Shape;936;p38"/>
            <p:cNvSpPr txBox="1"/>
            <p:nvPr/>
          </p:nvSpPr>
          <p:spPr>
            <a:xfrm>
              <a:off x="821" y="2787"/>
              <a:ext cx="1013"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read request from</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connectionSocke</a:t>
              </a:r>
              <a:r>
                <a:rPr lang="en-US" sz="1400">
                  <a:solidFill>
                    <a:srgbClr val="FF0000"/>
                  </a:solidFill>
                  <a:latin typeface="Arial"/>
                  <a:ea typeface="Arial"/>
                  <a:cs typeface="Arial"/>
                  <a:sym typeface="Arial"/>
                </a:rPr>
                <a:t>t</a:t>
              </a:r>
              <a:endParaRPr sz="2400">
                <a:solidFill>
                  <a:srgbClr val="000000"/>
                </a:solidFill>
                <a:latin typeface="Times New Roman"/>
                <a:ea typeface="Times New Roman"/>
                <a:cs typeface="Times New Roman"/>
                <a:sym typeface="Times New Roman"/>
              </a:endParaRPr>
            </a:p>
          </p:txBody>
        </p:sp>
        <p:sp>
          <p:nvSpPr>
            <p:cNvPr id="937" name="Google Shape;937;p38"/>
            <p:cNvSpPr txBox="1"/>
            <p:nvPr/>
          </p:nvSpPr>
          <p:spPr>
            <a:xfrm>
              <a:off x="851" y="3195"/>
              <a:ext cx="1013"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write reply to</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connectionSocket</a:t>
              </a:r>
              <a:endParaRPr sz="2400">
                <a:solidFill>
                  <a:srgbClr val="CC0000"/>
                </a:solidFill>
                <a:latin typeface="Times New Roman"/>
                <a:ea typeface="Times New Roman"/>
                <a:cs typeface="Times New Roman"/>
                <a:sym typeface="Times New Roman"/>
              </a:endParaRPr>
            </a:p>
          </p:txBody>
        </p:sp>
        <p:cxnSp>
          <p:nvCxnSpPr>
            <p:cNvPr id="938" name="Google Shape;938;p38"/>
            <p:cNvCxnSpPr/>
            <p:nvPr/>
          </p:nvCxnSpPr>
          <p:spPr>
            <a:xfrm>
              <a:off x="1278" y="2586"/>
              <a:ext cx="0" cy="240"/>
            </a:xfrm>
            <a:prstGeom prst="straightConnector1">
              <a:avLst/>
            </a:prstGeom>
            <a:noFill/>
            <a:ln cap="flat" cmpd="sng" w="28575">
              <a:solidFill>
                <a:srgbClr val="000099"/>
              </a:solidFill>
              <a:prstDash val="solid"/>
              <a:round/>
              <a:headEnd len="med" w="med" type="none"/>
              <a:tailEnd len="med" w="med" type="triangle"/>
            </a:ln>
          </p:spPr>
        </p:cxnSp>
        <p:cxnSp>
          <p:nvCxnSpPr>
            <p:cNvPr id="939" name="Google Shape;939;p38"/>
            <p:cNvCxnSpPr/>
            <p:nvPr/>
          </p:nvCxnSpPr>
          <p:spPr>
            <a:xfrm flipH="1">
              <a:off x="1284" y="3090"/>
              <a:ext cx="6" cy="156"/>
            </a:xfrm>
            <a:prstGeom prst="straightConnector1">
              <a:avLst/>
            </a:prstGeom>
            <a:noFill/>
            <a:ln cap="flat" cmpd="sng" w="28575">
              <a:solidFill>
                <a:srgbClr val="000099"/>
              </a:solidFill>
              <a:prstDash val="solid"/>
              <a:round/>
              <a:headEnd len="med" w="med" type="none"/>
              <a:tailEnd len="med" w="med" type="triangle"/>
            </a:ln>
          </p:spPr>
        </p:cxnSp>
        <p:cxnSp>
          <p:nvCxnSpPr>
            <p:cNvPr id="940" name="Google Shape;940;p38"/>
            <p:cNvCxnSpPr/>
            <p:nvPr/>
          </p:nvCxnSpPr>
          <p:spPr>
            <a:xfrm>
              <a:off x="1866" y="3306"/>
              <a:ext cx="1536" cy="180"/>
            </a:xfrm>
            <a:prstGeom prst="straightConnector1">
              <a:avLst/>
            </a:prstGeom>
            <a:noFill/>
            <a:ln cap="flat" cmpd="sng" w="28575">
              <a:solidFill>
                <a:srgbClr val="CC0000"/>
              </a:solidFill>
              <a:prstDash val="solid"/>
              <a:round/>
              <a:headEnd len="med" w="med" type="none"/>
              <a:tailEnd len="med" w="med" type="triangle"/>
            </a:ln>
          </p:spPr>
        </p:cxnSp>
      </p:grpSp>
      <p:cxnSp>
        <p:nvCxnSpPr>
          <p:cNvPr id="941" name="Google Shape;941;p38"/>
          <p:cNvCxnSpPr/>
          <p:nvPr/>
        </p:nvCxnSpPr>
        <p:spPr>
          <a:xfrm>
            <a:off x="2328864" y="1589088"/>
            <a:ext cx="3341687" cy="0"/>
          </a:xfrm>
          <a:prstGeom prst="straightConnector1">
            <a:avLst/>
          </a:prstGeom>
          <a:noFill/>
          <a:ln cap="flat" cmpd="sng" w="19050">
            <a:solidFill>
              <a:srgbClr val="CC0000"/>
            </a:solidFill>
            <a:prstDash val="solid"/>
            <a:round/>
            <a:headEnd len="med" w="med" type="none"/>
            <a:tailEnd len="med" w="med" type="none"/>
          </a:ln>
        </p:spPr>
      </p:cxnSp>
      <p:grpSp>
        <p:nvGrpSpPr>
          <p:cNvPr id="942" name="Google Shape;942;p38"/>
          <p:cNvGrpSpPr/>
          <p:nvPr/>
        </p:nvGrpSpPr>
        <p:grpSpPr>
          <a:xfrm>
            <a:off x="4491039" y="3103564"/>
            <a:ext cx="2200275" cy="587375"/>
            <a:chOff x="3043" y="1189"/>
            <a:chExt cx="1386" cy="370"/>
          </a:xfrm>
        </p:grpSpPr>
        <p:cxnSp>
          <p:nvCxnSpPr>
            <p:cNvPr id="943" name="Google Shape;943;p38"/>
            <p:cNvCxnSpPr/>
            <p:nvPr/>
          </p:nvCxnSpPr>
          <p:spPr>
            <a:xfrm>
              <a:off x="3043" y="1372"/>
              <a:ext cx="1386" cy="0"/>
            </a:xfrm>
            <a:prstGeom prst="straightConnector1">
              <a:avLst/>
            </a:prstGeom>
            <a:noFill/>
            <a:ln cap="flat" cmpd="sng" w="38100">
              <a:solidFill>
                <a:srgbClr val="CC0000"/>
              </a:solidFill>
              <a:prstDash val="dash"/>
              <a:round/>
              <a:headEnd len="med" w="med" type="triangle"/>
              <a:tailEnd len="med" w="med" type="triangle"/>
            </a:ln>
          </p:spPr>
        </p:cxnSp>
        <p:sp>
          <p:nvSpPr>
            <p:cNvPr id="944" name="Google Shape;944;p38"/>
            <p:cNvSpPr txBox="1"/>
            <p:nvPr/>
          </p:nvSpPr>
          <p:spPr>
            <a:xfrm>
              <a:off x="3106" y="1189"/>
              <a:ext cx="1204" cy="370"/>
            </a:xfrm>
            <a:prstGeom prst="rect">
              <a:avLst/>
            </a:prstGeom>
            <a:noFill/>
            <a:ln>
              <a:noFill/>
            </a:ln>
          </p:spPr>
          <p:txBody>
            <a:bodyPr anchorCtr="0" anchor="ctr" bIns="45700" lIns="91425" spcFirstLastPara="1" rIns="91425" wrap="square" tIns="45700">
              <a:spAutoFit/>
            </a:bodyPr>
            <a:lstStyle/>
            <a:p>
              <a:pPr indent="0" lvl="0" marL="0" marR="0" rtl="0" algn="ctr">
                <a:lnSpc>
                  <a:spcPct val="90000"/>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TCP </a:t>
              </a:r>
              <a:endParaRPr/>
            </a:p>
            <a:p>
              <a:pPr indent="0" lvl="0" marL="0" marR="0" rtl="0" algn="ctr">
                <a:lnSpc>
                  <a:spcPct val="90000"/>
                </a:lnSpc>
                <a:spcBef>
                  <a:spcPts val="0"/>
                </a:spcBef>
                <a:spcAft>
                  <a:spcPts val="0"/>
                </a:spcAft>
                <a:buClr>
                  <a:srgbClr val="CC0000"/>
                </a:buClr>
                <a:buSzPts val="1800"/>
                <a:buFont typeface="Arial"/>
                <a:buNone/>
              </a:pPr>
              <a:r>
                <a:rPr lang="en-US" sz="1800">
                  <a:solidFill>
                    <a:srgbClr val="CC0000"/>
                  </a:solidFill>
                  <a:latin typeface="Arial"/>
                  <a:ea typeface="Arial"/>
                  <a:cs typeface="Arial"/>
                  <a:sym typeface="Arial"/>
                </a:rPr>
                <a:t>connection setup</a:t>
              </a:r>
              <a:endParaRPr sz="2400">
                <a:solidFill>
                  <a:srgbClr val="CC0000"/>
                </a:solidFill>
                <a:latin typeface="Arial"/>
                <a:ea typeface="Arial"/>
                <a:cs typeface="Arial"/>
                <a:sym typeface="Arial"/>
              </a:endParaRPr>
            </a:p>
          </p:txBody>
        </p:sp>
      </p:grpSp>
      <p:cxnSp>
        <p:nvCxnSpPr>
          <p:cNvPr id="945" name="Google Shape;945;p38"/>
          <p:cNvCxnSpPr/>
          <p:nvPr/>
        </p:nvCxnSpPr>
        <p:spPr>
          <a:xfrm>
            <a:off x="7069139" y="1600200"/>
            <a:ext cx="676275" cy="0"/>
          </a:xfrm>
          <a:prstGeom prst="straightConnector1">
            <a:avLst/>
          </a:prstGeom>
          <a:noFill/>
          <a:ln cap="flat" cmpd="sng" w="19050">
            <a:solidFill>
              <a:srgbClr val="CC0000"/>
            </a:solidFill>
            <a:prstDash val="solid"/>
            <a:round/>
            <a:headEnd len="med" w="med" type="none"/>
            <a:tailEnd len="med" w="med" type="none"/>
          </a:ln>
        </p:spPr>
      </p:cxnSp>
      <p:grpSp>
        <p:nvGrpSpPr>
          <p:cNvPr id="946" name="Google Shape;946;p38"/>
          <p:cNvGrpSpPr/>
          <p:nvPr/>
        </p:nvGrpSpPr>
        <p:grpSpPr>
          <a:xfrm>
            <a:off x="2822576" y="4310062"/>
            <a:ext cx="5457825" cy="1895475"/>
            <a:chOff x="832" y="2750"/>
            <a:chExt cx="3438" cy="1194"/>
          </a:xfrm>
        </p:grpSpPr>
        <p:sp>
          <p:nvSpPr>
            <p:cNvPr id="947" name="Google Shape;947;p38"/>
            <p:cNvSpPr txBox="1"/>
            <p:nvPr/>
          </p:nvSpPr>
          <p:spPr>
            <a:xfrm>
              <a:off x="867" y="3512"/>
              <a:ext cx="1013"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close</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connectionSocket</a:t>
              </a:r>
              <a:endParaRPr sz="2400">
                <a:solidFill>
                  <a:srgbClr val="CC0000"/>
                </a:solidFill>
                <a:latin typeface="Times New Roman"/>
                <a:ea typeface="Times New Roman"/>
                <a:cs typeface="Times New Roman"/>
                <a:sym typeface="Times New Roman"/>
              </a:endParaRPr>
            </a:p>
          </p:txBody>
        </p:sp>
        <p:cxnSp>
          <p:nvCxnSpPr>
            <p:cNvPr id="948" name="Google Shape;948;p38"/>
            <p:cNvCxnSpPr/>
            <p:nvPr/>
          </p:nvCxnSpPr>
          <p:spPr>
            <a:xfrm>
              <a:off x="1318" y="3437"/>
              <a:ext cx="0" cy="204"/>
            </a:xfrm>
            <a:prstGeom prst="straightConnector1">
              <a:avLst/>
            </a:prstGeom>
            <a:noFill/>
            <a:ln cap="flat" cmpd="sng" w="28575">
              <a:solidFill>
                <a:srgbClr val="000099"/>
              </a:solidFill>
              <a:prstDash val="solid"/>
              <a:round/>
              <a:headEnd len="med" w="med" type="none"/>
              <a:tailEnd len="med" w="med" type="triangle"/>
            </a:ln>
          </p:spPr>
        </p:cxnSp>
        <p:sp>
          <p:nvSpPr>
            <p:cNvPr id="949" name="Google Shape;949;p38"/>
            <p:cNvSpPr/>
            <p:nvPr/>
          </p:nvSpPr>
          <p:spPr>
            <a:xfrm>
              <a:off x="832" y="2750"/>
              <a:ext cx="492" cy="233"/>
            </a:xfrm>
            <a:custGeom>
              <a:rect b="b" l="l" r="r" t="t"/>
              <a:pathLst>
                <a:path extrusionOk="0" h="2112" w="492">
                  <a:moveTo>
                    <a:pt x="492" y="1968"/>
                  </a:moveTo>
                  <a:lnTo>
                    <a:pt x="492" y="2112"/>
                  </a:lnTo>
                  <a:lnTo>
                    <a:pt x="0" y="2112"/>
                  </a:lnTo>
                  <a:lnTo>
                    <a:pt x="0" y="0"/>
                  </a:lnTo>
                  <a:lnTo>
                    <a:pt x="402" y="0"/>
                  </a:lnTo>
                </a:path>
              </a:pathLst>
            </a:custGeom>
            <a:noFill/>
            <a:ln cap="flat" cmpd="sng" w="28575">
              <a:solidFill>
                <a:srgbClr val="000099"/>
              </a:solidFill>
              <a:prstDash val="solid"/>
              <a:round/>
              <a:headEnd len="med" w="med" type="none"/>
              <a:tailEnd len="med" w="med" type="triangl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nvGrpSpPr>
            <p:cNvPr id="950" name="Google Shape;950;p38"/>
            <p:cNvGrpSpPr/>
            <p:nvPr/>
          </p:nvGrpSpPr>
          <p:grpSpPr>
            <a:xfrm>
              <a:off x="3393" y="3248"/>
              <a:ext cx="877" cy="696"/>
              <a:chOff x="3365" y="3375"/>
              <a:chExt cx="877" cy="696"/>
            </a:xfrm>
          </p:grpSpPr>
          <p:sp>
            <p:nvSpPr>
              <p:cNvPr id="951" name="Google Shape;951;p38"/>
              <p:cNvSpPr txBox="1"/>
              <p:nvPr/>
            </p:nvSpPr>
            <p:spPr>
              <a:xfrm>
                <a:off x="3365" y="3375"/>
                <a:ext cx="877"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read reply from</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clientSocket</a:t>
                </a:r>
                <a:endParaRPr sz="2400">
                  <a:solidFill>
                    <a:srgbClr val="CC0000"/>
                  </a:solidFill>
                  <a:latin typeface="Times New Roman"/>
                  <a:ea typeface="Times New Roman"/>
                  <a:cs typeface="Times New Roman"/>
                  <a:sym typeface="Times New Roman"/>
                </a:endParaRPr>
              </a:p>
            </p:txBody>
          </p:sp>
          <p:sp>
            <p:nvSpPr>
              <p:cNvPr id="952" name="Google Shape;952;p38"/>
              <p:cNvSpPr txBox="1"/>
              <p:nvPr/>
            </p:nvSpPr>
            <p:spPr>
              <a:xfrm>
                <a:off x="3389" y="3741"/>
                <a:ext cx="730" cy="33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Clr>
                    <a:srgbClr val="000000"/>
                  </a:buClr>
                  <a:buSzPts val="1400"/>
                  <a:buFont typeface="Arial"/>
                  <a:buNone/>
                </a:pPr>
                <a:r>
                  <a:rPr lang="en-US" sz="1400">
                    <a:solidFill>
                      <a:srgbClr val="000000"/>
                    </a:solidFill>
                    <a:latin typeface="Arial"/>
                    <a:ea typeface="Arial"/>
                    <a:cs typeface="Arial"/>
                    <a:sym typeface="Arial"/>
                  </a:rPr>
                  <a:t>close</a:t>
                </a:r>
                <a:endParaRPr/>
              </a:p>
              <a:p>
                <a:pPr indent="0" lvl="0" marL="0" marR="0" rtl="0" algn="l">
                  <a:spcBef>
                    <a:spcPts val="0"/>
                  </a:spcBef>
                  <a:spcAft>
                    <a:spcPts val="0"/>
                  </a:spcAft>
                  <a:buClr>
                    <a:srgbClr val="CC0000"/>
                  </a:buClr>
                  <a:buSzPts val="1400"/>
                  <a:buFont typeface="Arial"/>
                  <a:buNone/>
                </a:pPr>
                <a:r>
                  <a:rPr lang="en-US" sz="1400">
                    <a:solidFill>
                      <a:srgbClr val="CC0000"/>
                    </a:solidFill>
                    <a:latin typeface="Arial"/>
                    <a:ea typeface="Arial"/>
                    <a:cs typeface="Arial"/>
                    <a:sym typeface="Arial"/>
                  </a:rPr>
                  <a:t>clientSocket</a:t>
                </a:r>
                <a:endParaRPr sz="2400">
                  <a:solidFill>
                    <a:srgbClr val="CC0000"/>
                  </a:solidFill>
                  <a:latin typeface="Times New Roman"/>
                  <a:ea typeface="Times New Roman"/>
                  <a:cs typeface="Times New Roman"/>
                  <a:sym typeface="Times New Roman"/>
                </a:endParaRPr>
              </a:p>
            </p:txBody>
          </p:sp>
          <p:cxnSp>
            <p:nvCxnSpPr>
              <p:cNvPr id="953" name="Google Shape;953;p38"/>
              <p:cNvCxnSpPr/>
              <p:nvPr/>
            </p:nvCxnSpPr>
            <p:spPr>
              <a:xfrm>
                <a:off x="3816" y="3690"/>
                <a:ext cx="0" cy="204"/>
              </a:xfrm>
              <a:prstGeom prst="straightConnector1">
                <a:avLst/>
              </a:prstGeom>
              <a:noFill/>
              <a:ln cap="flat" cmpd="sng" w="28575">
                <a:solidFill>
                  <a:srgbClr val="000099"/>
                </a:solidFill>
                <a:prstDash val="solid"/>
                <a:round/>
                <a:headEnd len="med" w="med" type="none"/>
                <a:tailEnd len="med" w="med" type="triangle"/>
              </a:ln>
            </p:spPr>
          </p:cxnSp>
        </p:grpSp>
      </p:grpSp>
      <p:sp>
        <p:nvSpPr>
          <p:cNvPr id="954" name="Google Shape;954;p38"/>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a:t>
            </a:fld>
            <a:endParaRPr sz="1200">
              <a:solidFill>
                <a:schemeClr val="dk1"/>
              </a:solidFill>
              <a:latin typeface="Comic Sans MS"/>
              <a:ea typeface="Comic Sans MS"/>
              <a:cs typeface="Comic Sans MS"/>
              <a:sym typeface="Comic Sans MS"/>
            </a:endParaRPr>
          </a:p>
        </p:txBody>
      </p:sp>
      <p:sp>
        <p:nvSpPr>
          <p:cNvPr id="955" name="Google Shape;955;p38"/>
          <p:cNvSpPr txBox="1"/>
          <p:nvPr>
            <p:ph idx="11" type="ftr"/>
          </p:nvPr>
        </p:nvSpPr>
        <p:spPr>
          <a:xfrm>
            <a:off x="4572000" y="6248400"/>
            <a:ext cx="3505200" cy="4572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1200">
                <a:solidFill>
                  <a:srgbClr val="757575"/>
                </a:solidFill>
                <a:latin typeface="Arial"/>
                <a:ea typeface="Arial"/>
                <a:cs typeface="Arial"/>
                <a:sym typeface="Arial"/>
              </a:rPr>
              <a:t>CSci4211:                    Socket Programming</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9"/>
                                        </p:tgtEl>
                                        <p:attrNameLst>
                                          <p:attrName>style.visibility</p:attrName>
                                        </p:attrNameLst>
                                      </p:cBhvr>
                                      <p:to>
                                        <p:strVal val="visible"/>
                                      </p:to>
                                    </p:set>
                                    <p:animEffect filter="fade" transition="in">
                                      <p:cBhvr>
                                        <p:cTn dur="500"/>
                                        <p:tgtEl>
                                          <p:spTgt spid="9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6"/>
                                        </p:tgtEl>
                                        <p:attrNameLst>
                                          <p:attrName>style.visibility</p:attrName>
                                        </p:attrNameLst>
                                      </p:cBhvr>
                                      <p:to>
                                        <p:strVal val="visible"/>
                                      </p:to>
                                    </p:set>
                                    <p:animEffect filter="fade" transition="in">
                                      <p:cBhvr>
                                        <p:cTn dur="500"/>
                                        <p:tgtEl>
                                          <p:spTgt spid="9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4"/>
                                        </p:tgtEl>
                                        <p:attrNameLst>
                                          <p:attrName>style.visibility</p:attrName>
                                        </p:attrNameLst>
                                      </p:cBhvr>
                                      <p:to>
                                        <p:strVal val="visible"/>
                                      </p:to>
                                    </p:set>
                                    <p:animEffect filter="fade" transition="in">
                                      <p:cBhvr>
                                        <p:cTn dur="500"/>
                                        <p:tgtEl>
                                          <p:spTgt spid="9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2"/>
                                        </p:tgtEl>
                                        <p:attrNameLst>
                                          <p:attrName>style.visibility</p:attrName>
                                        </p:attrNameLst>
                                      </p:cBhvr>
                                      <p:to>
                                        <p:strVal val="visible"/>
                                      </p:to>
                                    </p:set>
                                    <p:animEffect filter="fade" transition="in">
                                      <p:cBhvr>
                                        <p:cTn dur="500"/>
                                        <p:tgtEl>
                                          <p:spTgt spid="9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42"/>
                                        </p:tgtEl>
                                      </p:cBhvr>
                                    </p:animEffect>
                                    <p:set>
                                      <p:cBhvr>
                                        <p:cTn dur="1" fill="hold">
                                          <p:stCondLst>
                                            <p:cond delay="500"/>
                                          </p:stCondLst>
                                        </p:cTn>
                                        <p:tgtEl>
                                          <p:spTgt spid="942"/>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29"/>
                                        </p:tgtEl>
                                        <p:attrNameLst>
                                          <p:attrName>style.visibility</p:attrName>
                                        </p:attrNameLst>
                                      </p:cBhvr>
                                      <p:to>
                                        <p:strVal val="visible"/>
                                      </p:to>
                                    </p:set>
                                    <p:animEffect filter="fade" transition="in">
                                      <p:cBhvr>
                                        <p:cTn dur="500"/>
                                        <p:tgtEl>
                                          <p:spTgt spid="9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5"/>
                                        </p:tgtEl>
                                        <p:attrNameLst>
                                          <p:attrName>style.visibility</p:attrName>
                                        </p:attrNameLst>
                                      </p:cBhvr>
                                      <p:to>
                                        <p:strVal val="visible"/>
                                      </p:to>
                                    </p:set>
                                    <p:animEffect filter="fade" transition="in">
                                      <p:cBhvr>
                                        <p:cTn dur="500"/>
                                        <p:tgtEl>
                                          <p:spTgt spid="9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6"/>
                                        </p:tgtEl>
                                        <p:attrNameLst>
                                          <p:attrName>style.visibility</p:attrName>
                                        </p:attrNameLst>
                                      </p:cBhvr>
                                      <p:to>
                                        <p:strVal val="visible"/>
                                      </p:to>
                                    </p:set>
                                    <p:animEffect filter="fade" transition="in">
                                      <p:cBhvr>
                                        <p:cTn dur="500"/>
                                        <p:tgtEl>
                                          <p:spTgt spid="94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9" name="Shape 959"/>
        <p:cNvGrpSpPr/>
        <p:nvPr/>
      </p:nvGrpSpPr>
      <p:grpSpPr>
        <a:xfrm>
          <a:off x="0" y="0"/>
          <a:ext cx="0" cy="0"/>
          <a:chOff x="0" y="0"/>
          <a:chExt cx="0" cy="0"/>
        </a:xfrm>
      </p:grpSpPr>
      <p:pic>
        <p:nvPicPr>
          <p:cNvPr descr="TCP socket flow" id="960" name="Google Shape;960;p39"/>
          <p:cNvPicPr preferRelativeResize="0"/>
          <p:nvPr>
            <p:ph idx="1" type="body"/>
          </p:nvPr>
        </p:nvPicPr>
        <p:blipFill rotWithShape="1">
          <a:blip r:embed="rId3">
            <a:alphaModFix/>
          </a:blip>
          <a:srcRect b="0" l="0" r="0" t="0"/>
          <a:stretch/>
        </p:blipFill>
        <p:spPr>
          <a:xfrm>
            <a:off x="3623839" y="643466"/>
            <a:ext cx="4944321" cy="557106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40"/>
          <p:cNvSpPr/>
          <p:nvPr/>
        </p:nvSpPr>
        <p:spPr>
          <a:xfrm>
            <a:off x="1946275" y="88900"/>
            <a:ext cx="7772400" cy="9477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99"/>
              </a:buClr>
              <a:buSzPts val="3600"/>
              <a:buFont typeface="Comic Sans MS"/>
              <a:buNone/>
            </a:pPr>
            <a:r>
              <a:rPr lang="en-US" sz="3600">
                <a:solidFill>
                  <a:srgbClr val="000099"/>
                </a:solidFill>
                <a:latin typeface="Comic Sans MS"/>
                <a:ea typeface="Comic Sans MS"/>
                <a:cs typeface="Comic Sans MS"/>
                <a:sym typeface="Comic Sans MS"/>
              </a:rPr>
              <a:t>Example app: TCP server</a:t>
            </a:r>
            <a:endParaRPr sz="4400">
              <a:solidFill>
                <a:srgbClr val="000099"/>
              </a:solidFill>
              <a:latin typeface="Comic Sans MS"/>
              <a:ea typeface="Comic Sans MS"/>
              <a:cs typeface="Comic Sans MS"/>
              <a:sym typeface="Comic Sans MS"/>
            </a:endParaRPr>
          </a:p>
        </p:txBody>
      </p:sp>
      <p:sp>
        <p:nvSpPr>
          <p:cNvPr id="966" name="Google Shape;966;p40"/>
          <p:cNvSpPr txBox="1"/>
          <p:nvPr/>
        </p:nvSpPr>
        <p:spPr>
          <a:xfrm>
            <a:off x="4241800" y="957263"/>
            <a:ext cx="2827338" cy="4619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C0000"/>
              </a:buClr>
              <a:buSzPts val="2400"/>
              <a:buFont typeface="Arial"/>
              <a:buNone/>
            </a:pPr>
            <a:r>
              <a:rPr i="1" lang="en-US" sz="2400">
                <a:solidFill>
                  <a:srgbClr val="CC0000"/>
                </a:solidFill>
                <a:latin typeface="Arial"/>
                <a:ea typeface="Arial"/>
                <a:cs typeface="Arial"/>
                <a:sym typeface="Arial"/>
              </a:rPr>
              <a:t>Python TCPServer</a:t>
            </a:r>
            <a:endParaRPr/>
          </a:p>
        </p:txBody>
      </p:sp>
      <p:grpSp>
        <p:nvGrpSpPr>
          <p:cNvPr id="967" name="Google Shape;967;p40"/>
          <p:cNvGrpSpPr/>
          <p:nvPr/>
        </p:nvGrpSpPr>
        <p:grpSpPr>
          <a:xfrm>
            <a:off x="1676400" y="1871662"/>
            <a:ext cx="2559050" cy="523220"/>
            <a:chOff x="151614" y="2173972"/>
            <a:chExt cx="2559082" cy="522825"/>
          </a:xfrm>
        </p:grpSpPr>
        <p:sp>
          <p:nvSpPr>
            <p:cNvPr id="968" name="Google Shape;968;p40"/>
            <p:cNvSpPr txBox="1"/>
            <p:nvPr/>
          </p:nvSpPr>
          <p:spPr>
            <a:xfrm>
              <a:off x="151614" y="2173972"/>
              <a:ext cx="2559082" cy="52282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create TCP welcoming</a:t>
              </a:r>
              <a:endParaRPr/>
            </a:p>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socket</a:t>
              </a:r>
              <a:endParaRPr/>
            </a:p>
          </p:txBody>
        </p:sp>
        <p:cxnSp>
          <p:nvCxnSpPr>
            <p:cNvPr id="969" name="Google Shape;969;p40"/>
            <p:cNvCxnSpPr/>
            <p:nvPr/>
          </p:nvCxnSpPr>
          <p:spPr>
            <a:xfrm>
              <a:off x="1695045" y="2596011"/>
              <a:ext cx="930227" cy="1139"/>
            </a:xfrm>
            <a:prstGeom prst="straightConnector1">
              <a:avLst/>
            </a:prstGeom>
            <a:noFill/>
            <a:ln cap="flat" cmpd="sng" w="12700">
              <a:solidFill>
                <a:srgbClr val="CC0000"/>
              </a:solidFill>
              <a:prstDash val="solid"/>
              <a:round/>
              <a:headEnd len="med" w="med" type="none"/>
              <a:tailEnd len="med" w="med" type="triangle"/>
            </a:ln>
          </p:spPr>
        </p:cxnSp>
      </p:grpSp>
      <p:grpSp>
        <p:nvGrpSpPr>
          <p:cNvPr id="970" name="Google Shape;970;p40"/>
          <p:cNvGrpSpPr/>
          <p:nvPr/>
        </p:nvGrpSpPr>
        <p:grpSpPr>
          <a:xfrm>
            <a:off x="1655763" y="2600326"/>
            <a:ext cx="2540000" cy="523875"/>
            <a:chOff x="169076" y="2884812"/>
            <a:chExt cx="2541127" cy="523220"/>
          </a:xfrm>
        </p:grpSpPr>
        <p:sp>
          <p:nvSpPr>
            <p:cNvPr id="971" name="Google Shape;971;p40"/>
            <p:cNvSpPr txBox="1"/>
            <p:nvPr/>
          </p:nvSpPr>
          <p:spPr>
            <a:xfrm>
              <a:off x="169076" y="2884812"/>
              <a:ext cx="227181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server begins listening for  incoming TCP requests</a:t>
              </a:r>
              <a:endParaRPr/>
            </a:p>
          </p:txBody>
        </p:sp>
        <p:cxnSp>
          <p:nvCxnSpPr>
            <p:cNvPr id="972" name="Google Shape;972;p40"/>
            <p:cNvCxnSpPr/>
            <p:nvPr/>
          </p:nvCxnSpPr>
          <p:spPr>
            <a:xfrm>
              <a:off x="1982674" y="3169104"/>
              <a:ext cx="727529" cy="2721"/>
            </a:xfrm>
            <a:prstGeom prst="straightConnector1">
              <a:avLst/>
            </a:prstGeom>
            <a:noFill/>
            <a:ln cap="flat" cmpd="sng" w="12700">
              <a:solidFill>
                <a:srgbClr val="CC0000"/>
              </a:solidFill>
              <a:prstDash val="solid"/>
              <a:round/>
              <a:headEnd len="med" w="med" type="none"/>
              <a:tailEnd len="med" w="med" type="triangle"/>
            </a:ln>
          </p:spPr>
        </p:cxnSp>
      </p:grpSp>
      <p:grpSp>
        <p:nvGrpSpPr>
          <p:cNvPr id="973" name="Google Shape;973;p40"/>
          <p:cNvGrpSpPr/>
          <p:nvPr/>
        </p:nvGrpSpPr>
        <p:grpSpPr>
          <a:xfrm>
            <a:off x="1722438" y="3505198"/>
            <a:ext cx="2813050" cy="707886"/>
            <a:chOff x="380319" y="3965998"/>
            <a:chExt cx="2392469" cy="708084"/>
          </a:xfrm>
        </p:grpSpPr>
        <p:sp>
          <p:nvSpPr>
            <p:cNvPr id="974" name="Google Shape;974;p40"/>
            <p:cNvSpPr txBox="1"/>
            <p:nvPr/>
          </p:nvSpPr>
          <p:spPr>
            <a:xfrm>
              <a:off x="380319" y="3965998"/>
              <a:ext cx="2184910" cy="708084"/>
            </a:xfrm>
            <a:prstGeom prst="rect">
              <a:avLst/>
            </a:prstGeom>
            <a:noFill/>
            <a:ln>
              <a:noFill/>
            </a:ln>
          </p:spPr>
          <p:txBody>
            <a:bodyPr anchorCtr="0" anchor="t" bIns="45700" lIns="91425" spcFirstLastPara="1" rIns="91425" wrap="square" tIns="45700">
              <a:spAutoFit/>
            </a:bodyPr>
            <a:lstStyle/>
            <a:p>
              <a:pPr indent="0" lvl="0" marL="0" marR="0" rtl="0" algn="l">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server waits on accept()</a:t>
              </a:r>
              <a:endParaRPr/>
            </a:p>
            <a:p>
              <a:pPr indent="0" lvl="0" marL="0" marR="0" rtl="0" algn="l">
                <a:lnSpc>
                  <a:spcPct val="114285"/>
                </a:lnSpc>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for incoming requests, new socket created on return</a:t>
              </a:r>
              <a:endParaRPr/>
            </a:p>
          </p:txBody>
        </p:sp>
        <p:cxnSp>
          <p:nvCxnSpPr>
            <p:cNvPr id="975" name="Google Shape;975;p40"/>
            <p:cNvCxnSpPr/>
            <p:nvPr/>
          </p:nvCxnSpPr>
          <p:spPr>
            <a:xfrm flipH="1" rot="10800000">
              <a:off x="2231565" y="4229808"/>
              <a:ext cx="541223" cy="5869"/>
            </a:xfrm>
            <a:prstGeom prst="straightConnector1">
              <a:avLst/>
            </a:prstGeom>
            <a:noFill/>
            <a:ln cap="flat" cmpd="sng" w="12700">
              <a:solidFill>
                <a:srgbClr val="CC0000"/>
              </a:solidFill>
              <a:prstDash val="solid"/>
              <a:round/>
              <a:headEnd len="med" w="med" type="none"/>
              <a:tailEnd len="med" w="med" type="triangle"/>
            </a:ln>
          </p:spPr>
        </p:cxnSp>
      </p:grpSp>
      <p:grpSp>
        <p:nvGrpSpPr>
          <p:cNvPr id="976" name="Google Shape;976;p40"/>
          <p:cNvGrpSpPr/>
          <p:nvPr/>
        </p:nvGrpSpPr>
        <p:grpSpPr>
          <a:xfrm>
            <a:off x="1782764" y="4343401"/>
            <a:ext cx="2860675" cy="307975"/>
            <a:chOff x="316741" y="4661874"/>
            <a:chExt cx="2859521" cy="307940"/>
          </a:xfrm>
        </p:grpSpPr>
        <p:sp>
          <p:nvSpPr>
            <p:cNvPr id="977" name="Google Shape;977;p40"/>
            <p:cNvSpPr txBox="1"/>
            <p:nvPr/>
          </p:nvSpPr>
          <p:spPr>
            <a:xfrm>
              <a:off x="316741" y="4661874"/>
              <a:ext cx="2349500" cy="3079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read bytes from socket </a:t>
              </a:r>
              <a:endParaRPr/>
            </a:p>
          </p:txBody>
        </p:sp>
        <p:cxnSp>
          <p:nvCxnSpPr>
            <p:cNvPr id="978" name="Google Shape;978;p40"/>
            <p:cNvCxnSpPr/>
            <p:nvPr/>
          </p:nvCxnSpPr>
          <p:spPr>
            <a:xfrm>
              <a:off x="1875609" y="4682209"/>
              <a:ext cx="1300653" cy="499"/>
            </a:xfrm>
            <a:prstGeom prst="straightConnector1">
              <a:avLst/>
            </a:prstGeom>
            <a:noFill/>
            <a:ln cap="flat" cmpd="sng" w="12700">
              <a:solidFill>
                <a:srgbClr val="CC0000"/>
              </a:solidFill>
              <a:prstDash val="solid"/>
              <a:round/>
              <a:headEnd len="med" w="med" type="none"/>
              <a:tailEnd len="med" w="med" type="triangle"/>
            </a:ln>
          </p:spPr>
        </p:cxnSp>
      </p:grpSp>
      <p:grpSp>
        <p:nvGrpSpPr>
          <p:cNvPr id="979" name="Google Shape;979;p40"/>
          <p:cNvGrpSpPr/>
          <p:nvPr/>
        </p:nvGrpSpPr>
        <p:grpSpPr>
          <a:xfrm>
            <a:off x="1651000" y="5434014"/>
            <a:ext cx="2878138" cy="738187"/>
            <a:chOff x="162014" y="5220379"/>
            <a:chExt cx="2878315" cy="738664"/>
          </a:xfrm>
        </p:grpSpPr>
        <p:sp>
          <p:nvSpPr>
            <p:cNvPr id="980" name="Google Shape;980;p40"/>
            <p:cNvSpPr txBox="1"/>
            <p:nvPr/>
          </p:nvSpPr>
          <p:spPr>
            <a:xfrm>
              <a:off x="162014" y="5220379"/>
              <a:ext cx="2349500"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close connection to this client (but </a:t>
              </a:r>
              <a:r>
                <a:rPr i="1" lang="en-US" sz="1400">
                  <a:solidFill>
                    <a:srgbClr val="000099"/>
                  </a:solidFill>
                  <a:latin typeface="Arial"/>
                  <a:ea typeface="Arial"/>
                  <a:cs typeface="Arial"/>
                  <a:sym typeface="Arial"/>
                </a:rPr>
                <a:t>not</a:t>
              </a:r>
              <a:r>
                <a:rPr lang="en-US" sz="1400">
                  <a:solidFill>
                    <a:srgbClr val="000099"/>
                  </a:solidFill>
                  <a:latin typeface="Arial"/>
                  <a:ea typeface="Arial"/>
                  <a:cs typeface="Arial"/>
                  <a:sym typeface="Arial"/>
                </a:rPr>
                <a:t> welcoming socket)</a:t>
              </a:r>
              <a:endParaRPr/>
            </a:p>
          </p:txBody>
        </p:sp>
        <p:cxnSp>
          <p:nvCxnSpPr>
            <p:cNvPr id="981" name="Google Shape;981;p40"/>
            <p:cNvCxnSpPr/>
            <p:nvPr/>
          </p:nvCxnSpPr>
          <p:spPr>
            <a:xfrm>
              <a:off x="2184198" y="5377477"/>
              <a:ext cx="856131" cy="2269"/>
            </a:xfrm>
            <a:prstGeom prst="straightConnector1">
              <a:avLst/>
            </a:prstGeom>
            <a:noFill/>
            <a:ln cap="flat" cmpd="sng" w="12700">
              <a:solidFill>
                <a:srgbClr val="CC0000"/>
              </a:solidFill>
              <a:prstDash val="solid"/>
              <a:round/>
              <a:headEnd len="med" w="med" type="none"/>
              <a:tailEnd len="med" w="med" type="triangle"/>
            </a:ln>
          </p:spPr>
        </p:cxnSp>
      </p:grpSp>
      <p:sp>
        <p:nvSpPr>
          <p:cNvPr id="982" name="Google Shape;982;p40"/>
          <p:cNvSpPr txBox="1"/>
          <p:nvPr/>
        </p:nvSpPr>
        <p:spPr>
          <a:xfrm>
            <a:off x="4241801" y="1439864"/>
            <a:ext cx="6269665" cy="440120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from socket import *</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serverPort = 12000</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serverSocket = socket(AF_INET,SOCK_STREAM)</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serverSocket.bind((‘’,serverPort))</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serverSocket.listen(1)</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print(‘The server is ready to receive’)</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while True:</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connectionSocket, addr = serverSocket.accept()</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sentence = connectionSocket.recv(1024).decode()</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capitalizedSentence = sentence.upper()</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connectionSocket.send(capitalizedSentence.</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encode())</a:t>
            </a:r>
            <a:endParaRPr/>
          </a:p>
          <a:p>
            <a:pPr indent="0" lvl="0" marL="0" marR="0" rtl="0" algn="l">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     connectionSocket.close()</a:t>
            </a:r>
            <a:endParaRPr sz="1800">
              <a:solidFill>
                <a:schemeClr val="dk1"/>
              </a:solidFill>
              <a:latin typeface="Arial"/>
              <a:ea typeface="Arial"/>
              <a:cs typeface="Arial"/>
              <a:sym typeface="Arial"/>
            </a:endParaRPr>
          </a:p>
        </p:txBody>
      </p:sp>
      <p:sp>
        <p:nvSpPr>
          <p:cNvPr id="983" name="Google Shape;983;p40"/>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a:t>
            </a:fld>
            <a:endParaRPr sz="1200">
              <a:solidFill>
                <a:schemeClr val="dk1"/>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7"/>
                                        </p:tgtEl>
                                        <p:attrNameLst>
                                          <p:attrName>style.visibility</p:attrName>
                                        </p:attrNameLst>
                                      </p:cBhvr>
                                      <p:to>
                                        <p:strVal val="visible"/>
                                      </p:to>
                                    </p:set>
                                    <p:animEffect filter="fade" transition="in">
                                      <p:cBhvr>
                                        <p:cTn dur="500"/>
                                        <p:tgtEl>
                                          <p:spTgt spid="9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67"/>
                                        </p:tgtEl>
                                      </p:cBhvr>
                                    </p:animEffect>
                                    <p:set>
                                      <p:cBhvr>
                                        <p:cTn dur="1" fill="hold">
                                          <p:stCondLst>
                                            <p:cond delay="500"/>
                                          </p:stCondLst>
                                        </p:cTn>
                                        <p:tgtEl>
                                          <p:spTgt spid="967"/>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70"/>
                                        </p:tgtEl>
                                        <p:attrNameLst>
                                          <p:attrName>style.visibility</p:attrName>
                                        </p:attrNameLst>
                                      </p:cBhvr>
                                      <p:to>
                                        <p:strVal val="visible"/>
                                      </p:to>
                                    </p:set>
                                    <p:animEffect filter="fade" transition="in">
                                      <p:cBhvr>
                                        <p:cTn dur="500"/>
                                        <p:tgtEl>
                                          <p:spTgt spid="9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70"/>
                                        </p:tgtEl>
                                      </p:cBhvr>
                                    </p:animEffect>
                                    <p:set>
                                      <p:cBhvr>
                                        <p:cTn dur="1" fill="hold">
                                          <p:stCondLst>
                                            <p:cond delay="500"/>
                                          </p:stCondLst>
                                        </p:cTn>
                                        <p:tgtEl>
                                          <p:spTgt spid="970"/>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73"/>
                                        </p:tgtEl>
                                        <p:attrNameLst>
                                          <p:attrName>style.visibility</p:attrName>
                                        </p:attrNameLst>
                                      </p:cBhvr>
                                      <p:to>
                                        <p:strVal val="visible"/>
                                      </p:to>
                                    </p:set>
                                    <p:animEffect filter="fade" transition="in">
                                      <p:cBhvr>
                                        <p:cTn dur="500"/>
                                        <p:tgtEl>
                                          <p:spTgt spid="9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73"/>
                                        </p:tgtEl>
                                      </p:cBhvr>
                                    </p:animEffect>
                                    <p:set>
                                      <p:cBhvr>
                                        <p:cTn dur="1" fill="hold">
                                          <p:stCondLst>
                                            <p:cond delay="500"/>
                                          </p:stCondLst>
                                        </p:cTn>
                                        <p:tgtEl>
                                          <p:spTgt spid="973"/>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76"/>
                                        </p:tgtEl>
                                        <p:attrNameLst>
                                          <p:attrName>style.visibility</p:attrName>
                                        </p:attrNameLst>
                                      </p:cBhvr>
                                      <p:to>
                                        <p:strVal val="visible"/>
                                      </p:to>
                                    </p:set>
                                    <p:animEffect filter="fade" transition="in">
                                      <p:cBhvr>
                                        <p:cTn dur="500"/>
                                        <p:tgtEl>
                                          <p:spTgt spid="9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976"/>
                                        </p:tgtEl>
                                      </p:cBhvr>
                                    </p:animEffect>
                                    <p:set>
                                      <p:cBhvr>
                                        <p:cTn dur="1" fill="hold">
                                          <p:stCondLst>
                                            <p:cond delay="500"/>
                                          </p:stCondLst>
                                        </p:cTn>
                                        <p:tgtEl>
                                          <p:spTgt spid="976"/>
                                        </p:tgtEl>
                                        <p:attrNameLst>
                                          <p:attrName>style.visibility</p:attrName>
                                        </p:attrNameLst>
                                      </p:cBhvr>
                                      <p:to>
                                        <p:strVal val="hidden"/>
                                      </p:to>
                                    </p:set>
                                  </p:childTnLst>
                                </p:cTn>
                              </p:par>
                              <p:par>
                                <p:cTn fill="hold" nodeType="withEffect" presetClass="entr" presetID="10" presetSubtype="0">
                                  <p:stCondLst>
                                    <p:cond delay="0"/>
                                  </p:stCondLst>
                                  <p:childTnLst>
                                    <p:set>
                                      <p:cBhvr>
                                        <p:cTn dur="1" fill="hold">
                                          <p:stCondLst>
                                            <p:cond delay="0"/>
                                          </p:stCondLst>
                                        </p:cTn>
                                        <p:tgtEl>
                                          <p:spTgt spid="979"/>
                                        </p:tgtEl>
                                        <p:attrNameLst>
                                          <p:attrName>style.visibility</p:attrName>
                                        </p:attrNameLst>
                                      </p:cBhvr>
                                      <p:to>
                                        <p:strVal val="visible"/>
                                      </p:to>
                                    </p:set>
                                    <p:animEffect filter="fade" transition="in">
                                      <p:cBhvr>
                                        <p:cTn dur="500"/>
                                        <p:tgtEl>
                                          <p:spTgt spid="9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serverSocket=socket(AF_INET,SOCK_STREAM)</a:t>
            </a:r>
            <a:endParaRPr/>
          </a:p>
        </p:txBody>
      </p:sp>
      <p:sp>
        <p:nvSpPr>
          <p:cNvPr id="989" name="Google Shape;989;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As with TCPClient, the server creates a TCP socket with the above line</a:t>
            </a:r>
            <a:endParaRPr/>
          </a:p>
          <a:p>
            <a:pPr indent="-228600" lvl="0" marL="228600" rtl="0" algn="l">
              <a:lnSpc>
                <a:spcPct val="90000"/>
              </a:lnSpc>
              <a:spcBef>
                <a:spcPts val="1000"/>
              </a:spcBef>
              <a:spcAft>
                <a:spcPts val="0"/>
              </a:spcAft>
              <a:buClr>
                <a:schemeClr val="dk1"/>
              </a:buClr>
              <a:buSzPts val="2800"/>
              <a:buChar char="•"/>
            </a:pPr>
            <a:r>
              <a:rPr lang="en-US"/>
              <a:t>Similar to UDPServer, we associate the server port number, serverPort, with this socket.</a:t>
            </a:r>
            <a:endParaRPr/>
          </a:p>
          <a:p>
            <a:pPr indent="-228600" lvl="0" marL="228600" rtl="0" algn="l">
              <a:lnSpc>
                <a:spcPct val="90000"/>
              </a:lnSpc>
              <a:spcBef>
                <a:spcPts val="1000"/>
              </a:spcBef>
              <a:spcAft>
                <a:spcPts val="0"/>
              </a:spcAft>
              <a:buClr>
                <a:schemeClr val="dk1"/>
              </a:buClr>
              <a:buSzPts val="2800"/>
              <a:buChar char="•"/>
            </a:pPr>
            <a:r>
              <a:rPr lang="en-US"/>
              <a:t>But with TCP, serverSocket will be our welcoming socket.</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sp>
        <p:nvSpPr>
          <p:cNvPr id="994" name="Google Shape;994;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serverSocket.listen(1) </a:t>
            </a:r>
            <a:endParaRPr/>
          </a:p>
        </p:txBody>
      </p:sp>
      <p:sp>
        <p:nvSpPr>
          <p:cNvPr id="995" name="Google Shape;995;p4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After establishing this welcoming door, we will wait and listen for some client to knock on the door.</a:t>
            </a:r>
            <a:endParaRPr/>
          </a:p>
          <a:p>
            <a:pPr indent="-228600" lvl="0" marL="228600" rtl="0" algn="l">
              <a:lnSpc>
                <a:spcPct val="90000"/>
              </a:lnSpc>
              <a:spcBef>
                <a:spcPts val="1000"/>
              </a:spcBef>
              <a:spcAft>
                <a:spcPts val="0"/>
              </a:spcAft>
              <a:buClr>
                <a:schemeClr val="dk1"/>
              </a:buClr>
              <a:buSzPts val="2800"/>
              <a:buChar char="•"/>
            </a:pPr>
            <a:r>
              <a:rPr lang="en-US"/>
              <a:t>This line has the server listen for TCP connection requests from the client. The parameter specifies the maximum number of queued connections (at least 1).</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9" name="Shape 999"/>
        <p:cNvGrpSpPr/>
        <p:nvPr/>
      </p:nvGrpSpPr>
      <p:grpSpPr>
        <a:xfrm>
          <a:off x="0" y="0"/>
          <a:ext cx="0" cy="0"/>
          <a:chOff x="0" y="0"/>
          <a:chExt cx="0" cy="0"/>
        </a:xfrm>
      </p:grpSpPr>
      <p:sp>
        <p:nvSpPr>
          <p:cNvPr id="1000" name="Google Shape;1000;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connectionSocket, addr = serverSocket.accept() </a:t>
            </a:r>
            <a:endParaRPr/>
          </a:p>
        </p:txBody>
      </p:sp>
      <p:sp>
        <p:nvSpPr>
          <p:cNvPr id="1001" name="Google Shape;1001;p4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When a client knocks on this door, the program invokes the </a:t>
            </a:r>
            <a:r>
              <a:rPr i="1" lang="en-US"/>
              <a:t>accept() </a:t>
            </a:r>
            <a:r>
              <a:rPr lang="en-US"/>
              <a:t>method for </a:t>
            </a:r>
            <a:r>
              <a:rPr i="1" lang="en-US"/>
              <a:t>serverSocket</a:t>
            </a:r>
            <a:r>
              <a:rPr lang="en-US"/>
              <a:t>, which creates a new socket in the server, called </a:t>
            </a:r>
            <a:r>
              <a:rPr i="1" lang="en-US"/>
              <a:t>connectionSocket</a:t>
            </a:r>
            <a:r>
              <a:rPr lang="en-US"/>
              <a:t>, dedicated to this particular client. </a:t>
            </a:r>
            <a:endParaRPr/>
          </a:p>
          <a:p>
            <a:pPr indent="-228600" lvl="0" marL="228600" rtl="0" algn="l">
              <a:lnSpc>
                <a:spcPct val="90000"/>
              </a:lnSpc>
              <a:spcBef>
                <a:spcPts val="1000"/>
              </a:spcBef>
              <a:spcAft>
                <a:spcPts val="0"/>
              </a:spcAft>
              <a:buClr>
                <a:schemeClr val="dk1"/>
              </a:buClr>
              <a:buSzPts val="2800"/>
              <a:buChar char="•"/>
            </a:pPr>
            <a:r>
              <a:rPr lang="en-US"/>
              <a:t>The client and server then complete the hand shaking, creating a TCP connection between the client’s </a:t>
            </a:r>
            <a:r>
              <a:rPr i="1" lang="en-US"/>
              <a:t>clientSocket</a:t>
            </a:r>
            <a:r>
              <a:rPr lang="en-US"/>
              <a:t> and the server’s </a:t>
            </a:r>
            <a:r>
              <a:rPr i="1" lang="en-US"/>
              <a:t>connectionSocket</a:t>
            </a:r>
            <a:r>
              <a:rPr lang="en-US"/>
              <a:t>.</a:t>
            </a:r>
            <a:endParaRPr/>
          </a:p>
          <a:p>
            <a:pPr indent="-228600" lvl="0" marL="228600" rtl="0" algn="l">
              <a:lnSpc>
                <a:spcPct val="90000"/>
              </a:lnSpc>
              <a:spcBef>
                <a:spcPts val="1000"/>
              </a:spcBef>
              <a:spcAft>
                <a:spcPts val="0"/>
              </a:spcAft>
              <a:buClr>
                <a:schemeClr val="dk1"/>
              </a:buClr>
              <a:buSzPts val="2800"/>
              <a:buChar char="•"/>
            </a:pPr>
            <a:r>
              <a:rPr lang="en-US"/>
              <a:t>With the TCP connection established, the client and server can now send bytes to each other over the connection.</a:t>
            </a:r>
            <a:endParaRPr/>
          </a:p>
          <a:p>
            <a:pPr indent="-228600" lvl="0" marL="228600" rtl="0" algn="l">
              <a:lnSpc>
                <a:spcPct val="90000"/>
              </a:lnSpc>
              <a:spcBef>
                <a:spcPts val="1000"/>
              </a:spcBef>
              <a:spcAft>
                <a:spcPts val="0"/>
              </a:spcAft>
              <a:buClr>
                <a:schemeClr val="dk1"/>
              </a:buClr>
              <a:buSzPts val="2800"/>
              <a:buChar char="•"/>
            </a:pPr>
            <a:r>
              <a:rPr lang="en-US"/>
              <a:t>With TCP, all bytes sent from one side are only guaranteed to arrive at the other side but also guaranteed to arrive in order.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Google Shape;1006;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connectionSocket.close() </a:t>
            </a:r>
            <a:endParaRPr/>
          </a:p>
        </p:txBody>
      </p:sp>
      <p:sp>
        <p:nvSpPr>
          <p:cNvPr id="1007" name="Google Shape;1007;p4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In this program, after sending the modified sentence to the client, we close the connection socket. </a:t>
            </a:r>
            <a:endParaRPr/>
          </a:p>
          <a:p>
            <a:pPr indent="-228600" lvl="0" marL="228600" rtl="0" algn="l">
              <a:lnSpc>
                <a:spcPct val="90000"/>
              </a:lnSpc>
              <a:spcBef>
                <a:spcPts val="1000"/>
              </a:spcBef>
              <a:spcAft>
                <a:spcPts val="0"/>
              </a:spcAft>
              <a:buClr>
                <a:schemeClr val="dk1"/>
              </a:buClr>
              <a:buSzPts val="2800"/>
              <a:buChar char="•"/>
            </a:pPr>
            <a:r>
              <a:rPr lang="en-US"/>
              <a:t>But since </a:t>
            </a:r>
            <a:r>
              <a:rPr i="1" lang="en-US"/>
              <a:t>serverSocket</a:t>
            </a:r>
            <a:r>
              <a:rPr lang="en-US"/>
              <a:t> remains open, another client can now knock on the door and send the server a sentence to modify.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45"/>
          <p:cNvSpPr/>
          <p:nvPr/>
        </p:nvSpPr>
        <p:spPr>
          <a:xfrm>
            <a:off x="1946275" y="88900"/>
            <a:ext cx="7772400" cy="947738"/>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Clr>
                <a:srgbClr val="000099"/>
              </a:buClr>
              <a:buSzPts val="3600"/>
              <a:buFont typeface="Comic Sans MS"/>
              <a:buNone/>
            </a:pPr>
            <a:r>
              <a:rPr lang="en-US" sz="3600">
                <a:solidFill>
                  <a:srgbClr val="000099"/>
                </a:solidFill>
                <a:latin typeface="Comic Sans MS"/>
                <a:ea typeface="Comic Sans MS"/>
                <a:cs typeface="Comic Sans MS"/>
                <a:sym typeface="Comic Sans MS"/>
              </a:rPr>
              <a:t>Example app: TCP client</a:t>
            </a:r>
            <a:endParaRPr sz="4400">
              <a:solidFill>
                <a:srgbClr val="000099"/>
              </a:solidFill>
              <a:latin typeface="Comic Sans MS"/>
              <a:ea typeface="Comic Sans MS"/>
              <a:cs typeface="Comic Sans MS"/>
              <a:sym typeface="Comic Sans MS"/>
            </a:endParaRPr>
          </a:p>
        </p:txBody>
      </p:sp>
      <p:sp>
        <p:nvSpPr>
          <p:cNvPr id="1013" name="Google Shape;1013;p45"/>
          <p:cNvSpPr txBox="1"/>
          <p:nvPr/>
        </p:nvSpPr>
        <p:spPr>
          <a:xfrm>
            <a:off x="4229100" y="1651001"/>
            <a:ext cx="5889754" cy="3651705"/>
          </a:xfrm>
          <a:prstGeom prst="rect">
            <a:avLst/>
          </a:prstGeom>
          <a:noFill/>
          <a:ln>
            <a:noFill/>
          </a:ln>
        </p:spPr>
        <p:txBody>
          <a:bodyPr anchorCtr="0" anchor="t" bIns="45700" lIns="91425" spcFirstLastPara="1" rIns="91425" wrap="square" tIns="45700">
            <a:spAutoFit/>
          </a:bodyPr>
          <a:lstStyle/>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from socket import *</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serverName = ’servername’</a:t>
            </a:r>
            <a:endParaRPr sz="2000">
              <a:solidFill>
                <a:schemeClr val="dk1"/>
              </a:solidFill>
              <a:latin typeface="Arial"/>
              <a:ea typeface="Arial"/>
              <a:cs typeface="Arial"/>
              <a:sym typeface="Arial"/>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serverPort = 12000</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 = socket(AF_INET, SOCK_STREAM)</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clientSocket.connect((serverName,serverPort))</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sentence = input(‘Input lowercase sentence:’)</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clientSocket.send(sentence.encode())</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modifiedSentence = clientSocket.recv(1024)</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print(‘From Server:’, modifiedSentence.decode())</a:t>
            </a:r>
            <a:endParaRPr/>
          </a:p>
          <a:p>
            <a:pPr indent="0" lvl="0" marL="0" marR="0" rtl="0" algn="l">
              <a:lnSpc>
                <a:spcPct val="140000"/>
              </a:lnSpc>
              <a:spcBef>
                <a:spcPts val="0"/>
              </a:spcBef>
              <a:spcAft>
                <a:spcPts val="0"/>
              </a:spcAft>
              <a:buClr>
                <a:schemeClr val="dk1"/>
              </a:buClr>
              <a:buSzPts val="2000"/>
              <a:buFont typeface="Arial"/>
              <a:buNone/>
            </a:pPr>
            <a:r>
              <a:rPr lang="en-US" sz="2000">
                <a:solidFill>
                  <a:schemeClr val="dk1"/>
                </a:solidFill>
                <a:latin typeface="Arial"/>
                <a:ea typeface="Arial"/>
                <a:cs typeface="Arial"/>
                <a:sym typeface="Arial"/>
              </a:rPr>
              <a:t>clientSocket.close()</a:t>
            </a:r>
            <a:endParaRPr/>
          </a:p>
        </p:txBody>
      </p:sp>
      <p:sp>
        <p:nvSpPr>
          <p:cNvPr id="1014" name="Google Shape;1014;p45"/>
          <p:cNvSpPr txBox="1"/>
          <p:nvPr/>
        </p:nvSpPr>
        <p:spPr>
          <a:xfrm>
            <a:off x="4241800" y="1168401"/>
            <a:ext cx="2706688" cy="46196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C0000"/>
              </a:buClr>
              <a:buSzPts val="2400"/>
              <a:buFont typeface="Arial"/>
              <a:buNone/>
            </a:pPr>
            <a:r>
              <a:rPr i="1" lang="en-US" sz="2400">
                <a:solidFill>
                  <a:srgbClr val="CC0000"/>
                </a:solidFill>
                <a:latin typeface="Arial"/>
                <a:ea typeface="Arial"/>
                <a:cs typeface="Arial"/>
                <a:sym typeface="Arial"/>
              </a:rPr>
              <a:t>Python TCPClient</a:t>
            </a:r>
            <a:endParaRPr/>
          </a:p>
        </p:txBody>
      </p:sp>
      <p:grpSp>
        <p:nvGrpSpPr>
          <p:cNvPr id="1015" name="Google Shape;1015;p45"/>
          <p:cNvGrpSpPr/>
          <p:nvPr/>
        </p:nvGrpSpPr>
        <p:grpSpPr>
          <a:xfrm>
            <a:off x="1524001" y="2600326"/>
            <a:ext cx="2778125" cy="523875"/>
            <a:chOff x="-811" y="2439839"/>
            <a:chExt cx="2778483" cy="523220"/>
          </a:xfrm>
        </p:grpSpPr>
        <p:sp>
          <p:nvSpPr>
            <p:cNvPr id="1016" name="Google Shape;1016;p45"/>
            <p:cNvSpPr txBox="1"/>
            <p:nvPr/>
          </p:nvSpPr>
          <p:spPr>
            <a:xfrm>
              <a:off x="-811" y="2439839"/>
              <a:ext cx="227181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create TCP socket for server, remote port 12000</a:t>
              </a:r>
              <a:endParaRPr/>
            </a:p>
          </p:txBody>
        </p:sp>
        <p:cxnSp>
          <p:nvCxnSpPr>
            <p:cNvPr id="1017" name="Google Shape;1017;p45"/>
            <p:cNvCxnSpPr/>
            <p:nvPr/>
          </p:nvCxnSpPr>
          <p:spPr>
            <a:xfrm>
              <a:off x="2050143" y="2934447"/>
              <a:ext cx="727529" cy="2721"/>
            </a:xfrm>
            <a:prstGeom prst="straightConnector1">
              <a:avLst/>
            </a:prstGeom>
            <a:noFill/>
            <a:ln cap="flat" cmpd="sng" w="12700">
              <a:solidFill>
                <a:srgbClr val="CC0000"/>
              </a:solidFill>
              <a:prstDash val="solid"/>
              <a:round/>
              <a:headEnd len="med" w="med" type="none"/>
              <a:tailEnd len="med" w="med" type="triangle"/>
            </a:ln>
          </p:spPr>
        </p:cxnSp>
      </p:grpSp>
      <p:sp>
        <p:nvSpPr>
          <p:cNvPr id="1018" name="Google Shape;1018;p45"/>
          <p:cNvSpPr/>
          <p:nvPr/>
        </p:nvSpPr>
        <p:spPr>
          <a:xfrm>
            <a:off x="7810500" y="2667000"/>
            <a:ext cx="2247900" cy="508000"/>
          </a:xfrm>
          <a:prstGeom prst="ellipse">
            <a:avLst/>
          </a:prstGeom>
          <a:noFill/>
          <a:ln cap="flat" cmpd="sng" w="19050">
            <a:solidFill>
              <a:srgbClr val="000099"/>
            </a:solidFill>
            <a:prstDash val="solid"/>
            <a:round/>
            <a:headEnd len="sm" w="sm" type="none"/>
            <a:tailEnd len="sm" w="sm" type="none"/>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400"/>
              <a:buFont typeface="Comic Sans MS"/>
              <a:buNone/>
            </a:pPr>
            <a:r>
              <a:t/>
            </a:r>
            <a:endParaRPr sz="2400">
              <a:solidFill>
                <a:schemeClr val="dk1"/>
              </a:solidFill>
              <a:latin typeface="Comic Sans MS"/>
              <a:ea typeface="Comic Sans MS"/>
              <a:cs typeface="Comic Sans MS"/>
              <a:sym typeface="Comic Sans MS"/>
            </a:endParaRPr>
          </a:p>
        </p:txBody>
      </p:sp>
      <p:grpSp>
        <p:nvGrpSpPr>
          <p:cNvPr id="1019" name="Google Shape;1019;p45"/>
          <p:cNvGrpSpPr/>
          <p:nvPr/>
        </p:nvGrpSpPr>
        <p:grpSpPr>
          <a:xfrm>
            <a:off x="1524000" y="3810001"/>
            <a:ext cx="2794000" cy="523875"/>
            <a:chOff x="-17288" y="2918148"/>
            <a:chExt cx="2794960" cy="522566"/>
          </a:xfrm>
        </p:grpSpPr>
        <p:sp>
          <p:nvSpPr>
            <p:cNvPr id="1020" name="Google Shape;1020;p45"/>
            <p:cNvSpPr txBox="1"/>
            <p:nvPr/>
          </p:nvSpPr>
          <p:spPr>
            <a:xfrm>
              <a:off x="-17288" y="2918148"/>
              <a:ext cx="2271818" cy="52256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000099"/>
                </a:buClr>
                <a:buSzPts val="1400"/>
                <a:buFont typeface="Arial"/>
                <a:buNone/>
              </a:pPr>
              <a:r>
                <a:rPr lang="en-US" sz="1400">
                  <a:solidFill>
                    <a:srgbClr val="000099"/>
                  </a:solidFill>
                  <a:latin typeface="Arial"/>
                  <a:ea typeface="Arial"/>
                  <a:cs typeface="Arial"/>
                  <a:sym typeface="Arial"/>
                </a:rPr>
                <a:t>No need to attach server name, port </a:t>
              </a:r>
              <a:endParaRPr/>
            </a:p>
          </p:txBody>
        </p:sp>
        <p:cxnSp>
          <p:nvCxnSpPr>
            <p:cNvPr id="1021" name="Google Shape;1021;p45"/>
            <p:cNvCxnSpPr/>
            <p:nvPr/>
          </p:nvCxnSpPr>
          <p:spPr>
            <a:xfrm>
              <a:off x="2050143" y="3165929"/>
              <a:ext cx="727529" cy="2721"/>
            </a:xfrm>
            <a:prstGeom prst="straightConnector1">
              <a:avLst/>
            </a:prstGeom>
            <a:noFill/>
            <a:ln cap="flat" cmpd="sng" w="12700">
              <a:solidFill>
                <a:srgbClr val="CC0000"/>
              </a:solidFill>
              <a:prstDash val="solid"/>
              <a:round/>
              <a:headEnd len="med" w="med" type="none"/>
              <a:tailEnd len="med" w="med" type="triangle"/>
            </a:ln>
          </p:spPr>
        </p:cxnSp>
      </p:grpSp>
      <p:sp>
        <p:nvSpPr>
          <p:cNvPr id="1022" name="Google Shape;1022;p45"/>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a:t>
            </a:fld>
            <a:endParaRPr sz="1200">
              <a:solidFill>
                <a:schemeClr val="dk1"/>
              </a:solidFill>
              <a:latin typeface="Comic Sans MS"/>
              <a:ea typeface="Comic Sans MS"/>
              <a:cs typeface="Comic Sans MS"/>
              <a:sym typeface="Comic Sans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5"/>
                                        </p:tgtEl>
                                        <p:attrNameLst>
                                          <p:attrName>style.visibility</p:attrName>
                                        </p:attrNameLst>
                                      </p:cBhvr>
                                      <p:to>
                                        <p:strVal val="visible"/>
                                      </p:to>
                                    </p:set>
                                    <p:animEffect filter="fade" transition="in">
                                      <p:cBhvr>
                                        <p:cTn dur="500"/>
                                        <p:tgtEl>
                                          <p:spTgt spid="1015"/>
                                        </p:tgtEl>
                                      </p:cBhvr>
                                    </p:animEffect>
                                  </p:childTnLst>
                                </p:cTn>
                              </p:par>
                              <p:par>
                                <p:cTn fill="hold" nodeType="withEffect" presetClass="entr" presetID="10" presetSubtype="0">
                                  <p:stCondLst>
                                    <p:cond delay="0"/>
                                  </p:stCondLst>
                                  <p:childTnLst>
                                    <p:set>
                                      <p:cBhvr>
                                        <p:cTn dur="1" fill="hold">
                                          <p:stCondLst>
                                            <p:cond delay="0"/>
                                          </p:stCondLst>
                                        </p:cTn>
                                        <p:tgtEl>
                                          <p:spTgt spid="1018"/>
                                        </p:tgtEl>
                                        <p:attrNameLst>
                                          <p:attrName>style.visibility</p:attrName>
                                        </p:attrNameLst>
                                      </p:cBhvr>
                                      <p:to>
                                        <p:strVal val="visible"/>
                                      </p:to>
                                    </p:set>
                                    <p:animEffect filter="fade" transition="in">
                                      <p:cBhvr>
                                        <p:cTn dur="500"/>
                                        <p:tgtEl>
                                          <p:spTgt spid="10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9"/>
                                        </p:tgtEl>
                                        <p:attrNameLst>
                                          <p:attrName>style.visibility</p:attrName>
                                        </p:attrNameLst>
                                      </p:cBhvr>
                                      <p:to>
                                        <p:strVal val="visible"/>
                                      </p:to>
                                    </p:set>
                                    <p:animEffect filter="fade" transition="in">
                                      <p:cBhvr>
                                        <p:cTn dur="500"/>
                                        <p:tgtEl>
                                          <p:spTgt spid="10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clientSocket = socket(AF_INET, SOCK_STREAM) </a:t>
            </a:r>
            <a:endParaRPr/>
          </a:p>
        </p:txBody>
      </p:sp>
      <p:sp>
        <p:nvSpPr>
          <p:cNvPr id="1028" name="Google Shape;1028;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line creates the client’s socket, called </a:t>
            </a:r>
            <a:r>
              <a:rPr i="1" lang="en-US"/>
              <a:t>clientSocket</a:t>
            </a:r>
            <a:r>
              <a:rPr lang="en-US"/>
              <a:t>. The first parameter again indicates that the underlying network is using IPv4.</a:t>
            </a:r>
            <a:endParaRPr/>
          </a:p>
          <a:p>
            <a:pPr indent="-228600" lvl="0" marL="228600" rtl="0" algn="l">
              <a:lnSpc>
                <a:spcPct val="90000"/>
              </a:lnSpc>
              <a:spcBef>
                <a:spcPts val="1000"/>
              </a:spcBef>
              <a:spcAft>
                <a:spcPts val="0"/>
              </a:spcAft>
              <a:buClr>
                <a:schemeClr val="dk1"/>
              </a:buClr>
              <a:buSzPts val="2800"/>
              <a:buChar char="•"/>
            </a:pPr>
            <a:r>
              <a:rPr lang="en-US"/>
              <a:t>The second parameter indicates that the socket is of type </a:t>
            </a:r>
            <a:r>
              <a:rPr i="1" lang="en-US"/>
              <a:t>SOCK_STREAM</a:t>
            </a:r>
            <a:r>
              <a:rPr lang="en-US"/>
              <a:t>, which means it is a TCP socket (rather than a UDP socket). </a:t>
            </a:r>
            <a:endParaRPr/>
          </a:p>
          <a:p>
            <a:pPr indent="-228600" lvl="0" marL="228600" rtl="0" algn="l">
              <a:lnSpc>
                <a:spcPct val="90000"/>
              </a:lnSpc>
              <a:spcBef>
                <a:spcPts val="1000"/>
              </a:spcBef>
              <a:spcAft>
                <a:spcPts val="0"/>
              </a:spcAft>
              <a:buClr>
                <a:schemeClr val="dk1"/>
              </a:buClr>
              <a:buSzPts val="2800"/>
              <a:buChar char="•"/>
            </a:pPr>
            <a:r>
              <a:rPr lang="en-US"/>
              <a:t>Note that we are again not specifying the port number of the client socket when we create it; we are instead letting the operating system do this for us.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2" name="Shape 1032"/>
        <p:cNvGrpSpPr/>
        <p:nvPr/>
      </p:nvGrpSpPr>
      <p:grpSpPr>
        <a:xfrm>
          <a:off x="0" y="0"/>
          <a:ext cx="0" cy="0"/>
          <a:chOff x="0" y="0"/>
          <a:chExt cx="0" cy="0"/>
        </a:xfrm>
      </p:grpSpPr>
      <p:sp>
        <p:nvSpPr>
          <p:cNvPr id="1033" name="Google Shape;1033;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clientSocket.connect((serverName,serverPort)) </a:t>
            </a:r>
            <a:endParaRPr/>
          </a:p>
        </p:txBody>
      </p:sp>
      <p:sp>
        <p:nvSpPr>
          <p:cNvPr id="1034" name="Google Shape;1034;p4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This line of code is very different from what we saw in UDPClient.</a:t>
            </a:r>
            <a:endParaRPr/>
          </a:p>
          <a:p>
            <a:pPr indent="-228600" lvl="0" marL="228600" rtl="0" algn="l">
              <a:lnSpc>
                <a:spcPct val="90000"/>
              </a:lnSpc>
              <a:spcBef>
                <a:spcPts val="1000"/>
              </a:spcBef>
              <a:spcAft>
                <a:spcPts val="0"/>
              </a:spcAft>
              <a:buClr>
                <a:schemeClr val="dk1"/>
              </a:buClr>
              <a:buSzPct val="100000"/>
              <a:buChar char="•"/>
            </a:pPr>
            <a:r>
              <a:rPr lang="en-US"/>
              <a:t>Recall that before the client can send data to the server (or vice versa) using a TCP socket, a TCP connection must first be established between the client and server.</a:t>
            </a:r>
            <a:endParaRPr/>
          </a:p>
          <a:p>
            <a:pPr indent="-228600" lvl="0" marL="228600" rtl="0" algn="l">
              <a:lnSpc>
                <a:spcPct val="90000"/>
              </a:lnSpc>
              <a:spcBef>
                <a:spcPts val="1000"/>
              </a:spcBef>
              <a:spcAft>
                <a:spcPts val="0"/>
              </a:spcAft>
              <a:buClr>
                <a:schemeClr val="dk1"/>
              </a:buClr>
              <a:buSzPct val="100000"/>
              <a:buChar char="•"/>
            </a:pPr>
            <a:r>
              <a:rPr lang="en-US"/>
              <a:t>The above line initiates the TCP connection between the client and server. </a:t>
            </a:r>
            <a:endParaRPr/>
          </a:p>
          <a:p>
            <a:pPr indent="-228600" lvl="0" marL="228600" rtl="0" algn="l">
              <a:lnSpc>
                <a:spcPct val="90000"/>
              </a:lnSpc>
              <a:spcBef>
                <a:spcPts val="1000"/>
              </a:spcBef>
              <a:spcAft>
                <a:spcPts val="0"/>
              </a:spcAft>
              <a:buClr>
                <a:schemeClr val="dk1"/>
              </a:buClr>
              <a:buSzPct val="100000"/>
              <a:buChar char="•"/>
            </a:pPr>
            <a:r>
              <a:rPr lang="en-US"/>
              <a:t>The parameter of the connect() method is the address of the server side of the connection. </a:t>
            </a:r>
            <a:endParaRPr/>
          </a:p>
          <a:p>
            <a:pPr indent="-228600" lvl="0" marL="228600" rtl="0" algn="l">
              <a:lnSpc>
                <a:spcPct val="90000"/>
              </a:lnSpc>
              <a:spcBef>
                <a:spcPts val="1000"/>
              </a:spcBef>
              <a:spcAft>
                <a:spcPts val="0"/>
              </a:spcAft>
              <a:buClr>
                <a:schemeClr val="dk1"/>
              </a:buClr>
              <a:buSzPct val="100000"/>
              <a:buChar char="•"/>
            </a:pPr>
            <a:r>
              <a:rPr lang="en-US"/>
              <a:t>After this line of code is executed, the three-way handshake is performed and a TCP connection is established between the client and server.</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sp>
        <p:nvSpPr>
          <p:cNvPr id="1039" name="Google Shape;1039;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sentence = input(’Input lowercase sentence:’) </a:t>
            </a:r>
            <a:endParaRPr/>
          </a:p>
        </p:txBody>
      </p:sp>
      <p:sp>
        <p:nvSpPr>
          <p:cNvPr id="1040" name="Google Shape;1040;p4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As with UDPClient, the above obtains a sentence from the user. The string sentence continues to gather characters until the user ends the line by typing a carriage return.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clientSocket.send(sentence.encode()) </a:t>
            </a:r>
            <a:endParaRPr/>
          </a:p>
        </p:txBody>
      </p:sp>
      <p:sp>
        <p:nvSpPr>
          <p:cNvPr id="1046" name="Google Shape;1046;p4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above line sends the sentence through the client’s socket and into the TCP connection. </a:t>
            </a:r>
            <a:endParaRPr/>
          </a:p>
          <a:p>
            <a:pPr indent="-228600" lvl="0" marL="228600" rtl="0" algn="l">
              <a:lnSpc>
                <a:spcPct val="90000"/>
              </a:lnSpc>
              <a:spcBef>
                <a:spcPts val="1000"/>
              </a:spcBef>
              <a:spcAft>
                <a:spcPts val="0"/>
              </a:spcAft>
              <a:buClr>
                <a:schemeClr val="dk1"/>
              </a:buClr>
              <a:buSzPts val="2800"/>
              <a:buChar char="•"/>
            </a:pPr>
            <a:r>
              <a:rPr lang="en-US"/>
              <a:t>Note that the program does not explicitly create a packet and attach the destination address to the packet, as was the case with UDP sockets. </a:t>
            </a:r>
            <a:endParaRPr/>
          </a:p>
          <a:p>
            <a:pPr indent="-228600" lvl="0" marL="228600" rtl="0" algn="l">
              <a:lnSpc>
                <a:spcPct val="90000"/>
              </a:lnSpc>
              <a:spcBef>
                <a:spcPts val="1000"/>
              </a:spcBef>
              <a:spcAft>
                <a:spcPts val="0"/>
              </a:spcAft>
              <a:buClr>
                <a:schemeClr val="dk1"/>
              </a:buClr>
              <a:buSzPts val="2800"/>
              <a:buChar char="•"/>
            </a:pPr>
            <a:r>
              <a:rPr lang="en-US"/>
              <a:t>Instead the client program simply drops the bytes in the string sentence into the TCP connection. </a:t>
            </a:r>
            <a:endParaRPr/>
          </a:p>
          <a:p>
            <a:pPr indent="-228600" lvl="0" marL="228600" rtl="0" algn="l">
              <a:lnSpc>
                <a:spcPct val="90000"/>
              </a:lnSpc>
              <a:spcBef>
                <a:spcPts val="1000"/>
              </a:spcBef>
              <a:spcAft>
                <a:spcPts val="0"/>
              </a:spcAft>
              <a:buClr>
                <a:schemeClr val="dk1"/>
              </a:buClr>
              <a:buSzPts val="2800"/>
              <a:buChar char="•"/>
            </a:pPr>
            <a:r>
              <a:rPr lang="en-US"/>
              <a:t>The client then waits to receive bytes from the server.</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modifiedSentence = clientSocket.recv(2048) </a:t>
            </a:r>
            <a:endParaRPr/>
          </a:p>
        </p:txBody>
      </p:sp>
      <p:sp>
        <p:nvSpPr>
          <p:cNvPr id="1052" name="Google Shape;1052;p5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When characters arrive from the server, they get placed into the string </a:t>
            </a:r>
            <a:r>
              <a:rPr i="1" lang="en-US"/>
              <a:t>modifiedSentence</a:t>
            </a:r>
            <a:r>
              <a:rPr lang="en-US"/>
              <a:t>. </a:t>
            </a:r>
            <a:endParaRPr/>
          </a:p>
          <a:p>
            <a:pPr indent="-228600" lvl="0" marL="228600" rtl="0" algn="l">
              <a:lnSpc>
                <a:spcPct val="90000"/>
              </a:lnSpc>
              <a:spcBef>
                <a:spcPts val="1000"/>
              </a:spcBef>
              <a:spcAft>
                <a:spcPts val="0"/>
              </a:spcAft>
              <a:buClr>
                <a:schemeClr val="dk1"/>
              </a:buClr>
              <a:buSzPts val="2800"/>
              <a:buChar char="•"/>
            </a:pPr>
            <a:r>
              <a:rPr lang="en-US"/>
              <a:t>Characters continue to accumulate in </a:t>
            </a:r>
            <a:r>
              <a:rPr i="1" lang="en-US"/>
              <a:t>modifiedSentence</a:t>
            </a:r>
            <a:r>
              <a:rPr lang="en-US"/>
              <a:t> until the line ends with a carriage return character.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clientSocket.close() </a:t>
            </a:r>
            <a:endParaRPr/>
          </a:p>
        </p:txBody>
      </p:sp>
      <p:sp>
        <p:nvSpPr>
          <p:cNvPr id="1058" name="Google Shape;1058;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This last line closes the socket and, hence, closes the TCP connection between the client and the server.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52"/>
          <p:cNvSpPr txBox="1"/>
          <p:nvPr>
            <p:ph type="title"/>
          </p:nvPr>
        </p:nvSpPr>
        <p:spPr>
          <a:xfrm>
            <a:off x="2209800" y="304800"/>
            <a:ext cx="8001000" cy="11430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sz="3600"/>
              <a:t>Two Different Server Behaviors</a:t>
            </a:r>
            <a:endParaRPr/>
          </a:p>
        </p:txBody>
      </p:sp>
      <p:sp>
        <p:nvSpPr>
          <p:cNvPr id="1065" name="Google Shape;1065;p5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Iterative server</a:t>
            </a:r>
            <a:endParaRPr/>
          </a:p>
          <a:p>
            <a:pPr indent="-228600" lvl="1" marL="685800" rtl="0" algn="l">
              <a:lnSpc>
                <a:spcPct val="90000"/>
              </a:lnSpc>
              <a:spcBef>
                <a:spcPts val="500"/>
              </a:spcBef>
              <a:spcAft>
                <a:spcPts val="0"/>
              </a:spcAft>
              <a:buClr>
                <a:schemeClr val="dk1"/>
              </a:buClr>
              <a:buSzPts val="1800"/>
              <a:buChar char="•"/>
            </a:pPr>
            <a:r>
              <a:rPr lang="en-US" sz="1800"/>
              <a:t>At any time, only handles one client request</a:t>
            </a:r>
            <a:endParaRPr/>
          </a:p>
        </p:txBody>
      </p:sp>
      <p:sp>
        <p:nvSpPr>
          <p:cNvPr id="1066" name="Google Shape;1066;p52"/>
          <p:cNvSpPr txBox="1"/>
          <p:nvPr>
            <p:ph idx="2" type="body"/>
          </p:nvPr>
        </p:nvSpPr>
        <p:spPr>
          <a:xfrm>
            <a:off x="5791200" y="1981200"/>
            <a:ext cx="4572000" cy="411480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Concurrent server</a:t>
            </a:r>
            <a:endParaRPr/>
          </a:p>
          <a:p>
            <a:pPr indent="-228600" lvl="1" marL="685800" rtl="0" algn="l">
              <a:lnSpc>
                <a:spcPct val="90000"/>
              </a:lnSpc>
              <a:spcBef>
                <a:spcPts val="500"/>
              </a:spcBef>
              <a:spcAft>
                <a:spcPts val="0"/>
              </a:spcAft>
              <a:buClr>
                <a:schemeClr val="dk1"/>
              </a:buClr>
              <a:buSzPts val="1800"/>
              <a:buChar char="•"/>
            </a:pPr>
            <a:r>
              <a:rPr lang="en-US" sz="1800"/>
              <a:t>Multiple client requests can be handled simultaneously</a:t>
            </a:r>
            <a:endParaRPr/>
          </a:p>
          <a:p>
            <a:pPr indent="-228600" lvl="1" marL="685800" rtl="0" algn="l">
              <a:lnSpc>
                <a:spcPct val="90000"/>
              </a:lnSpc>
              <a:spcBef>
                <a:spcPts val="500"/>
              </a:spcBef>
              <a:spcAft>
                <a:spcPts val="0"/>
              </a:spcAft>
              <a:buClr>
                <a:schemeClr val="dk1"/>
              </a:buClr>
              <a:buSzPts val="1800"/>
              <a:buChar char="•"/>
            </a:pPr>
            <a:r>
              <a:rPr lang="en-US" sz="1800"/>
              <a:t>create a new process/thread to handle each request</a:t>
            </a:r>
            <a:endParaRPr/>
          </a:p>
        </p:txBody>
      </p:sp>
      <p:sp>
        <p:nvSpPr>
          <p:cNvPr id="1067" name="Google Shape;1067;p52"/>
          <p:cNvSpPr txBox="1"/>
          <p:nvPr/>
        </p:nvSpPr>
        <p:spPr>
          <a:xfrm>
            <a:off x="2574925" y="3089275"/>
            <a:ext cx="3279872" cy="15696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C0000"/>
              </a:buClr>
              <a:buSzPts val="2400"/>
              <a:buFont typeface="Times New Roman"/>
              <a:buNone/>
            </a:pPr>
            <a:r>
              <a:rPr i="1" lang="en-US" sz="2400">
                <a:solidFill>
                  <a:srgbClr val="CC0000"/>
                </a:solidFill>
                <a:latin typeface="Times New Roman"/>
                <a:ea typeface="Times New Roman"/>
                <a:cs typeface="Times New Roman"/>
                <a:sym typeface="Times New Roman"/>
              </a:rPr>
              <a:t>for (;;) {</a:t>
            </a:r>
            <a:endParaRPr/>
          </a:p>
          <a:p>
            <a:pPr indent="0" lvl="0" marL="0" marR="0" rtl="0" algn="l">
              <a:spcBef>
                <a:spcPts val="0"/>
              </a:spcBef>
              <a:spcAft>
                <a:spcPts val="0"/>
              </a:spcAft>
              <a:buClr>
                <a:srgbClr val="CC0000"/>
              </a:buClr>
              <a:buSzPts val="2400"/>
              <a:buFont typeface="Times New Roman"/>
              <a:buNone/>
            </a:pPr>
            <a:r>
              <a:rPr i="1" lang="en-US" sz="2400">
                <a:solidFill>
                  <a:srgbClr val="CC0000"/>
                </a:solidFill>
                <a:latin typeface="Times New Roman"/>
                <a:ea typeface="Times New Roman"/>
                <a:cs typeface="Times New Roman"/>
                <a:sym typeface="Times New Roman"/>
              </a:rPr>
              <a:t>   accept a client request;</a:t>
            </a:r>
            <a:endParaRPr/>
          </a:p>
          <a:p>
            <a:pPr indent="0" lvl="0" marL="0" marR="0" rtl="0" algn="l">
              <a:spcBef>
                <a:spcPts val="0"/>
              </a:spcBef>
              <a:spcAft>
                <a:spcPts val="0"/>
              </a:spcAft>
              <a:buClr>
                <a:srgbClr val="CC0000"/>
              </a:buClr>
              <a:buSzPts val="2400"/>
              <a:buFont typeface="Times New Roman"/>
              <a:buNone/>
            </a:pPr>
            <a:r>
              <a:rPr i="1" lang="en-US" sz="2400">
                <a:solidFill>
                  <a:srgbClr val="CC0000"/>
                </a:solidFill>
                <a:latin typeface="Times New Roman"/>
                <a:ea typeface="Times New Roman"/>
                <a:cs typeface="Times New Roman"/>
                <a:sym typeface="Times New Roman"/>
              </a:rPr>
              <a:t>   handle it</a:t>
            </a:r>
            <a:endParaRPr/>
          </a:p>
          <a:p>
            <a:pPr indent="0" lvl="0" marL="0" marR="0" rtl="0" algn="l">
              <a:spcBef>
                <a:spcPts val="0"/>
              </a:spcBef>
              <a:spcAft>
                <a:spcPts val="0"/>
              </a:spcAft>
              <a:buClr>
                <a:srgbClr val="CC0000"/>
              </a:buClr>
              <a:buSzPts val="2400"/>
              <a:buFont typeface="Times New Roman"/>
              <a:buNone/>
            </a:pPr>
            <a:r>
              <a:rPr i="1" lang="en-US" sz="2400">
                <a:solidFill>
                  <a:srgbClr val="CC0000"/>
                </a:solidFill>
                <a:latin typeface="Times New Roman"/>
                <a:ea typeface="Times New Roman"/>
                <a:cs typeface="Times New Roman"/>
                <a:sym typeface="Times New Roman"/>
              </a:rPr>
              <a:t>}</a:t>
            </a:r>
            <a:endParaRPr/>
          </a:p>
        </p:txBody>
      </p:sp>
      <p:sp>
        <p:nvSpPr>
          <p:cNvPr id="1068" name="Google Shape;1068;p52"/>
          <p:cNvSpPr txBox="1"/>
          <p:nvPr/>
        </p:nvSpPr>
        <p:spPr>
          <a:xfrm>
            <a:off x="5943600" y="3581400"/>
            <a:ext cx="4495800" cy="23083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Clr>
                <a:srgbClr val="CC0000"/>
              </a:buClr>
              <a:buSzPts val="2400"/>
              <a:buFont typeface="Times New Roman"/>
              <a:buNone/>
            </a:pPr>
            <a:r>
              <a:rPr i="1" lang="en-US" sz="2400">
                <a:solidFill>
                  <a:srgbClr val="CC0000"/>
                </a:solidFill>
                <a:latin typeface="Times New Roman"/>
                <a:ea typeface="Times New Roman"/>
                <a:cs typeface="Times New Roman"/>
                <a:sym typeface="Times New Roman"/>
              </a:rPr>
              <a:t>for (;;) {</a:t>
            </a:r>
            <a:endParaRPr/>
          </a:p>
          <a:p>
            <a:pPr indent="0" lvl="0" marL="0" marR="0" rtl="0" algn="l">
              <a:spcBef>
                <a:spcPts val="0"/>
              </a:spcBef>
              <a:spcAft>
                <a:spcPts val="0"/>
              </a:spcAft>
              <a:buClr>
                <a:srgbClr val="CC0000"/>
              </a:buClr>
              <a:buSzPts val="2400"/>
              <a:buFont typeface="Times New Roman"/>
              <a:buNone/>
            </a:pPr>
            <a:r>
              <a:rPr i="1" lang="en-US" sz="2400">
                <a:solidFill>
                  <a:srgbClr val="CC0000"/>
                </a:solidFill>
                <a:latin typeface="Times New Roman"/>
                <a:ea typeface="Times New Roman"/>
                <a:cs typeface="Times New Roman"/>
                <a:sym typeface="Times New Roman"/>
              </a:rPr>
              <a:t>   accept a client request;</a:t>
            </a:r>
            <a:endParaRPr/>
          </a:p>
          <a:p>
            <a:pPr indent="0" lvl="0" marL="0" marR="0" rtl="0" algn="l">
              <a:spcBef>
                <a:spcPts val="0"/>
              </a:spcBef>
              <a:spcAft>
                <a:spcPts val="0"/>
              </a:spcAft>
              <a:buClr>
                <a:srgbClr val="CC0000"/>
              </a:buClr>
              <a:buSzPts val="2400"/>
              <a:buFont typeface="Times New Roman"/>
              <a:buNone/>
            </a:pPr>
            <a:r>
              <a:rPr i="1" lang="en-US" sz="2400">
                <a:solidFill>
                  <a:srgbClr val="CC0000"/>
                </a:solidFill>
                <a:latin typeface="Times New Roman"/>
                <a:ea typeface="Times New Roman"/>
                <a:cs typeface="Times New Roman"/>
                <a:sym typeface="Times New Roman"/>
              </a:rPr>
              <a:t>   create a new  process / thread  to 	handle 	request;</a:t>
            </a:r>
            <a:endParaRPr/>
          </a:p>
          <a:p>
            <a:pPr indent="0" lvl="0" marL="0" marR="0" rtl="0" algn="l">
              <a:spcBef>
                <a:spcPts val="0"/>
              </a:spcBef>
              <a:spcAft>
                <a:spcPts val="0"/>
              </a:spcAft>
              <a:buClr>
                <a:srgbClr val="CC0000"/>
              </a:buClr>
              <a:buSzPts val="2400"/>
              <a:buFont typeface="Times New Roman"/>
              <a:buNone/>
            </a:pPr>
            <a:r>
              <a:rPr i="1" lang="en-US" sz="2400">
                <a:solidFill>
                  <a:srgbClr val="CC0000"/>
                </a:solidFill>
                <a:latin typeface="Times New Roman"/>
                <a:ea typeface="Times New Roman"/>
                <a:cs typeface="Times New Roman"/>
                <a:sym typeface="Times New Roman"/>
              </a:rPr>
              <a:t>   parent process / thread continues</a:t>
            </a:r>
            <a:endParaRPr/>
          </a:p>
          <a:p>
            <a:pPr indent="0" lvl="0" marL="0" marR="0" rtl="0" algn="l">
              <a:spcBef>
                <a:spcPts val="0"/>
              </a:spcBef>
              <a:spcAft>
                <a:spcPts val="0"/>
              </a:spcAft>
              <a:buClr>
                <a:srgbClr val="CC0000"/>
              </a:buClr>
              <a:buSzPts val="2400"/>
              <a:buFont typeface="Times New Roman"/>
              <a:buNone/>
            </a:pPr>
            <a:r>
              <a:rPr i="1" lang="en-US" sz="2400">
                <a:solidFill>
                  <a:srgbClr val="CC0000"/>
                </a:solidFill>
                <a:latin typeface="Times New Roman"/>
                <a:ea typeface="Times New Roman"/>
                <a:cs typeface="Times New Roman"/>
                <a:sym typeface="Times New Roman"/>
              </a:rPr>
              <a:t>}</a:t>
            </a:r>
            <a:endParaRPr/>
          </a:p>
        </p:txBody>
      </p:sp>
      <p:sp>
        <p:nvSpPr>
          <p:cNvPr id="1069" name="Google Shape;1069;p52"/>
          <p:cNvSpPr txBox="1"/>
          <p:nvPr>
            <p:ph idx="12" type="sldNum"/>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200"/>
              <a:buFont typeface="Comic Sans MS"/>
              <a:buNone/>
            </a:pPr>
            <a:fld id="{00000000-1234-1234-1234-123412341234}" type="slidenum">
              <a:rPr lang="en-US" sz="1200">
                <a:solidFill>
                  <a:schemeClr val="dk1"/>
                </a:solidFill>
                <a:latin typeface="Comic Sans MS"/>
                <a:ea typeface="Comic Sans MS"/>
                <a:cs typeface="Comic Sans MS"/>
                <a:sym typeface="Comic Sans MS"/>
              </a:rPr>
              <a:t>‹#›</a:t>
            </a:fld>
            <a:endParaRPr sz="1200">
              <a:solidFill>
                <a:schemeClr val="dk1"/>
              </a:solidFill>
              <a:latin typeface="Comic Sans MS"/>
              <a:ea typeface="Comic Sans MS"/>
              <a:cs typeface="Comic Sans MS"/>
              <a:sym typeface="Comic Sans MS"/>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4400"/>
              <a:buFont typeface="Arial"/>
              <a:buNone/>
            </a:pPr>
            <a:r>
              <a:rPr b="0" i="0" lang="en-US">
                <a:solidFill>
                  <a:srgbClr val="222222"/>
                </a:solidFill>
                <a:latin typeface="Arial"/>
                <a:ea typeface="Arial"/>
                <a:cs typeface="Arial"/>
                <a:sym typeface="Arial"/>
              </a:rPr>
              <a:t>socket.socket()</a:t>
            </a:r>
            <a:endParaRPr/>
          </a:p>
        </p:txBody>
      </p:sp>
      <p:sp>
        <p:nvSpPr>
          <p:cNvPr id="1075" name="Google Shape;1075;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i="1" lang="en-US"/>
              <a:t>socket.socket() </a:t>
            </a:r>
            <a:r>
              <a:rPr lang="en-US"/>
              <a:t>creates a socket object that supports the context manager type, so you can use it in a with statement. There’s no need to call </a:t>
            </a:r>
            <a:r>
              <a:rPr i="1" lang="en-US"/>
              <a:t>s.close()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 arguments passed to </a:t>
            </a:r>
            <a:r>
              <a:rPr i="1" lang="en-US"/>
              <a:t>socket() </a:t>
            </a:r>
            <a:r>
              <a:rPr lang="en-US"/>
              <a:t>are constants used to specify the address family and socket type. </a:t>
            </a:r>
            <a:endParaRPr/>
          </a:p>
          <a:p>
            <a:pPr indent="-228600" lvl="0" marL="228600" rtl="0" algn="l">
              <a:lnSpc>
                <a:spcPct val="90000"/>
              </a:lnSpc>
              <a:spcBef>
                <a:spcPts val="1000"/>
              </a:spcBef>
              <a:spcAft>
                <a:spcPts val="0"/>
              </a:spcAft>
              <a:buClr>
                <a:schemeClr val="dk1"/>
              </a:buClr>
              <a:buSzPts val="2800"/>
              <a:buChar char="•"/>
            </a:pPr>
            <a:r>
              <a:rPr i="1" lang="en-US"/>
              <a:t>AF_INET </a:t>
            </a:r>
            <a:r>
              <a:rPr lang="en-US"/>
              <a:t>is the Internet address family for </a:t>
            </a:r>
            <a:r>
              <a:rPr i="1" lang="en-US"/>
              <a:t>IPv4. SOCK_STREAM </a:t>
            </a:r>
            <a:r>
              <a:rPr lang="en-US"/>
              <a:t>is the socket type for TCP, the protocol that will be used to transport messages in the network.</a:t>
            </a:r>
            <a:endParaRPr/>
          </a:p>
        </p:txBody>
      </p:sp>
      <p:pic>
        <p:nvPicPr>
          <p:cNvPr id="1076" name="Google Shape;1076;p53"/>
          <p:cNvPicPr preferRelativeResize="0"/>
          <p:nvPr/>
        </p:nvPicPr>
        <p:blipFill rotWithShape="1">
          <a:blip r:embed="rId3">
            <a:alphaModFix/>
          </a:blip>
          <a:srcRect b="0" l="0" r="0" t="0"/>
          <a:stretch/>
        </p:blipFill>
        <p:spPr>
          <a:xfrm>
            <a:off x="2883891" y="3116553"/>
            <a:ext cx="6424217" cy="62489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22222"/>
              </a:buClr>
              <a:buSzPts val="4400"/>
              <a:buFont typeface="Arial"/>
              <a:buNone/>
            </a:pPr>
            <a:r>
              <a:rPr b="0" i="0" lang="en-US">
                <a:solidFill>
                  <a:srgbClr val="222222"/>
                </a:solidFill>
                <a:latin typeface="Arial"/>
                <a:ea typeface="Arial"/>
                <a:cs typeface="Arial"/>
                <a:sym typeface="Arial"/>
              </a:rPr>
              <a:t>.bind()</a:t>
            </a:r>
            <a:endParaRPr/>
          </a:p>
        </p:txBody>
      </p:sp>
      <p:sp>
        <p:nvSpPr>
          <p:cNvPr id="1082" name="Google Shape;1082;p5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.bind() method is used to associate the socket with a specific network interface and port number:</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 values passed to .bind() depend on the address family of the socket. </a:t>
            </a:r>
            <a:endParaRPr/>
          </a:p>
          <a:p>
            <a:pPr indent="-228600" lvl="0" marL="228600" rtl="0" algn="l">
              <a:lnSpc>
                <a:spcPct val="90000"/>
              </a:lnSpc>
              <a:spcBef>
                <a:spcPts val="1000"/>
              </a:spcBef>
              <a:spcAft>
                <a:spcPts val="0"/>
              </a:spcAft>
              <a:buClr>
                <a:schemeClr val="dk1"/>
              </a:buClr>
              <a:buSzPts val="2800"/>
              <a:buChar char="•"/>
            </a:pPr>
            <a:r>
              <a:rPr lang="en-US"/>
              <a:t>In this example, we’re using socket.AF_INET (IPv4). So it expects a two-tuple: (host, port).</a:t>
            </a:r>
            <a:endParaRPr/>
          </a:p>
        </p:txBody>
      </p:sp>
      <p:pic>
        <p:nvPicPr>
          <p:cNvPr id="1083" name="Google Shape;1083;p54"/>
          <p:cNvPicPr preferRelativeResize="0"/>
          <p:nvPr/>
        </p:nvPicPr>
        <p:blipFill rotWithShape="1">
          <a:blip r:embed="rId3">
            <a:alphaModFix/>
          </a:blip>
          <a:srcRect b="0" l="0" r="0" t="0"/>
          <a:stretch/>
        </p:blipFill>
        <p:spPr>
          <a:xfrm>
            <a:off x="2868650" y="2876502"/>
            <a:ext cx="6454699" cy="1104996"/>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7" name="Shape 1087"/>
        <p:cNvGrpSpPr/>
        <p:nvPr/>
      </p:nvGrpSpPr>
      <p:grpSpPr>
        <a:xfrm>
          <a:off x="0" y="0"/>
          <a:ext cx="0" cy="0"/>
          <a:chOff x="0" y="0"/>
          <a:chExt cx="0" cy="0"/>
        </a:xfrm>
      </p:grpSpPr>
      <p:sp>
        <p:nvSpPr>
          <p:cNvPr id="1088" name="Google Shape;1088;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port</a:t>
            </a:r>
            <a:endParaRPr/>
          </a:p>
        </p:txBody>
      </p:sp>
      <p:sp>
        <p:nvSpPr>
          <p:cNvPr id="1089" name="Google Shape;1089;p5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port represents the TCP port number to accept connections on from clients. </a:t>
            </a:r>
            <a:endParaRPr/>
          </a:p>
          <a:p>
            <a:pPr indent="-228600" lvl="0" marL="228600" rtl="0" algn="l">
              <a:lnSpc>
                <a:spcPct val="90000"/>
              </a:lnSpc>
              <a:spcBef>
                <a:spcPts val="1000"/>
              </a:spcBef>
              <a:spcAft>
                <a:spcPts val="0"/>
              </a:spcAft>
              <a:buClr>
                <a:schemeClr val="dk1"/>
              </a:buClr>
              <a:buSzPts val="2800"/>
              <a:buChar char="•"/>
            </a:pPr>
            <a:r>
              <a:rPr lang="en-US"/>
              <a:t>It should be an integer from 1 to 65535, as 0 is reserved. </a:t>
            </a:r>
            <a:endParaRPr/>
          </a:p>
          <a:p>
            <a:pPr indent="-228600" lvl="0" marL="228600" rtl="0" algn="l">
              <a:lnSpc>
                <a:spcPct val="90000"/>
              </a:lnSpc>
              <a:spcBef>
                <a:spcPts val="1000"/>
              </a:spcBef>
              <a:spcAft>
                <a:spcPts val="0"/>
              </a:spcAft>
              <a:buClr>
                <a:schemeClr val="dk1"/>
              </a:buClr>
              <a:buSzPts val="2800"/>
              <a:buChar char="•"/>
            </a:pPr>
            <a:r>
              <a:rPr lang="en-US"/>
              <a:t>Some systems may require superuser privileges if the port number is less than 1024.</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 note on using hostnames with .bind()</a:t>
            </a:r>
            <a:endParaRPr/>
          </a:p>
        </p:txBody>
      </p:sp>
      <p:sp>
        <p:nvSpPr>
          <p:cNvPr id="1095" name="Google Shape;1095;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If you use a hostname in the host portion of IPv4/v6 socket address, the program may show a non-deterministic behavior, as Python uses the first address returned from the DNS resolution. The socket address will be resolved differently into an actual IPv4/v6 address, depending on the results from DNS resolution and/or the host configuration. For deterministic behavior use a numeric address in host portion.</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9" name="Shape 1099"/>
        <p:cNvGrpSpPr/>
        <p:nvPr/>
      </p:nvGrpSpPr>
      <p:grpSpPr>
        <a:xfrm>
          <a:off x="0" y="0"/>
          <a:ext cx="0" cy="0"/>
          <a:chOff x="0" y="0"/>
          <a:chExt cx="0" cy="0"/>
        </a:xfrm>
      </p:grpSpPr>
      <p:sp>
        <p:nvSpPr>
          <p:cNvPr id="1100" name="Google Shape;1100;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.listen()</a:t>
            </a:r>
            <a:endParaRPr/>
          </a:p>
        </p:txBody>
      </p:sp>
      <p:sp>
        <p:nvSpPr>
          <p:cNvPr id="1101" name="Google Shape;1101;p5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In the server example, .listen() enables a server to accept connections. It makes the server a listening socket:</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The .listen() method has a backlog parameter. It specifies the number of unaccepted connections that the system will allow before refusing new connections.</a:t>
            </a:r>
            <a:endParaRPr/>
          </a:p>
          <a:p>
            <a:pPr indent="-228600" lvl="0" marL="228600" rtl="0" algn="l">
              <a:lnSpc>
                <a:spcPct val="90000"/>
              </a:lnSpc>
              <a:spcBef>
                <a:spcPts val="1000"/>
              </a:spcBef>
              <a:spcAft>
                <a:spcPts val="0"/>
              </a:spcAft>
              <a:buClr>
                <a:schemeClr val="dk1"/>
              </a:buClr>
              <a:buSzPct val="100000"/>
              <a:buChar char="•"/>
            </a:pPr>
            <a:r>
              <a:rPr lang="en-US"/>
              <a:t> Starting in Python 3.5, it’s optional. If not specified, a default backlog value is chosen.</a:t>
            </a:r>
            <a:endParaRPr/>
          </a:p>
        </p:txBody>
      </p:sp>
      <p:pic>
        <p:nvPicPr>
          <p:cNvPr id="1102" name="Google Shape;1102;p57"/>
          <p:cNvPicPr preferRelativeResize="0"/>
          <p:nvPr/>
        </p:nvPicPr>
        <p:blipFill rotWithShape="1">
          <a:blip r:embed="rId3">
            <a:alphaModFix/>
          </a:blip>
          <a:srcRect b="0" l="0" r="0" t="0"/>
          <a:stretch/>
        </p:blipFill>
        <p:spPr>
          <a:xfrm>
            <a:off x="2428784" y="2780497"/>
            <a:ext cx="6370872" cy="1493649"/>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backlog </a:t>
            </a:r>
            <a:endParaRPr/>
          </a:p>
        </p:txBody>
      </p:sp>
      <p:sp>
        <p:nvSpPr>
          <p:cNvPr id="1108" name="Google Shape;1108;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If your server receives a lot of connection requests simultaneously, increasing the backlog value may help by setting the maximum length of the queue for pending connections. </a:t>
            </a:r>
            <a:endParaRPr/>
          </a:p>
          <a:p>
            <a:pPr indent="-228600" lvl="0" marL="228600" rtl="0" algn="l">
              <a:lnSpc>
                <a:spcPct val="90000"/>
              </a:lnSpc>
              <a:spcBef>
                <a:spcPts val="1000"/>
              </a:spcBef>
              <a:spcAft>
                <a:spcPts val="0"/>
              </a:spcAft>
              <a:buClr>
                <a:schemeClr val="dk1"/>
              </a:buClr>
              <a:buSzPts val="2800"/>
              <a:buChar char="•"/>
            </a:pPr>
            <a:r>
              <a:rPr lang="en-US"/>
              <a:t>The maximum value is system dependent. For example, on Linux, see /proc/sys/net/core/somaxconn.</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sp>
        <p:nvSpPr>
          <p:cNvPr id="1113" name="Google Shape;1113;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.accept() </a:t>
            </a:r>
            <a:endParaRPr/>
          </a:p>
        </p:txBody>
      </p:sp>
      <p:sp>
        <p:nvSpPr>
          <p:cNvPr id="1114" name="Google Shape;1114;p5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.accept() method blocks execution and waits for an incoming connection. </a:t>
            </a:r>
            <a:endParaRPr/>
          </a:p>
          <a:p>
            <a:pPr indent="-228600" lvl="0" marL="228600" rtl="0" algn="l">
              <a:lnSpc>
                <a:spcPct val="90000"/>
              </a:lnSpc>
              <a:spcBef>
                <a:spcPts val="1000"/>
              </a:spcBef>
              <a:spcAft>
                <a:spcPts val="0"/>
              </a:spcAft>
              <a:buClr>
                <a:schemeClr val="dk1"/>
              </a:buClr>
              <a:buSzPts val="2800"/>
              <a:buChar char="•"/>
            </a:pPr>
            <a:r>
              <a:rPr lang="en-US"/>
              <a:t>When a client connects, it returns a new socket object representing the connection and a tuple holding the address of the client. </a:t>
            </a:r>
            <a:endParaRPr/>
          </a:p>
          <a:p>
            <a:pPr indent="-228600" lvl="0" marL="228600" rtl="0" algn="l">
              <a:lnSpc>
                <a:spcPct val="90000"/>
              </a:lnSpc>
              <a:spcBef>
                <a:spcPts val="1000"/>
              </a:spcBef>
              <a:spcAft>
                <a:spcPts val="0"/>
              </a:spcAft>
              <a:buClr>
                <a:schemeClr val="dk1"/>
              </a:buClr>
              <a:buSzPts val="2800"/>
              <a:buChar char="•"/>
            </a:pPr>
            <a:r>
              <a:rPr lang="en-US"/>
              <a:t>The tuple will contain (host, port) for IPv4 connections or (host, port, flowinfo, scopeid) for IPv6.</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.accept() </a:t>
            </a:r>
            <a:endParaRPr/>
          </a:p>
        </p:txBody>
      </p:sp>
      <p:sp>
        <p:nvSpPr>
          <p:cNvPr id="1120" name="Google Shape;1120;p6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now have a new socket object from .accept(). It’s the socket that you’ll use to communicate with the client. It’s distinct from the listening socket that the server is using to accept new connections</a:t>
            </a:r>
            <a:endParaRPr/>
          </a:p>
        </p:txBody>
      </p:sp>
      <p:pic>
        <p:nvPicPr>
          <p:cNvPr id="1121" name="Google Shape;1121;p60"/>
          <p:cNvPicPr preferRelativeResize="0"/>
          <p:nvPr/>
        </p:nvPicPr>
        <p:blipFill rotWithShape="1">
          <a:blip r:embed="rId3">
            <a:alphaModFix/>
          </a:blip>
          <a:srcRect b="0" l="0" r="0" t="0"/>
          <a:stretch/>
        </p:blipFill>
        <p:spPr>
          <a:xfrm>
            <a:off x="3139522" y="3291574"/>
            <a:ext cx="5852667" cy="237764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5" name="Shape 1125"/>
        <p:cNvGrpSpPr/>
        <p:nvPr/>
      </p:nvGrpSpPr>
      <p:grpSpPr>
        <a:xfrm>
          <a:off x="0" y="0"/>
          <a:ext cx="0" cy="0"/>
          <a:chOff x="0" y="0"/>
          <a:chExt cx="0" cy="0"/>
        </a:xfrm>
      </p:grpSpPr>
      <p:sp>
        <p:nvSpPr>
          <p:cNvPr id="1126" name="Google Shape;1126;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connection object</a:t>
            </a:r>
            <a:endParaRPr/>
          </a:p>
        </p:txBody>
      </p:sp>
      <p:sp>
        <p:nvSpPr>
          <p:cNvPr id="1127" name="Google Shape;1127;p6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After .accept() provides the client socket object conn, an infinite while loop is used to loop over blocking calls to conn.recv(). This reads whatever data the client sends and echoes it back using conn.sendall().</a:t>
            </a:r>
            <a:endParaRPr/>
          </a:p>
          <a:p>
            <a:pPr indent="-228600" lvl="0" marL="228600" rtl="0" algn="l">
              <a:lnSpc>
                <a:spcPct val="90000"/>
              </a:lnSpc>
              <a:spcBef>
                <a:spcPts val="1000"/>
              </a:spcBef>
              <a:spcAft>
                <a:spcPts val="0"/>
              </a:spcAft>
              <a:buClr>
                <a:schemeClr val="dk1"/>
              </a:buClr>
              <a:buSzPts val="2800"/>
              <a:buChar char="•"/>
            </a:pPr>
            <a:r>
              <a:rPr lang="en-US"/>
              <a:t>If conn.recv() returns an empty bytes object, b'', that signals that the client closed the connection and the loop is terminated. The with statement is used with conn to automatically close the socket at the end of the block.</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1" name="Shape 1131"/>
        <p:cNvGrpSpPr/>
        <p:nvPr/>
      </p:nvGrpSpPr>
      <p:grpSpPr>
        <a:xfrm>
          <a:off x="0" y="0"/>
          <a:ext cx="0" cy="0"/>
          <a:chOff x="0" y="0"/>
          <a:chExt cx="0" cy="0"/>
        </a:xfrm>
      </p:grpSpPr>
      <p:sp>
        <p:nvSpPr>
          <p:cNvPr id="1132" name="Google Shape;1132;p6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3" name="Google Shape;1133;p62"/>
          <p:cNvSpPr/>
          <p:nvPr/>
        </p:nvSpPr>
        <p:spPr>
          <a:xfrm rot="10800000">
            <a:off x="-3291" y="3296652"/>
            <a:ext cx="12202113" cy="3561346"/>
          </a:xfrm>
          <a:custGeom>
            <a:rect b="b" l="l" r="r" t="t"/>
            <a:pathLst>
              <a:path extrusionOk="0" h="3188466" w="12202113">
                <a:moveTo>
                  <a:pt x="0" y="3188466"/>
                </a:moveTo>
                <a:lnTo>
                  <a:pt x="10116" y="2657641"/>
                </a:lnTo>
                <a:lnTo>
                  <a:pt x="10116" y="0"/>
                </a:lnTo>
                <a:lnTo>
                  <a:pt x="12202113" y="0"/>
                </a:lnTo>
                <a:lnTo>
                  <a:pt x="12202113" y="2879832"/>
                </a:lnTo>
                <a:lnTo>
                  <a:pt x="12198167" y="2880360"/>
                </a:lnTo>
                <a:cubicBezTo>
                  <a:pt x="12163116" y="2884349"/>
                  <a:pt x="12143771" y="2884544"/>
                  <a:pt x="12122128" y="2887194"/>
                </a:cubicBezTo>
                <a:cubicBezTo>
                  <a:pt x="12087086" y="2893347"/>
                  <a:pt x="12050015" y="2907304"/>
                  <a:pt x="12028868" y="2911786"/>
                </a:cubicBezTo>
                <a:lnTo>
                  <a:pt x="11995238" y="2914090"/>
                </a:lnTo>
                <a:lnTo>
                  <a:pt x="11996460" y="2918442"/>
                </a:lnTo>
                <a:lnTo>
                  <a:pt x="11983968" y="2918762"/>
                </a:lnTo>
                <a:lnTo>
                  <a:pt x="11956084" y="2918868"/>
                </a:lnTo>
                <a:cubicBezTo>
                  <a:pt x="11938684" y="2919526"/>
                  <a:pt x="11890300" y="2918483"/>
                  <a:pt x="11872586" y="2920076"/>
                </a:cubicBezTo>
                <a:cubicBezTo>
                  <a:pt x="11867476" y="2924717"/>
                  <a:pt x="11859589" y="2927247"/>
                  <a:pt x="11849804" y="2928420"/>
                </a:cubicBezTo>
                <a:lnTo>
                  <a:pt x="11828254" y="2928551"/>
                </a:lnTo>
                <a:lnTo>
                  <a:pt x="11703277" y="2939735"/>
                </a:lnTo>
                <a:lnTo>
                  <a:pt x="11686094" y="2940570"/>
                </a:lnTo>
                <a:lnTo>
                  <a:pt x="11676788" y="2944321"/>
                </a:lnTo>
                <a:cubicBezTo>
                  <a:pt x="11669684" y="2945069"/>
                  <a:pt x="11649276" y="2944585"/>
                  <a:pt x="11643464" y="2945066"/>
                </a:cubicBezTo>
                <a:lnTo>
                  <a:pt x="11641922" y="2947200"/>
                </a:lnTo>
                <a:cubicBezTo>
                  <a:pt x="11623408" y="2950611"/>
                  <a:pt x="11553770" y="2961969"/>
                  <a:pt x="11532386" y="2965529"/>
                </a:cubicBezTo>
                <a:cubicBezTo>
                  <a:pt x="11528114" y="2962248"/>
                  <a:pt x="11518548" y="2967430"/>
                  <a:pt x="11513619" y="2968556"/>
                </a:cubicBezTo>
                <a:cubicBezTo>
                  <a:pt x="11512856" y="2966346"/>
                  <a:pt x="11500924" y="2965672"/>
                  <a:pt x="11497404" y="2967639"/>
                </a:cubicBezTo>
                <a:cubicBezTo>
                  <a:pt x="11413522" y="2978420"/>
                  <a:pt x="11455510" y="2956141"/>
                  <a:pt x="11407630" y="2970255"/>
                </a:cubicBezTo>
                <a:cubicBezTo>
                  <a:pt x="11399160" y="2971190"/>
                  <a:pt x="11392296" y="2970299"/>
                  <a:pt x="11386276" y="2968648"/>
                </a:cubicBezTo>
                <a:lnTo>
                  <a:pt x="11377296" y="2965257"/>
                </a:lnTo>
                <a:lnTo>
                  <a:pt x="11342536" y="2971666"/>
                </a:lnTo>
                <a:cubicBezTo>
                  <a:pt x="11325414" y="2973900"/>
                  <a:pt x="11307393" y="2975381"/>
                  <a:pt x="11288902" y="2976058"/>
                </a:cubicBezTo>
                <a:cubicBezTo>
                  <a:pt x="11284753" y="2971542"/>
                  <a:pt x="11270239" y="2977957"/>
                  <a:pt x="11263411" y="2979228"/>
                </a:cubicBezTo>
                <a:cubicBezTo>
                  <a:pt x="11263340" y="2976278"/>
                  <a:pt x="11248212" y="2974865"/>
                  <a:pt x="11242843" y="2977303"/>
                </a:cubicBezTo>
                <a:cubicBezTo>
                  <a:pt x="11130019" y="2987845"/>
                  <a:pt x="11193504" y="2960297"/>
                  <a:pt x="11125798" y="2976816"/>
                </a:cubicBezTo>
                <a:cubicBezTo>
                  <a:pt x="11114472" y="2977677"/>
                  <a:pt x="11105974" y="2976199"/>
                  <a:pt x="11098884" y="2973758"/>
                </a:cubicBezTo>
                <a:lnTo>
                  <a:pt x="11086128" y="2967663"/>
                </a:lnTo>
                <a:lnTo>
                  <a:pt x="11076132" y="2969836"/>
                </a:lnTo>
                <a:cubicBezTo>
                  <a:pt x="11038408" y="2970007"/>
                  <a:pt x="11027285" y="2963760"/>
                  <a:pt x="11005337" y="2970053"/>
                </a:cubicBezTo>
                <a:cubicBezTo>
                  <a:pt x="10972902" y="2956973"/>
                  <a:pt x="10983824" y="2968749"/>
                  <a:pt x="10959154" y="2970750"/>
                </a:cubicBezTo>
                <a:cubicBezTo>
                  <a:pt x="10939692" y="2973358"/>
                  <a:pt x="10975422" y="2978377"/>
                  <a:pt x="10956347" y="2979118"/>
                </a:cubicBezTo>
                <a:cubicBezTo>
                  <a:pt x="10935712" y="2975741"/>
                  <a:pt x="10936682" y="2986229"/>
                  <a:pt x="10915223" y="2982099"/>
                </a:cubicBezTo>
                <a:cubicBezTo>
                  <a:pt x="10920436" y="2974198"/>
                  <a:pt x="10872877" y="2983630"/>
                  <a:pt x="10871398" y="2976728"/>
                </a:cubicBezTo>
                <a:cubicBezTo>
                  <a:pt x="10853171" y="2986599"/>
                  <a:pt x="10844013" y="2974439"/>
                  <a:pt x="10819743" y="2977481"/>
                </a:cubicBezTo>
                <a:cubicBezTo>
                  <a:pt x="10808314" y="2981215"/>
                  <a:pt x="10800068" y="2981856"/>
                  <a:pt x="10788834" y="2977840"/>
                </a:cubicBezTo>
                <a:cubicBezTo>
                  <a:pt x="10736185" y="2996020"/>
                  <a:pt x="10756982" y="2978653"/>
                  <a:pt x="10707711" y="2985644"/>
                </a:cubicBezTo>
                <a:cubicBezTo>
                  <a:pt x="10665262" y="2992997"/>
                  <a:pt x="10617142" y="2997767"/>
                  <a:pt x="10576086" y="3015319"/>
                </a:cubicBezTo>
                <a:cubicBezTo>
                  <a:pt x="10568550" y="3020292"/>
                  <a:pt x="10550046" y="3022174"/>
                  <a:pt x="10534761" y="3019524"/>
                </a:cubicBezTo>
                <a:cubicBezTo>
                  <a:pt x="10532134" y="3019067"/>
                  <a:pt x="10529698" y="3018490"/>
                  <a:pt x="10527537" y="3017814"/>
                </a:cubicBezTo>
                <a:cubicBezTo>
                  <a:pt x="10492044" y="3020498"/>
                  <a:pt x="10362224" y="3032491"/>
                  <a:pt x="10321799" y="3035635"/>
                </a:cubicBezTo>
                <a:cubicBezTo>
                  <a:pt x="10318526" y="3029246"/>
                  <a:pt x="10298084" y="3040774"/>
                  <a:pt x="10284989" y="3036679"/>
                </a:cubicBezTo>
                <a:cubicBezTo>
                  <a:pt x="10275610" y="3033085"/>
                  <a:pt x="10267220" y="3035744"/>
                  <a:pt x="10257423" y="3036027"/>
                </a:cubicBezTo>
                <a:cubicBezTo>
                  <a:pt x="10244517" y="3033202"/>
                  <a:pt x="10202424" y="3038304"/>
                  <a:pt x="10191450" y="3041963"/>
                </a:cubicBezTo>
                <a:cubicBezTo>
                  <a:pt x="10165225" y="3054679"/>
                  <a:pt x="10105634" y="3045236"/>
                  <a:pt x="10083845" y="3054978"/>
                </a:cubicBezTo>
                <a:cubicBezTo>
                  <a:pt x="10075939" y="3056408"/>
                  <a:pt x="10068203" y="3056986"/>
                  <a:pt x="10060611" y="3057035"/>
                </a:cubicBezTo>
                <a:lnTo>
                  <a:pt x="10039363" y="3055961"/>
                </a:lnTo>
                <a:lnTo>
                  <a:pt x="10033322" y="3053238"/>
                </a:lnTo>
                <a:lnTo>
                  <a:pt x="10020337" y="3053912"/>
                </a:lnTo>
                <a:lnTo>
                  <a:pt x="10016616" y="3053498"/>
                </a:lnTo>
                <a:cubicBezTo>
                  <a:pt x="10009508" y="3052695"/>
                  <a:pt x="10002492" y="3051995"/>
                  <a:pt x="9995549" y="3051719"/>
                </a:cubicBezTo>
                <a:cubicBezTo>
                  <a:pt x="10004680" y="3065377"/>
                  <a:pt x="9937988" y="3051618"/>
                  <a:pt x="9957212" y="3062663"/>
                </a:cubicBezTo>
                <a:cubicBezTo>
                  <a:pt x="9920646" y="3063519"/>
                  <a:pt x="9948538" y="3073806"/>
                  <a:pt x="9904584" y="3063999"/>
                </a:cubicBezTo>
                <a:cubicBezTo>
                  <a:pt x="9847813" y="3075166"/>
                  <a:pt x="9758323" y="3071010"/>
                  <a:pt x="9713857" y="3087955"/>
                </a:cubicBezTo>
                <a:cubicBezTo>
                  <a:pt x="9719380" y="3081485"/>
                  <a:pt x="9695453" y="3076466"/>
                  <a:pt x="9678879" y="3079676"/>
                </a:cubicBezTo>
                <a:cubicBezTo>
                  <a:pt x="9698255" y="3054291"/>
                  <a:pt x="9613348" y="3102551"/>
                  <a:pt x="9598760" y="3085228"/>
                </a:cubicBezTo>
                <a:cubicBezTo>
                  <a:pt x="9598041" y="3101310"/>
                  <a:pt x="9523758" y="3128579"/>
                  <a:pt x="9488796" y="3115384"/>
                </a:cubicBezTo>
                <a:cubicBezTo>
                  <a:pt x="9435532" y="3118605"/>
                  <a:pt x="9397815" y="3131898"/>
                  <a:pt x="9341972" y="3126583"/>
                </a:cubicBezTo>
                <a:cubicBezTo>
                  <a:pt x="9340239" y="3128735"/>
                  <a:pt x="9337399" y="3130536"/>
                  <a:pt x="9333795" y="3132083"/>
                </a:cubicBezTo>
                <a:lnTo>
                  <a:pt x="9321736" y="3135834"/>
                </a:lnTo>
                <a:lnTo>
                  <a:pt x="9319405" y="3135561"/>
                </a:lnTo>
                <a:cubicBezTo>
                  <a:pt x="9310247" y="3135512"/>
                  <a:pt x="9305558" y="3136419"/>
                  <a:pt x="9302847" y="3137746"/>
                </a:cubicBezTo>
                <a:lnTo>
                  <a:pt x="9300930" y="3139687"/>
                </a:lnTo>
                <a:lnTo>
                  <a:pt x="9290106" y="3141645"/>
                </a:lnTo>
                <a:lnTo>
                  <a:pt x="9270220" y="3146737"/>
                </a:lnTo>
                <a:lnTo>
                  <a:pt x="9265150" y="3146531"/>
                </a:lnTo>
                <a:lnTo>
                  <a:pt x="9233057" y="3152408"/>
                </a:lnTo>
                <a:lnTo>
                  <a:pt x="9231974" y="3151938"/>
                </a:lnTo>
                <a:cubicBezTo>
                  <a:pt x="9228816" y="3151020"/>
                  <a:pt x="9225099" y="3150595"/>
                  <a:pt x="9220130" y="3151189"/>
                </a:cubicBezTo>
                <a:cubicBezTo>
                  <a:pt x="9218372" y="3142213"/>
                  <a:pt x="9213458" y="3148467"/>
                  <a:pt x="9198955" y="3151015"/>
                </a:cubicBezTo>
                <a:cubicBezTo>
                  <a:pt x="9192986" y="3137641"/>
                  <a:pt x="9157451" y="3149750"/>
                  <a:pt x="9142196" y="3143802"/>
                </a:cubicBezTo>
                <a:cubicBezTo>
                  <a:pt x="9131673" y="3145976"/>
                  <a:pt x="9120437" y="3148030"/>
                  <a:pt x="9108665" y="3149868"/>
                </a:cubicBezTo>
                <a:lnTo>
                  <a:pt x="9014086" y="3150791"/>
                </a:lnTo>
                <a:lnTo>
                  <a:pt x="8915037" y="3140020"/>
                </a:lnTo>
                <a:cubicBezTo>
                  <a:pt x="8878400" y="3139785"/>
                  <a:pt x="8846675" y="3135786"/>
                  <a:pt x="8815667" y="3138606"/>
                </a:cubicBezTo>
                <a:cubicBezTo>
                  <a:pt x="8803071" y="3135495"/>
                  <a:pt x="8791199" y="3134238"/>
                  <a:pt x="8779688" y="3138895"/>
                </a:cubicBezTo>
                <a:cubicBezTo>
                  <a:pt x="8745498" y="3137342"/>
                  <a:pt x="8737221" y="3130691"/>
                  <a:pt x="8715556" y="3135878"/>
                </a:cubicBezTo>
                <a:cubicBezTo>
                  <a:pt x="8696347" y="3125121"/>
                  <a:pt x="8695210" y="3129227"/>
                  <a:pt x="8686183" y="3132307"/>
                </a:cubicBezTo>
                <a:lnTo>
                  <a:pt x="8684895" y="3132527"/>
                </a:lnTo>
                <a:lnTo>
                  <a:pt x="8682270" y="3130989"/>
                </a:lnTo>
                <a:lnTo>
                  <a:pt x="8676836" y="3130278"/>
                </a:lnTo>
                <a:lnTo>
                  <a:pt x="8662002" y="3130735"/>
                </a:lnTo>
                <a:lnTo>
                  <a:pt x="8656423" y="3131304"/>
                </a:lnTo>
                <a:cubicBezTo>
                  <a:pt x="8652581" y="3131550"/>
                  <a:pt x="8650028" y="3131521"/>
                  <a:pt x="8648261" y="3131294"/>
                </a:cubicBezTo>
                <a:lnTo>
                  <a:pt x="8648057" y="3131167"/>
                </a:lnTo>
                <a:lnTo>
                  <a:pt x="8640412" y="3131403"/>
                </a:lnTo>
                <a:cubicBezTo>
                  <a:pt x="8627510" y="3132092"/>
                  <a:pt x="8614954" y="3133035"/>
                  <a:pt x="8603003" y="3134155"/>
                </a:cubicBezTo>
                <a:cubicBezTo>
                  <a:pt x="8592897" y="3127095"/>
                  <a:pt x="8548738" y="3135435"/>
                  <a:pt x="8553571" y="3122125"/>
                </a:cubicBezTo>
                <a:cubicBezTo>
                  <a:pt x="8537450" y="3123243"/>
                  <a:pt x="8527699" y="3128769"/>
                  <a:pt x="8533128" y="3120039"/>
                </a:cubicBezTo>
                <a:cubicBezTo>
                  <a:pt x="8527821" y="3120156"/>
                  <a:pt x="8524551" y="3119414"/>
                  <a:pt x="8522209" y="3118252"/>
                </a:cubicBezTo>
                <a:lnTo>
                  <a:pt x="8521532" y="3117705"/>
                </a:lnTo>
                <a:lnTo>
                  <a:pt x="8485667" y="3120406"/>
                </a:lnTo>
                <a:lnTo>
                  <a:pt x="8480905" y="3119749"/>
                </a:lnTo>
                <a:lnTo>
                  <a:pt x="8457530" y="3122810"/>
                </a:lnTo>
                <a:lnTo>
                  <a:pt x="8445451" y="3123697"/>
                </a:lnTo>
                <a:lnTo>
                  <a:pt x="8442039" y="3125378"/>
                </a:lnTo>
                <a:cubicBezTo>
                  <a:pt x="8438355" y="3126399"/>
                  <a:pt x="8433075" y="3126839"/>
                  <a:pt x="8424215" y="3125963"/>
                </a:cubicBezTo>
                <a:lnTo>
                  <a:pt x="8422165" y="3125491"/>
                </a:lnTo>
                <a:lnTo>
                  <a:pt x="8407465" y="3127979"/>
                </a:lnTo>
                <a:cubicBezTo>
                  <a:pt x="8402731" y="3129129"/>
                  <a:pt x="8398540" y="3130592"/>
                  <a:pt x="8395146" y="3132488"/>
                </a:cubicBezTo>
                <a:cubicBezTo>
                  <a:pt x="8345093" y="3122354"/>
                  <a:pt x="8297866" y="3131626"/>
                  <a:pt x="8243538" y="3129873"/>
                </a:cubicBezTo>
                <a:cubicBezTo>
                  <a:pt x="8220052" y="3114107"/>
                  <a:pt x="8126172" y="3133411"/>
                  <a:pt x="8112685" y="3148698"/>
                </a:cubicBezTo>
                <a:cubicBezTo>
                  <a:pt x="8112380" y="3135302"/>
                  <a:pt x="8044302" y="3153542"/>
                  <a:pt x="8026741" y="3154015"/>
                </a:cubicBezTo>
                <a:cubicBezTo>
                  <a:pt x="8020887" y="3154173"/>
                  <a:pt x="8020646" y="3152357"/>
                  <a:pt x="8030400" y="3146736"/>
                </a:cubicBezTo>
                <a:cubicBezTo>
                  <a:pt x="8011739" y="3148301"/>
                  <a:pt x="7992477" y="3141339"/>
                  <a:pt x="8002987" y="3135663"/>
                </a:cubicBezTo>
                <a:cubicBezTo>
                  <a:pt x="7946297" y="3147811"/>
                  <a:pt x="7862627" y="3135732"/>
                  <a:pt x="7798568" y="3141249"/>
                </a:cubicBezTo>
                <a:cubicBezTo>
                  <a:pt x="7763645" y="3127901"/>
                  <a:pt x="7782577" y="3140251"/>
                  <a:pt x="7746353" y="3137755"/>
                </a:cubicBezTo>
                <a:cubicBezTo>
                  <a:pt x="7756261" y="3150042"/>
                  <a:pt x="7702377" y="3130861"/>
                  <a:pt x="7700395" y="3144729"/>
                </a:cubicBezTo>
                <a:cubicBezTo>
                  <a:pt x="7693866" y="3143835"/>
                  <a:pt x="7687603" y="3142532"/>
                  <a:pt x="7681335" y="3141120"/>
                </a:cubicBezTo>
                <a:lnTo>
                  <a:pt x="7678044" y="3140387"/>
                </a:lnTo>
                <a:lnTo>
                  <a:pt x="7664890" y="3139855"/>
                </a:lnTo>
                <a:lnTo>
                  <a:pt x="7661183" y="3136706"/>
                </a:lnTo>
                <a:lnTo>
                  <a:pt x="7641383" y="3133755"/>
                </a:lnTo>
                <a:cubicBezTo>
                  <a:pt x="7633967" y="3133115"/>
                  <a:pt x="7625987" y="3132967"/>
                  <a:pt x="7617169" y="3133614"/>
                </a:cubicBezTo>
                <a:cubicBezTo>
                  <a:pt x="7595475" y="3139109"/>
                  <a:pt x="7561695" y="3132374"/>
                  <a:pt x="7531143" y="3132781"/>
                </a:cubicBezTo>
                <a:lnTo>
                  <a:pt x="7517113" y="3134483"/>
                </a:lnTo>
                <a:lnTo>
                  <a:pt x="7471320" y="3131645"/>
                </a:lnTo>
                <a:cubicBezTo>
                  <a:pt x="7458285" y="3131095"/>
                  <a:pt x="7444756" y="3130805"/>
                  <a:pt x="7430512" y="3131007"/>
                </a:cubicBezTo>
                <a:lnTo>
                  <a:pt x="7404071" y="3132361"/>
                </a:lnTo>
                <a:lnTo>
                  <a:pt x="7397140" y="3131239"/>
                </a:lnTo>
                <a:cubicBezTo>
                  <a:pt x="7385068" y="3131364"/>
                  <a:pt x="7369091" y="3135313"/>
                  <a:pt x="7370514" y="3130516"/>
                </a:cubicBezTo>
                <a:lnTo>
                  <a:pt x="7356953" y="3132179"/>
                </a:lnTo>
                <a:lnTo>
                  <a:pt x="7343567" y="3128350"/>
                </a:lnTo>
                <a:cubicBezTo>
                  <a:pt x="7342101" y="3127461"/>
                  <a:pt x="7340998" y="3126514"/>
                  <a:pt x="7340295" y="3125545"/>
                </a:cubicBezTo>
                <a:lnTo>
                  <a:pt x="7321348" y="3126804"/>
                </a:lnTo>
                <a:lnTo>
                  <a:pt x="7305815" y="3124063"/>
                </a:lnTo>
                <a:lnTo>
                  <a:pt x="7292274" y="3125855"/>
                </a:lnTo>
                <a:lnTo>
                  <a:pt x="7286654" y="3125451"/>
                </a:lnTo>
                <a:lnTo>
                  <a:pt x="7272685" y="3124094"/>
                </a:lnTo>
                <a:cubicBezTo>
                  <a:pt x="7265523" y="3123143"/>
                  <a:pt x="7257508" y="3121997"/>
                  <a:pt x="7248584" y="3121080"/>
                </a:cubicBezTo>
                <a:lnTo>
                  <a:pt x="7241065" y="3120661"/>
                </a:lnTo>
                <a:lnTo>
                  <a:pt x="7224696" y="3116051"/>
                </a:lnTo>
                <a:cubicBezTo>
                  <a:pt x="7212786" y="3112566"/>
                  <a:pt x="7203412" y="3110217"/>
                  <a:pt x="7193009" y="3112108"/>
                </a:cubicBezTo>
                <a:cubicBezTo>
                  <a:pt x="7175276" y="3107606"/>
                  <a:pt x="7162888" y="3094987"/>
                  <a:pt x="7137220" y="3098354"/>
                </a:cubicBezTo>
                <a:cubicBezTo>
                  <a:pt x="7145010" y="3092637"/>
                  <a:pt x="7108715" y="3097662"/>
                  <a:pt x="7104427" y="3091790"/>
                </a:cubicBezTo>
                <a:cubicBezTo>
                  <a:pt x="7102447" y="3087061"/>
                  <a:pt x="7090976" y="3087484"/>
                  <a:pt x="7082240" y="3085740"/>
                </a:cubicBezTo>
                <a:cubicBezTo>
                  <a:pt x="7076014" y="3080911"/>
                  <a:pt x="7032058" y="3076501"/>
                  <a:pt x="7016754" y="3077196"/>
                </a:cubicBezTo>
                <a:cubicBezTo>
                  <a:pt x="6973620" y="3082001"/>
                  <a:pt x="6938923" y="3062558"/>
                  <a:pt x="6904436" y="3065900"/>
                </a:cubicBezTo>
                <a:cubicBezTo>
                  <a:pt x="6895406" y="3065445"/>
                  <a:pt x="6887919" y="3064350"/>
                  <a:pt x="6881434" y="3062865"/>
                </a:cubicBezTo>
                <a:lnTo>
                  <a:pt x="6865273" y="3057749"/>
                </a:lnTo>
                <a:cubicBezTo>
                  <a:pt x="6865072" y="3056626"/>
                  <a:pt x="6864871" y="3055502"/>
                  <a:pt x="6864671" y="3054378"/>
                </a:cubicBezTo>
                <a:lnTo>
                  <a:pt x="6852599" y="3052306"/>
                </a:lnTo>
                <a:lnTo>
                  <a:pt x="6850143" y="3051232"/>
                </a:lnTo>
                <a:cubicBezTo>
                  <a:pt x="6845470" y="3049168"/>
                  <a:pt x="6840704" y="3047206"/>
                  <a:pt x="6835301" y="3045593"/>
                </a:cubicBezTo>
                <a:cubicBezTo>
                  <a:pt x="6820447" y="3058242"/>
                  <a:pt x="6786888" y="3033956"/>
                  <a:pt x="6784871" y="3046562"/>
                </a:cubicBezTo>
                <a:cubicBezTo>
                  <a:pt x="6752593" y="3039899"/>
                  <a:pt x="6759140" y="3053646"/>
                  <a:pt x="6738245" y="3037055"/>
                </a:cubicBezTo>
                <a:cubicBezTo>
                  <a:pt x="6671880" y="3034501"/>
                  <a:pt x="6603220" y="3013245"/>
                  <a:pt x="6537703" y="3017736"/>
                </a:cubicBezTo>
                <a:cubicBezTo>
                  <a:pt x="6553051" y="3013722"/>
                  <a:pt x="6541149" y="3004943"/>
                  <a:pt x="6521858" y="3004158"/>
                </a:cubicBezTo>
                <a:cubicBezTo>
                  <a:pt x="6580141" y="2987944"/>
                  <a:pt x="6428765" y="3009117"/>
                  <a:pt x="6445069" y="2992470"/>
                </a:cubicBezTo>
                <a:cubicBezTo>
                  <a:pt x="6417897" y="3005060"/>
                  <a:pt x="6310156" y="3011743"/>
                  <a:pt x="6302447" y="2994274"/>
                </a:cubicBezTo>
                <a:cubicBezTo>
                  <a:pt x="6252173" y="2986131"/>
                  <a:pt x="6198382" y="2989085"/>
                  <a:pt x="6160029" y="2973666"/>
                </a:cubicBezTo>
                <a:cubicBezTo>
                  <a:pt x="6155014" y="2975022"/>
                  <a:pt x="6149642" y="2975878"/>
                  <a:pt x="6144046" y="2976380"/>
                </a:cubicBezTo>
                <a:lnTo>
                  <a:pt x="6127670" y="2976929"/>
                </a:lnTo>
                <a:lnTo>
                  <a:pt x="6126155" y="2976245"/>
                </a:lnTo>
                <a:cubicBezTo>
                  <a:pt x="6118509" y="2974369"/>
                  <a:pt x="6113052" y="2974144"/>
                  <a:pt x="6108575" y="2974651"/>
                </a:cubicBezTo>
                <a:lnTo>
                  <a:pt x="6103746" y="2975803"/>
                </a:lnTo>
                <a:lnTo>
                  <a:pt x="6091377" y="2975180"/>
                </a:lnTo>
                <a:lnTo>
                  <a:pt x="6066183" y="2975222"/>
                </a:lnTo>
                <a:lnTo>
                  <a:pt x="6063287" y="2974353"/>
                </a:lnTo>
                <a:lnTo>
                  <a:pt x="6054813" y="2974911"/>
                </a:lnTo>
                <a:lnTo>
                  <a:pt x="6050809" y="2973985"/>
                </a:lnTo>
                <a:lnTo>
                  <a:pt x="6013979" y="2974553"/>
                </a:lnTo>
                <a:cubicBezTo>
                  <a:pt x="6013918" y="2974361"/>
                  <a:pt x="6013860" y="2974167"/>
                  <a:pt x="6013800" y="2973973"/>
                </a:cubicBezTo>
                <a:cubicBezTo>
                  <a:pt x="6012565" y="2972689"/>
                  <a:pt x="6010070" y="2971765"/>
                  <a:pt x="6004866" y="2971570"/>
                </a:cubicBezTo>
                <a:cubicBezTo>
                  <a:pt x="6017706" y="2963268"/>
                  <a:pt x="6003515" y="2968156"/>
                  <a:pt x="5987036" y="2968315"/>
                </a:cubicBezTo>
                <a:cubicBezTo>
                  <a:pt x="6003302" y="2955458"/>
                  <a:pt x="5953573" y="2961108"/>
                  <a:pt x="5950027" y="2953546"/>
                </a:cubicBezTo>
                <a:cubicBezTo>
                  <a:pt x="5937559" y="2953953"/>
                  <a:pt x="5924668" y="2954151"/>
                  <a:pt x="5911668" y="2954074"/>
                </a:cubicBezTo>
                <a:lnTo>
                  <a:pt x="5904110" y="2953861"/>
                </a:lnTo>
                <a:cubicBezTo>
                  <a:pt x="5904082" y="2953815"/>
                  <a:pt x="5904053" y="2953769"/>
                  <a:pt x="5904026" y="2953724"/>
                </a:cubicBezTo>
                <a:cubicBezTo>
                  <a:pt x="5902528" y="2953395"/>
                  <a:pt x="5900097" y="2953219"/>
                  <a:pt x="5896189" y="2953236"/>
                </a:cubicBezTo>
                <a:lnTo>
                  <a:pt x="5890331" y="2953471"/>
                </a:lnTo>
                <a:lnTo>
                  <a:pt x="5875672" y="2953056"/>
                </a:lnTo>
                <a:lnTo>
                  <a:pt x="5871070" y="2952035"/>
                </a:lnTo>
                <a:lnTo>
                  <a:pt x="5869888" y="2950364"/>
                </a:lnTo>
                <a:lnTo>
                  <a:pt x="5868461" y="2950506"/>
                </a:lnTo>
                <a:cubicBezTo>
                  <a:pt x="5857092" y="2953019"/>
                  <a:pt x="5852416" y="2957005"/>
                  <a:pt x="5843343" y="2945262"/>
                </a:cubicBezTo>
                <a:cubicBezTo>
                  <a:pt x="5817989" y="2949116"/>
                  <a:pt x="5815840" y="2942065"/>
                  <a:pt x="5784331" y="2938531"/>
                </a:cubicBezTo>
                <a:cubicBezTo>
                  <a:pt x="5769202" y="2942455"/>
                  <a:pt x="5758885" y="2940521"/>
                  <a:pt x="5749498" y="2936713"/>
                </a:cubicBezTo>
                <a:cubicBezTo>
                  <a:pt x="5717228" y="2937683"/>
                  <a:pt x="5690227" y="2931877"/>
                  <a:pt x="5655214" y="2929503"/>
                </a:cubicBezTo>
                <a:cubicBezTo>
                  <a:pt x="5614827" y="2933899"/>
                  <a:pt x="5598877" y="2923069"/>
                  <a:pt x="5561446" y="2920575"/>
                </a:cubicBezTo>
                <a:cubicBezTo>
                  <a:pt x="5525084" y="2929276"/>
                  <a:pt x="5537471" y="2911136"/>
                  <a:pt x="5519456" y="2906631"/>
                </a:cubicBezTo>
                <a:lnTo>
                  <a:pt x="5514099" y="2906097"/>
                </a:lnTo>
                <a:lnTo>
                  <a:pt x="5499273" y="2907057"/>
                </a:lnTo>
                <a:lnTo>
                  <a:pt x="5493664" y="2907817"/>
                </a:lnTo>
                <a:cubicBezTo>
                  <a:pt x="5489815" y="2908191"/>
                  <a:pt x="5487270" y="2908250"/>
                  <a:pt x="5485530" y="2908080"/>
                </a:cubicBezTo>
                <a:lnTo>
                  <a:pt x="5485337" y="2907959"/>
                </a:lnTo>
                <a:lnTo>
                  <a:pt x="5477696" y="2908455"/>
                </a:lnTo>
                <a:cubicBezTo>
                  <a:pt x="5464775" y="2909581"/>
                  <a:pt x="5452182" y="2910951"/>
                  <a:pt x="5440170" y="2912482"/>
                </a:cubicBezTo>
                <a:cubicBezTo>
                  <a:pt x="5430698" y="2905718"/>
                  <a:pt x="5385970" y="2915593"/>
                  <a:pt x="5391911" y="2902040"/>
                </a:cubicBezTo>
                <a:cubicBezTo>
                  <a:pt x="5375744" y="2903707"/>
                  <a:pt x="5365560" y="2909594"/>
                  <a:pt x="5371708" y="2900629"/>
                </a:cubicBezTo>
                <a:cubicBezTo>
                  <a:pt x="5366408" y="2900926"/>
                  <a:pt x="5363213" y="2900288"/>
                  <a:pt x="5360976" y="2899197"/>
                </a:cubicBezTo>
                <a:lnTo>
                  <a:pt x="5360345" y="2898671"/>
                </a:lnTo>
                <a:lnTo>
                  <a:pt x="5324367" y="2902593"/>
                </a:lnTo>
                <a:lnTo>
                  <a:pt x="5319673" y="2902094"/>
                </a:lnTo>
                <a:lnTo>
                  <a:pt x="5296114" y="2905958"/>
                </a:lnTo>
                <a:lnTo>
                  <a:pt x="5283999" y="2907258"/>
                </a:lnTo>
                <a:lnTo>
                  <a:pt x="5280460" y="2909063"/>
                </a:lnTo>
                <a:cubicBezTo>
                  <a:pt x="5276699" y="2910214"/>
                  <a:pt x="5271395" y="2910834"/>
                  <a:pt x="5262637" y="2910250"/>
                </a:cubicBezTo>
                <a:lnTo>
                  <a:pt x="5260635" y="2909845"/>
                </a:lnTo>
                <a:lnTo>
                  <a:pt x="5245770" y="2912842"/>
                </a:lnTo>
                <a:cubicBezTo>
                  <a:pt x="5240955" y="2914159"/>
                  <a:pt x="5236652" y="2915770"/>
                  <a:pt x="5233108" y="2917794"/>
                </a:cubicBezTo>
                <a:cubicBezTo>
                  <a:pt x="5184071" y="2909280"/>
                  <a:pt x="5136210" y="2920197"/>
                  <a:pt x="5082201" y="2920260"/>
                </a:cubicBezTo>
                <a:lnTo>
                  <a:pt x="4939211" y="2931760"/>
                </a:lnTo>
                <a:cubicBezTo>
                  <a:pt x="4920477" y="2933960"/>
                  <a:pt x="4783353" y="2943291"/>
                  <a:pt x="4794309" y="2937227"/>
                </a:cubicBezTo>
                <a:cubicBezTo>
                  <a:pt x="4736776" y="2951353"/>
                  <a:pt x="4701995" y="2938961"/>
                  <a:pt x="4637676" y="2946666"/>
                </a:cubicBezTo>
                <a:cubicBezTo>
                  <a:pt x="4603987" y="2934412"/>
                  <a:pt x="4621816" y="2946201"/>
                  <a:pt x="4585922" y="2944906"/>
                </a:cubicBezTo>
                <a:cubicBezTo>
                  <a:pt x="4594760" y="2956935"/>
                  <a:pt x="4542663" y="2939450"/>
                  <a:pt x="4539516" y="2953466"/>
                </a:cubicBezTo>
                <a:cubicBezTo>
                  <a:pt x="4533082" y="2952789"/>
                  <a:pt x="4526953" y="2951687"/>
                  <a:pt x="4520819" y="2950477"/>
                </a:cubicBezTo>
                <a:lnTo>
                  <a:pt x="4517604" y="2949852"/>
                </a:lnTo>
                <a:lnTo>
                  <a:pt x="4504537" y="2949759"/>
                </a:lnTo>
                <a:lnTo>
                  <a:pt x="4501104" y="2946715"/>
                </a:lnTo>
                <a:lnTo>
                  <a:pt x="4342695" y="2951638"/>
                </a:lnTo>
                <a:cubicBezTo>
                  <a:pt x="4328954" y="2954609"/>
                  <a:pt x="4284038" y="2957184"/>
                  <a:pt x="4274096" y="2953640"/>
                </a:cubicBezTo>
                <a:cubicBezTo>
                  <a:pt x="4264434" y="2953346"/>
                  <a:pt x="4254047" y="2955481"/>
                  <a:pt x="4248170" y="2951384"/>
                </a:cubicBezTo>
                <a:lnTo>
                  <a:pt x="4147924" y="2945945"/>
                </a:lnTo>
                <a:cubicBezTo>
                  <a:pt x="4131656" y="2952619"/>
                  <a:pt x="4104816" y="2942907"/>
                  <a:pt x="4061825" y="2944206"/>
                </a:cubicBezTo>
                <a:cubicBezTo>
                  <a:pt x="4044045" y="2951860"/>
                  <a:pt x="4032845" y="2944993"/>
                  <a:pt x="3998557" y="2955821"/>
                </a:cubicBezTo>
                <a:cubicBezTo>
                  <a:pt x="3997072" y="2955023"/>
                  <a:pt x="3995237" y="2954313"/>
                  <a:pt x="3993107" y="2953708"/>
                </a:cubicBezTo>
                <a:cubicBezTo>
                  <a:pt x="3980729" y="2950196"/>
                  <a:pt x="3961302" y="2950972"/>
                  <a:pt x="3949713" y="2955441"/>
                </a:cubicBezTo>
                <a:cubicBezTo>
                  <a:pt x="3894925" y="2970367"/>
                  <a:pt x="3844508" y="2972262"/>
                  <a:pt x="3797284" y="2977037"/>
                </a:cubicBezTo>
                <a:cubicBezTo>
                  <a:pt x="3743822" y="2981057"/>
                  <a:pt x="3778974" y="2965129"/>
                  <a:pt x="3712498" y="2979996"/>
                </a:cubicBezTo>
                <a:cubicBezTo>
                  <a:pt x="3705202" y="2975373"/>
                  <a:pt x="3696720" y="2975524"/>
                  <a:pt x="3682471" y="2978543"/>
                </a:cubicBezTo>
                <a:cubicBezTo>
                  <a:pt x="3656488" y="2980127"/>
                  <a:pt x="3658300" y="2967587"/>
                  <a:pt x="3632163" y="2976264"/>
                </a:cubicBezTo>
                <a:cubicBezTo>
                  <a:pt x="3636766" y="2969363"/>
                  <a:pt x="3582819" y="2975892"/>
                  <a:pt x="3594728" y="2968398"/>
                </a:cubicBezTo>
                <a:cubicBezTo>
                  <a:pt x="3577705" y="2963064"/>
                  <a:pt x="3569481" y="2973476"/>
                  <a:pt x="3552594" y="2968934"/>
                </a:cubicBezTo>
                <a:cubicBezTo>
                  <a:pt x="3533613" y="2968552"/>
                  <a:pt x="3563577" y="2975594"/>
                  <a:pt x="3542589" y="2977031"/>
                </a:cubicBezTo>
                <a:cubicBezTo>
                  <a:pt x="3517131" y="2977564"/>
                  <a:pt x="3517346" y="2989828"/>
                  <a:pt x="3497591" y="2975018"/>
                </a:cubicBezTo>
                <a:lnTo>
                  <a:pt x="3429352" y="2971090"/>
                </a:lnTo>
                <a:cubicBezTo>
                  <a:pt x="3414141" y="2975624"/>
                  <a:pt x="3401904" y="2974195"/>
                  <a:pt x="3389938" y="2970884"/>
                </a:cubicBezTo>
                <a:cubicBezTo>
                  <a:pt x="3354504" y="2973297"/>
                  <a:pt x="3322178" y="2968827"/>
                  <a:pt x="3282344" y="2968084"/>
                </a:cubicBezTo>
                <a:cubicBezTo>
                  <a:pt x="3239277" y="2974224"/>
                  <a:pt x="3217192" y="2964327"/>
                  <a:pt x="3174624" y="2963576"/>
                </a:cubicBezTo>
                <a:cubicBezTo>
                  <a:pt x="3132504" y="2975210"/>
                  <a:pt x="3146911" y="2949576"/>
                  <a:pt x="3111077" y="2951285"/>
                </a:cubicBezTo>
                <a:cubicBezTo>
                  <a:pt x="3052732" y="2962418"/>
                  <a:pt x="3112543" y="2942881"/>
                  <a:pt x="3022501" y="2948619"/>
                </a:cubicBezTo>
                <a:cubicBezTo>
                  <a:pt x="3017399" y="2950352"/>
                  <a:pt x="3006521" y="2948989"/>
                  <a:pt x="3007714" y="2946762"/>
                </a:cubicBezTo>
                <a:cubicBezTo>
                  <a:pt x="2987987" y="2948105"/>
                  <a:pt x="2931270" y="2937206"/>
                  <a:pt x="2903098" y="2940576"/>
                </a:cubicBezTo>
                <a:cubicBezTo>
                  <a:pt x="2848155" y="2935894"/>
                  <a:pt x="2821430" y="2947095"/>
                  <a:pt x="2781591" y="2946394"/>
                </a:cubicBezTo>
                <a:cubicBezTo>
                  <a:pt x="2735559" y="2940279"/>
                  <a:pt x="2708563" y="2934146"/>
                  <a:pt x="2627942" y="2919996"/>
                </a:cubicBezTo>
                <a:lnTo>
                  <a:pt x="2354959" y="2882080"/>
                </a:lnTo>
                <a:cubicBezTo>
                  <a:pt x="2252426" y="2847776"/>
                  <a:pt x="2124519" y="2878188"/>
                  <a:pt x="2063184" y="2879109"/>
                </a:cubicBezTo>
                <a:cubicBezTo>
                  <a:pt x="2038620" y="2892844"/>
                  <a:pt x="2017217" y="2880735"/>
                  <a:pt x="1986946" y="2887619"/>
                </a:cubicBezTo>
                <a:cubicBezTo>
                  <a:pt x="1919067" y="2894646"/>
                  <a:pt x="1852404" y="2912737"/>
                  <a:pt x="1763479" y="2909077"/>
                </a:cubicBezTo>
                <a:cubicBezTo>
                  <a:pt x="1726097" y="2949538"/>
                  <a:pt x="1621108" y="2933327"/>
                  <a:pt x="1537980" y="2960398"/>
                </a:cubicBezTo>
                <a:cubicBezTo>
                  <a:pt x="1489205" y="2967965"/>
                  <a:pt x="1410921" y="2954082"/>
                  <a:pt x="1395229" y="2975625"/>
                </a:cubicBezTo>
                <a:cubicBezTo>
                  <a:pt x="1371975" y="2964548"/>
                  <a:pt x="1352259" y="2986116"/>
                  <a:pt x="1327834" y="2989485"/>
                </a:cubicBezTo>
                <a:cubicBezTo>
                  <a:pt x="1307734" y="2982782"/>
                  <a:pt x="1298456" y="2990289"/>
                  <a:pt x="1280757" y="2992959"/>
                </a:cubicBezTo>
                <a:cubicBezTo>
                  <a:pt x="1272383" y="2988567"/>
                  <a:pt x="1257337" y="2989790"/>
                  <a:pt x="1252582" y="2995877"/>
                </a:cubicBezTo>
                <a:cubicBezTo>
                  <a:pt x="1260705" y="3008688"/>
                  <a:pt x="1207969" y="3005420"/>
                  <a:pt x="1204670" y="3014826"/>
                </a:cubicBezTo>
                <a:cubicBezTo>
                  <a:pt x="1174431" y="3018683"/>
                  <a:pt x="1041848" y="3015513"/>
                  <a:pt x="1020457" y="3031603"/>
                </a:cubicBezTo>
                <a:cubicBezTo>
                  <a:pt x="959520" y="3042500"/>
                  <a:pt x="869308" y="3024872"/>
                  <a:pt x="843248" y="3026954"/>
                </a:cubicBezTo>
                <a:cubicBezTo>
                  <a:pt x="815646" y="3001836"/>
                  <a:pt x="694189" y="3080490"/>
                  <a:pt x="583517" y="3089095"/>
                </a:cubicBezTo>
                <a:cubicBezTo>
                  <a:pt x="568425" y="3087467"/>
                  <a:pt x="560448" y="3088013"/>
                  <a:pt x="556836" y="3094374"/>
                </a:cubicBezTo>
                <a:cubicBezTo>
                  <a:pt x="528264" y="3099747"/>
                  <a:pt x="471823" y="3109156"/>
                  <a:pt x="412089" y="3121334"/>
                </a:cubicBezTo>
                <a:cubicBezTo>
                  <a:pt x="367235" y="3131096"/>
                  <a:pt x="143790" y="3139436"/>
                  <a:pt x="83929" y="3150566"/>
                </a:cubicBezTo>
                <a:close/>
              </a:path>
            </a:pathLst>
          </a:custGeom>
          <a:solidFill>
            <a:srgbClr val="82766A">
              <a:alpha val="1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34" name="Google Shape;1134;p62"/>
          <p:cNvSpPr txBox="1"/>
          <p:nvPr>
            <p:ph type="title"/>
          </p:nvPr>
        </p:nvSpPr>
        <p:spPr>
          <a:xfrm>
            <a:off x="838200" y="3905833"/>
            <a:ext cx="4215063" cy="239871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0" i="0" lang="en-US">
                <a:latin typeface="Arial"/>
                <a:ea typeface="Arial"/>
                <a:cs typeface="Arial"/>
                <a:sym typeface="Arial"/>
              </a:rPr>
              <a:t>Client</a:t>
            </a:r>
            <a:endParaRPr/>
          </a:p>
        </p:txBody>
      </p:sp>
      <p:pic>
        <p:nvPicPr>
          <p:cNvPr descr="A computer screen shot of a server&#10;&#10;Description automatically generated" id="1135" name="Google Shape;1135;p62"/>
          <p:cNvPicPr preferRelativeResize="0"/>
          <p:nvPr/>
        </p:nvPicPr>
        <p:blipFill rotWithShape="1">
          <a:blip r:embed="rId3">
            <a:alphaModFix/>
          </a:blip>
          <a:srcRect b="0" l="0" r="0" t="0"/>
          <a:stretch/>
        </p:blipFill>
        <p:spPr>
          <a:xfrm>
            <a:off x="1523844" y="553454"/>
            <a:ext cx="9145480" cy="2469279"/>
          </a:xfrm>
          <a:prstGeom prst="rect">
            <a:avLst/>
          </a:prstGeom>
          <a:noFill/>
          <a:ln>
            <a:noFill/>
          </a:ln>
        </p:spPr>
      </p:pic>
      <p:sp>
        <p:nvSpPr>
          <p:cNvPr id="1136" name="Google Shape;1136;p62"/>
          <p:cNvSpPr txBox="1"/>
          <p:nvPr>
            <p:ph idx="1" type="body"/>
          </p:nvPr>
        </p:nvSpPr>
        <p:spPr>
          <a:xfrm>
            <a:off x="5630779" y="3884452"/>
            <a:ext cx="5723021" cy="2398713"/>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It creates a socket object, uses .connect() to connect to the server and calls s.sendall() to send its message. Lastly, it calls s.recv() to read the server’s reply and then prints it.</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0" name="Shape 1140"/>
        <p:cNvGrpSpPr/>
        <p:nvPr/>
      </p:nvGrpSpPr>
      <p:grpSpPr>
        <a:xfrm>
          <a:off x="0" y="0"/>
          <a:ext cx="0" cy="0"/>
          <a:chOff x="0" y="0"/>
          <a:chExt cx="0" cy="0"/>
        </a:xfrm>
      </p:grpSpPr>
      <p:sp>
        <p:nvSpPr>
          <p:cNvPr id="1141" name="Google Shape;1141;p63"/>
          <p:cNvSpPr/>
          <p:nvPr/>
        </p:nvSpPr>
        <p:spPr>
          <a:xfrm>
            <a:off x="0" y="0"/>
            <a:ext cx="12191999" cy="685736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2" name="Google Shape;1142;p63"/>
          <p:cNvSpPr/>
          <p:nvPr/>
        </p:nvSpPr>
        <p:spPr>
          <a:xfrm>
            <a:off x="0" y="0"/>
            <a:ext cx="12192000" cy="2146816"/>
          </a:xfrm>
          <a:prstGeom prst="rect">
            <a:avLst/>
          </a:prstGeom>
          <a:solidFill>
            <a:srgbClr val="D8D8D8">
              <a:alpha val="34901"/>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3" name="Google Shape;1143;p63"/>
          <p:cNvSpPr txBox="1"/>
          <p:nvPr>
            <p:ph type="title"/>
          </p:nvPr>
        </p:nvSpPr>
        <p:spPr>
          <a:xfrm>
            <a:off x="5764783" y="349664"/>
            <a:ext cx="5845571" cy="1638377"/>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Play"/>
              <a:buNone/>
            </a:pPr>
            <a:r>
              <a:rPr lang="en-US" sz="4800"/>
              <a:t>Viewing Socket State</a:t>
            </a:r>
            <a:endParaRPr/>
          </a:p>
        </p:txBody>
      </p:sp>
      <p:sp>
        <p:nvSpPr>
          <p:cNvPr id="1144" name="Google Shape;1144;p63"/>
          <p:cNvSpPr/>
          <p:nvPr/>
        </p:nvSpPr>
        <p:spPr>
          <a:xfrm>
            <a:off x="329185" y="424614"/>
            <a:ext cx="4647368" cy="2779083"/>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45" name="Google Shape;1145;p63"/>
          <p:cNvPicPr preferRelativeResize="0"/>
          <p:nvPr/>
        </p:nvPicPr>
        <p:blipFill rotWithShape="1">
          <a:blip r:embed="rId3">
            <a:alphaModFix/>
          </a:blip>
          <a:srcRect b="0" l="0" r="0" t="0"/>
          <a:stretch/>
        </p:blipFill>
        <p:spPr>
          <a:xfrm>
            <a:off x="534534" y="1470019"/>
            <a:ext cx="4235516" cy="688271"/>
          </a:xfrm>
          <a:prstGeom prst="rect">
            <a:avLst/>
          </a:prstGeom>
          <a:noFill/>
          <a:ln>
            <a:noFill/>
          </a:ln>
        </p:spPr>
      </p:pic>
      <p:sp>
        <p:nvSpPr>
          <p:cNvPr id="1146" name="Google Shape;1146;p63"/>
          <p:cNvSpPr/>
          <p:nvPr/>
        </p:nvSpPr>
        <p:spPr>
          <a:xfrm rot="5400000">
            <a:off x="-106441" y="6131892"/>
            <a:ext cx="524256" cy="152382"/>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7" name="Google Shape;1147;p63"/>
          <p:cNvSpPr/>
          <p:nvPr/>
        </p:nvSpPr>
        <p:spPr>
          <a:xfrm flipH="1" rot="-5400000">
            <a:off x="5998176" y="277912"/>
            <a:ext cx="524256" cy="11863390"/>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48" name="Google Shape;1148;p63"/>
          <p:cNvSpPr/>
          <p:nvPr/>
        </p:nvSpPr>
        <p:spPr>
          <a:xfrm>
            <a:off x="328608" y="3428999"/>
            <a:ext cx="4647368" cy="2779083"/>
          </a:xfrm>
          <a:prstGeom prst="rect">
            <a:avLst/>
          </a:prstGeom>
          <a:solidFill>
            <a:schemeClr val="lt1"/>
          </a:solidFill>
          <a:ln>
            <a:noFill/>
          </a:ln>
          <a:effectLst>
            <a:outerShdw blurRad="139700" rotWithShape="0" algn="t" dir="5400000" dist="127000">
              <a:srgbClr val="000000">
                <a:alpha val="1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149" name="Google Shape;1149;p63"/>
          <p:cNvPicPr preferRelativeResize="0"/>
          <p:nvPr/>
        </p:nvPicPr>
        <p:blipFill rotWithShape="1">
          <a:blip r:embed="rId4">
            <a:alphaModFix/>
          </a:blip>
          <a:srcRect b="0" l="0" r="0" t="0"/>
          <a:stretch/>
        </p:blipFill>
        <p:spPr>
          <a:xfrm>
            <a:off x="534534" y="4495582"/>
            <a:ext cx="4235516" cy="645915"/>
          </a:xfrm>
          <a:prstGeom prst="rect">
            <a:avLst/>
          </a:prstGeom>
          <a:noFill/>
          <a:ln>
            <a:noFill/>
          </a:ln>
        </p:spPr>
      </p:pic>
      <p:sp>
        <p:nvSpPr>
          <p:cNvPr id="1150" name="Google Shape;1150;p63"/>
          <p:cNvSpPr txBox="1"/>
          <p:nvPr>
            <p:ph idx="1" type="body"/>
          </p:nvPr>
        </p:nvSpPr>
        <p:spPr>
          <a:xfrm>
            <a:off x="5766262" y="2620641"/>
            <a:ext cx="5837750" cy="3023702"/>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To see the current state of sockets on your host, use netstat. It’s available by default on macOS, Linux, and Windows.</a:t>
            </a:r>
            <a:endParaRPr/>
          </a:p>
          <a:p>
            <a:pPr indent="-101600" lvl="0" marL="228600" rtl="0" algn="l">
              <a:lnSpc>
                <a:spcPct val="90000"/>
              </a:lnSpc>
              <a:spcBef>
                <a:spcPts val="1000"/>
              </a:spcBef>
              <a:spcAft>
                <a:spcPts val="0"/>
              </a:spcAft>
              <a:buClr>
                <a:schemeClr val="dk1"/>
              </a:buClr>
              <a:buSzPts val="2000"/>
              <a:buNone/>
            </a:pPr>
            <a:r>
              <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Notice that Local Address is 127.0.0.1.65432. If the server had used HOST = "" instead of HOST = "127.0.0.1", netstat would show this:</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4" name="Shape 1154"/>
        <p:cNvGrpSpPr/>
        <p:nvPr/>
      </p:nvGrpSpPr>
      <p:grpSpPr>
        <a:xfrm>
          <a:off x="0" y="0"/>
          <a:ext cx="0" cy="0"/>
          <a:chOff x="0" y="0"/>
          <a:chExt cx="0" cy="0"/>
        </a:xfrm>
      </p:grpSpPr>
      <p:sp>
        <p:nvSpPr>
          <p:cNvPr id="1155" name="Google Shape;1155;p64"/>
          <p:cNvSpPr/>
          <p:nvPr/>
        </p:nvSpPr>
        <p:spPr>
          <a:xfrm>
            <a:off x="3048" y="0"/>
            <a:ext cx="12188952"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6" name="Google Shape;1156;p64"/>
          <p:cNvSpPr/>
          <p:nvPr/>
        </p:nvSpPr>
        <p:spPr>
          <a:xfrm>
            <a:off x="1" y="0"/>
            <a:ext cx="4167271" cy="6858000"/>
          </a:xfrm>
          <a:custGeom>
            <a:rect b="b" l="l" r="r" t="t"/>
            <a:pathLst>
              <a:path extrusionOk="0" h="6858000" w="4167271">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57" name="Google Shape;1157;p64"/>
          <p:cNvSpPr txBox="1"/>
          <p:nvPr>
            <p:ph type="title"/>
          </p:nvPr>
        </p:nvSpPr>
        <p:spPr>
          <a:xfrm>
            <a:off x="686834" y="1153572"/>
            <a:ext cx="3200400" cy="44611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4400"/>
              <a:buFont typeface="Arial"/>
              <a:buNone/>
            </a:pPr>
            <a:r>
              <a:rPr b="0" i="0" lang="en-US">
                <a:solidFill>
                  <a:srgbClr val="FFFFFF"/>
                </a:solidFill>
                <a:latin typeface="Arial"/>
                <a:ea typeface="Arial"/>
                <a:cs typeface="Arial"/>
                <a:sym typeface="Arial"/>
              </a:rPr>
              <a:t>Local Address</a:t>
            </a:r>
            <a:endParaRPr>
              <a:solidFill>
                <a:srgbClr val="FFFFFF"/>
              </a:solidFill>
            </a:endParaRPr>
          </a:p>
        </p:txBody>
      </p:sp>
      <p:sp>
        <p:nvSpPr>
          <p:cNvPr id="1158" name="Google Shape;1158;p64"/>
          <p:cNvSpPr/>
          <p:nvPr/>
        </p:nvSpPr>
        <p:spPr>
          <a:xfrm flipH="1" rot="10800000">
            <a:off x="7550402" y="2455479"/>
            <a:ext cx="4083433" cy="4083433"/>
          </a:xfrm>
          <a:prstGeom prst="arc">
            <a:avLst>
              <a:gd fmla="val 16200000"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159" name="Google Shape;1159;p64"/>
          <p:cNvSpPr txBox="1"/>
          <p:nvPr>
            <p:ph idx="1" type="body"/>
          </p:nvPr>
        </p:nvSpPr>
        <p:spPr>
          <a:xfrm>
            <a:off x="4447308" y="591344"/>
            <a:ext cx="6906491" cy="5585619"/>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Local Address is </a:t>
            </a:r>
            <a:r>
              <a:rPr i="1" lang="en-US"/>
              <a:t>*.port,</a:t>
            </a:r>
            <a:r>
              <a:rPr lang="en-US"/>
              <a:t> which means all available host interfaces that support the address family will be used to accept incoming connections. </a:t>
            </a:r>
            <a:endParaRPr/>
          </a:p>
          <a:p>
            <a:pPr indent="-228600" lvl="0" marL="228600" rtl="0" algn="l">
              <a:lnSpc>
                <a:spcPct val="90000"/>
              </a:lnSpc>
              <a:spcBef>
                <a:spcPts val="1000"/>
              </a:spcBef>
              <a:spcAft>
                <a:spcPts val="0"/>
              </a:spcAft>
              <a:buClr>
                <a:schemeClr val="dk1"/>
              </a:buClr>
              <a:buSzPts val="2800"/>
              <a:buChar char="•"/>
            </a:pPr>
            <a:r>
              <a:rPr lang="en-US"/>
              <a:t>In this example, socket.AF_INET was used (IPv4) in the call to socket(). You can see this in the Proto column: tcp4.</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63" name="Shape 1163"/>
        <p:cNvGrpSpPr/>
        <p:nvPr/>
      </p:nvGrpSpPr>
      <p:grpSpPr>
        <a:xfrm>
          <a:off x="0" y="0"/>
          <a:ext cx="0" cy="0"/>
          <a:chOff x="0" y="0"/>
          <a:chExt cx="0" cy="0"/>
        </a:xfrm>
      </p:grpSpPr>
      <p:sp>
        <p:nvSpPr>
          <p:cNvPr id="1164" name="Google Shape;1164;p6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5" name="Google Shape;1165;p65"/>
          <p:cNvSpPr/>
          <p:nvPr/>
        </p:nvSpPr>
        <p:spPr>
          <a:xfrm flipH="1" rot="3967198">
            <a:off x="8631348" y="490493"/>
            <a:ext cx="2987899" cy="2987899"/>
          </a:xfrm>
          <a:prstGeom prst="arc">
            <a:avLst>
              <a:gd fmla="val 14441841" name="adj1"/>
              <a:gd fmla="val 0" name="adj2"/>
            </a:avLst>
          </a:prstGeom>
          <a:noFill/>
          <a:ln cap="rnd" cmpd="sng" w="127000">
            <a:solidFill>
              <a:schemeClr val="accent4"/>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66" name="Google Shape;1166;p65"/>
          <p:cNvSpPr txBox="1"/>
          <p:nvPr>
            <p:ph type="title"/>
          </p:nvPr>
        </p:nvSpPr>
        <p:spPr>
          <a:xfrm>
            <a:off x="5894962" y="479493"/>
            <a:ext cx="5458838"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Communication Breakdown</a:t>
            </a:r>
            <a:endParaRPr/>
          </a:p>
        </p:txBody>
      </p:sp>
      <p:sp>
        <p:nvSpPr>
          <p:cNvPr id="1167" name="Google Shape;1167;p65"/>
          <p:cNvSpPr/>
          <p:nvPr/>
        </p:nvSpPr>
        <p:spPr>
          <a:xfrm flipH="1">
            <a:off x="0" y="5486400"/>
            <a:ext cx="2672863" cy="1371600"/>
          </a:xfrm>
          <a:custGeom>
            <a:rect b="b" l="l" r="r" t="t"/>
            <a:pathLst>
              <a:path extrusionOk="0" h="1371600" w="2672863">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descr="Sockets loopback interface" id="1168" name="Google Shape;1168;p65"/>
          <p:cNvPicPr preferRelativeResize="0"/>
          <p:nvPr/>
        </p:nvPicPr>
        <p:blipFill rotWithShape="1">
          <a:blip r:embed="rId3">
            <a:alphaModFix/>
          </a:blip>
          <a:srcRect b="0" l="0" r="0" t="0"/>
          <a:stretch/>
        </p:blipFill>
        <p:spPr>
          <a:xfrm>
            <a:off x="703182" y="1660101"/>
            <a:ext cx="4777381" cy="3368053"/>
          </a:xfrm>
          <a:custGeom>
            <a:rect b="b" l="l" r="r" t="t"/>
            <a:pathLst>
              <a:path extrusionOk="0" h="5643794" w="4777381">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a:noFill/>
          <a:ln>
            <a:noFill/>
          </a:ln>
        </p:spPr>
      </p:pic>
      <p:sp>
        <p:nvSpPr>
          <p:cNvPr id="1169" name="Google Shape;1169;p65"/>
          <p:cNvSpPr txBox="1"/>
          <p:nvPr>
            <p:ph idx="1" type="body"/>
          </p:nvPr>
        </p:nvSpPr>
        <p:spPr>
          <a:xfrm>
            <a:off x="5894962" y="1984443"/>
            <a:ext cx="5458838" cy="419252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When using the loopback interface (IPv4 address 127.0.0.1 or IPv6 address ::1), data never leaves the host or touches the external network. </a:t>
            </a:r>
            <a:endParaRPr/>
          </a:p>
          <a:p>
            <a:pPr indent="-228600" lvl="0" marL="228600" rtl="0" algn="l">
              <a:lnSpc>
                <a:spcPct val="90000"/>
              </a:lnSpc>
              <a:spcBef>
                <a:spcPts val="1000"/>
              </a:spcBef>
              <a:spcAft>
                <a:spcPts val="0"/>
              </a:spcAft>
              <a:buClr>
                <a:schemeClr val="dk1"/>
              </a:buClr>
              <a:buSzPts val="2400"/>
              <a:buChar char="•"/>
            </a:pPr>
            <a:r>
              <a:rPr lang="en-US" sz="2400"/>
              <a:t>In the diagram above, the loopback interface is contained inside the host. This represents the internal nature of the loopback interface and shows that connections and data that transit it are local to the host.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Loopback interface</a:t>
            </a:r>
            <a:endParaRPr/>
          </a:p>
        </p:txBody>
      </p:sp>
      <p:sp>
        <p:nvSpPr>
          <p:cNvPr id="1175" name="Google Shape;1175;p6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22222"/>
              </a:buClr>
              <a:buSzPts val="2800"/>
              <a:buChar char="•"/>
            </a:pPr>
            <a:r>
              <a:rPr b="0" i="0" lang="en-US">
                <a:solidFill>
                  <a:srgbClr val="222222"/>
                </a:solidFill>
                <a:latin typeface="Arial"/>
                <a:ea typeface="Arial"/>
                <a:cs typeface="Arial"/>
                <a:sym typeface="Arial"/>
              </a:rPr>
              <a:t>Applications use the loopback interface to communicate with other processes running on the host and for security and isolation from the external network. Because it’s internal and accessible only from within the host, it’s not exposed.</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79" name="Shape 1179"/>
        <p:cNvGrpSpPr/>
        <p:nvPr/>
      </p:nvGrpSpPr>
      <p:grpSpPr>
        <a:xfrm>
          <a:off x="0" y="0"/>
          <a:ext cx="0" cy="0"/>
          <a:chOff x="0" y="0"/>
          <a:chExt cx="0" cy="0"/>
        </a:xfrm>
      </p:grpSpPr>
      <p:sp>
        <p:nvSpPr>
          <p:cNvPr id="1180" name="Google Shape;1180;p6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81" name="Google Shape;1181;p67"/>
          <p:cNvSpPr txBox="1"/>
          <p:nvPr>
            <p:ph type="title"/>
          </p:nvPr>
        </p:nvSpPr>
        <p:spPr>
          <a:xfrm>
            <a:off x="6769570" y="530578"/>
            <a:ext cx="4771178" cy="116011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pic>
        <p:nvPicPr>
          <p:cNvPr descr="Sockets ethernet interface" id="1182" name="Google Shape;1182;p67"/>
          <p:cNvPicPr preferRelativeResize="0"/>
          <p:nvPr/>
        </p:nvPicPr>
        <p:blipFill rotWithShape="1">
          <a:blip r:embed="rId3">
            <a:alphaModFix/>
          </a:blip>
          <a:srcRect b="0" l="0" r="0" t="0"/>
          <a:stretch/>
        </p:blipFill>
        <p:spPr>
          <a:xfrm>
            <a:off x="838199" y="1713296"/>
            <a:ext cx="5440195" cy="3318518"/>
          </a:xfrm>
          <a:custGeom>
            <a:rect b="b" l="l" r="r" t="t"/>
            <a:pathLst>
              <a:path extrusionOk="0" h="5550370" w="4643496">
                <a:moveTo>
                  <a:pt x="81586" y="0"/>
                </a:moveTo>
                <a:lnTo>
                  <a:pt x="4561910" y="0"/>
                </a:lnTo>
                <a:cubicBezTo>
                  <a:pt x="4606969" y="0"/>
                  <a:pt x="4643496" y="36527"/>
                  <a:pt x="4643496" y="81586"/>
                </a:cubicBezTo>
                <a:lnTo>
                  <a:pt x="4643496" y="5468784"/>
                </a:lnTo>
                <a:cubicBezTo>
                  <a:pt x="4643496" y="5513843"/>
                  <a:pt x="4606969" y="5550370"/>
                  <a:pt x="4561910" y="5550370"/>
                </a:cubicBezTo>
                <a:lnTo>
                  <a:pt x="81586" y="5550370"/>
                </a:lnTo>
                <a:cubicBezTo>
                  <a:pt x="36527" y="5550370"/>
                  <a:pt x="0" y="5513843"/>
                  <a:pt x="0" y="5468784"/>
                </a:cubicBezTo>
                <a:lnTo>
                  <a:pt x="0" y="81586"/>
                </a:lnTo>
                <a:cubicBezTo>
                  <a:pt x="0" y="36527"/>
                  <a:pt x="36527" y="0"/>
                  <a:pt x="81586" y="0"/>
                </a:cubicBezTo>
                <a:close/>
              </a:path>
            </a:pathLst>
          </a:custGeom>
          <a:noFill/>
          <a:ln>
            <a:noFill/>
          </a:ln>
        </p:spPr>
      </p:pic>
      <p:sp>
        <p:nvSpPr>
          <p:cNvPr id="1183" name="Google Shape;1183;p67"/>
          <p:cNvSpPr/>
          <p:nvPr/>
        </p:nvSpPr>
        <p:spPr>
          <a:xfrm rot="6269068">
            <a:off x="8717845" y="3339275"/>
            <a:ext cx="2987899" cy="2987899"/>
          </a:xfrm>
          <a:prstGeom prst="arc">
            <a:avLst>
              <a:gd fmla="val 14441841" name="adj1"/>
              <a:gd fmla="val 0" name="adj2"/>
            </a:avLst>
          </a:prstGeom>
          <a:noFill/>
          <a:ln cap="rnd" cmpd="sng" w="127000">
            <a:solidFill>
              <a:schemeClr val="accent4">
                <a:alpha val="94901"/>
              </a:schemeClr>
            </a:solidFill>
            <a:prstDash val="dash"/>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84" name="Google Shape;1184;p67"/>
          <p:cNvSpPr txBox="1"/>
          <p:nvPr>
            <p:ph idx="1" type="body"/>
          </p:nvPr>
        </p:nvSpPr>
        <p:spPr>
          <a:xfrm>
            <a:off x="6769570" y="1825625"/>
            <a:ext cx="4771178" cy="438890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When you use an IP address other than 127.0.0.1 or ::1 in your applications, it’s probably bound to an Ethernet interface that’s connected to an external network. This is your gateway to other hosts outside of your “localhost” kingdom</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8" name="Shape 1188"/>
        <p:cNvGrpSpPr/>
        <p:nvPr/>
      </p:nvGrpSpPr>
      <p:grpSpPr>
        <a:xfrm>
          <a:off x="0" y="0"/>
          <a:ext cx="0" cy="0"/>
          <a:chOff x="0" y="0"/>
          <a:chExt cx="0" cy="0"/>
        </a:xfrm>
      </p:grpSpPr>
      <p:sp>
        <p:nvSpPr>
          <p:cNvPr id="1189" name="Google Shape;1189;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t/>
            </a:r>
            <a:endParaRPr/>
          </a:p>
        </p:txBody>
      </p:sp>
      <p:sp>
        <p:nvSpPr>
          <p:cNvPr id="1190" name="Google Shape;1190;p6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The bufsize argument of 1024 used above is the maximum amount of data to be received at once. It doesn’t mean that .recv() will return 1024 bytes.</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The .send() method also behaves this way. It returns the number of bytes sent, which may be less than the size of the data passed in. You’re responsible for checking this and calling .send() as many times as needed to send all of the data</a:t>
            </a:r>
            <a:endParaRPr/>
          </a:p>
        </p:txBody>
      </p:sp>
      <p:pic>
        <p:nvPicPr>
          <p:cNvPr id="1191" name="Google Shape;1191;p68"/>
          <p:cNvPicPr preferRelativeResize="0"/>
          <p:nvPr/>
        </p:nvPicPr>
        <p:blipFill rotWithShape="1">
          <a:blip r:embed="rId3">
            <a:alphaModFix/>
          </a:blip>
          <a:srcRect b="0" l="0" r="0" t="0"/>
          <a:stretch/>
        </p:blipFill>
        <p:spPr>
          <a:xfrm>
            <a:off x="2622843" y="2704158"/>
            <a:ext cx="6454699" cy="1882303"/>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95" name="Shape 1195"/>
        <p:cNvGrpSpPr/>
        <p:nvPr/>
      </p:nvGrpSpPr>
      <p:grpSpPr>
        <a:xfrm>
          <a:off x="0" y="0"/>
          <a:ext cx="0" cy="0"/>
          <a:chOff x="0" y="0"/>
          <a:chExt cx="0" cy="0"/>
        </a:xfrm>
      </p:grpSpPr>
      <p:sp>
        <p:nvSpPr>
          <p:cNvPr id="1196" name="Google Shape;1196;p69"/>
          <p:cNvSpPr txBox="1"/>
          <p:nvPr>
            <p:ph type="title"/>
          </p:nvPr>
        </p:nvSpPr>
        <p:spPr>
          <a:xfrm>
            <a:off x="762001" y="1141711"/>
            <a:ext cx="3234466" cy="3474364"/>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Play"/>
              <a:buNone/>
            </a:pPr>
            <a:r>
              <a:rPr lang="en-US" sz="3600">
                <a:solidFill>
                  <a:schemeClr val="dk1"/>
                </a:solidFill>
                <a:latin typeface="Play"/>
                <a:ea typeface="Play"/>
                <a:cs typeface="Play"/>
                <a:sym typeface="Play"/>
              </a:rPr>
              <a:t>How does the Kernel handle TCP requests?</a:t>
            </a:r>
            <a:endParaRPr/>
          </a:p>
        </p:txBody>
      </p:sp>
      <p:cxnSp>
        <p:nvCxnSpPr>
          <p:cNvPr id="1197" name="Google Shape;1197;p69"/>
          <p:cNvCxnSpPr/>
          <p:nvPr/>
        </p:nvCxnSpPr>
        <p:spPr>
          <a:xfrm>
            <a:off x="865140" y="871146"/>
            <a:ext cx="736939" cy="0"/>
          </a:xfrm>
          <a:prstGeom prst="straightConnector1">
            <a:avLst/>
          </a:prstGeom>
          <a:noFill/>
          <a:ln cap="flat" cmpd="sng" w="57150">
            <a:solidFill>
              <a:schemeClr val="accent4"/>
            </a:solidFill>
            <a:prstDash val="solid"/>
            <a:miter lim="800000"/>
            <a:headEnd len="sm" w="sm" type="none"/>
            <a:tailEnd len="sm" w="sm" type="none"/>
          </a:ln>
        </p:spPr>
      </p:cxnSp>
      <p:pic>
        <p:nvPicPr>
          <p:cNvPr descr="alt" id="1198" name="Google Shape;1198;p69"/>
          <p:cNvPicPr preferRelativeResize="0"/>
          <p:nvPr>
            <p:ph idx="1" type="body"/>
          </p:nvPr>
        </p:nvPicPr>
        <p:blipFill rotWithShape="1">
          <a:blip r:embed="rId3">
            <a:alphaModFix/>
          </a:blip>
          <a:srcRect b="0" l="0" r="0" t="0"/>
          <a:stretch/>
        </p:blipFill>
        <p:spPr>
          <a:xfrm>
            <a:off x="4615543" y="1173870"/>
            <a:ext cx="6711317" cy="453013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sci4211-api">
  <a:themeElements>
    <a:clrScheme name="csci4211-api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2025-01-03T16:12:19Z</dcterms:created>
  <dc:creator>Ly Vu</dc:creator>
</cp:coreProperties>
</file>